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5.9-->
<p:presentation xmlns:r="http://schemas.openxmlformats.org/officeDocument/2006/relationships" xmlns:a="http://schemas.openxmlformats.org/drawingml/2006/main" xmlns:p="http://schemas.openxmlformats.org/presentationml/2006/main">
  <p:sldMasterIdLst>
    <p:sldMasterId id="2147483649" r:id="rId1"/>
  </p:sldMasterIdLst>
  <p:notesMasterIdLst>
    <p:notesMasterId r:id="rId2"/>
  </p:notesMasterIdLst>
  <p:handoutMasterIdLst>
    <p:handoutMasterId r:id="rId3"/>
  </p:handoutMasterIdLst>
  <p:sldIdLst>
    <p:sldId id="1054" r:id="rId4"/>
    <p:sldId id="1040" r:id="rId5"/>
    <p:sldId id="1057" r:id="rId6"/>
    <p:sldId id="951" r:id="rId7"/>
    <p:sldId id="1062" r:id="rId8"/>
    <p:sldId id="1094" r:id="rId9"/>
    <p:sldId id="1061" r:id="rId10"/>
    <p:sldId id="679" r:id="rId11"/>
    <p:sldId id="804" r:id="rId12"/>
    <p:sldId id="1108" r:id="rId13"/>
    <p:sldId id="1095" r:id="rId14"/>
    <p:sldId id="817" r:id="rId15"/>
    <p:sldId id="671" r:id="rId16"/>
    <p:sldId id="1063" r:id="rId17"/>
    <p:sldId id="1067" r:id="rId18"/>
    <p:sldId id="674" r:id="rId19"/>
    <p:sldId id="1105" r:id="rId20"/>
    <p:sldId id="805" r:id="rId21"/>
    <p:sldId id="806" r:id="rId22"/>
    <p:sldId id="1107" r:id="rId23"/>
    <p:sldId id="821" r:id="rId24"/>
    <p:sldId id="823" r:id="rId25"/>
    <p:sldId id="824" r:id="rId26"/>
    <p:sldId id="825" r:id="rId27"/>
    <p:sldId id="826" r:id="rId28"/>
    <p:sldId id="827" r:id="rId29"/>
    <p:sldId id="883" r:id="rId30"/>
    <p:sldId id="832" r:id="rId31"/>
    <p:sldId id="885" r:id="rId32"/>
    <p:sldId id="830" r:id="rId33"/>
    <p:sldId id="831" r:id="rId34"/>
    <p:sldId id="1106" r:id="rId35"/>
    <p:sldId id="894" r:id="rId36"/>
    <p:sldId id="895" r:id="rId37"/>
    <p:sldId id="891" r:id="rId38"/>
    <p:sldId id="897" r:id="rId39"/>
    <p:sldId id="898" r:id="rId40"/>
    <p:sldId id="899" r:id="rId41"/>
    <p:sldId id="900" r:id="rId42"/>
    <p:sldId id="902" r:id="rId43"/>
    <p:sldId id="904" r:id="rId44"/>
    <p:sldId id="905" r:id="rId45"/>
    <p:sldId id="906" r:id="rId46"/>
    <p:sldId id="907" r:id="rId47"/>
    <p:sldId id="908" r:id="rId48"/>
    <p:sldId id="909" r:id="rId49"/>
    <p:sldId id="910" r:id="rId50"/>
    <p:sldId id="915" r:id="rId51"/>
    <p:sldId id="1126" r:id="rId52"/>
    <p:sldId id="1109" r:id="rId53"/>
    <p:sldId id="1048" r:id="rId54"/>
    <p:sldId id="999" r:id="rId55"/>
    <p:sldId id="1000" r:id="rId56"/>
    <p:sldId id="1001" r:id="rId57"/>
    <p:sldId id="1005" r:id="rId58"/>
    <p:sldId id="1008" r:id="rId59"/>
    <p:sldId id="1011" r:id="rId60"/>
    <p:sldId id="1012" r:id="rId61"/>
    <p:sldId id="1013" r:id="rId62"/>
    <p:sldId id="1014" r:id="rId63"/>
    <p:sldId id="1015" r:id="rId64"/>
    <p:sldId id="1016" r:id="rId65"/>
    <p:sldId id="1017" r:id="rId66"/>
    <p:sldId id="1022" r:id="rId67"/>
    <p:sldId id="1018" r:id="rId68"/>
    <p:sldId id="1021" r:id="rId69"/>
    <p:sldId id="1023" r:id="rId70"/>
    <p:sldId id="1125" r:id="rId71"/>
    <p:sldId id="1068" r:id="rId72"/>
    <p:sldId id="1086" r:id="rId73"/>
    <p:sldId id="1087" r:id="rId74"/>
    <p:sldId id="1088" r:id="rId75"/>
    <p:sldId id="1089" r:id="rId76"/>
    <p:sldId id="1090" r:id="rId77"/>
    <p:sldId id="1110" r:id="rId78"/>
    <p:sldId id="1058" r:id="rId79"/>
    <p:sldId id="1116" r:id="rId80"/>
    <p:sldId id="1117" r:id="rId81"/>
    <p:sldId id="1118" r:id="rId82"/>
    <p:sldId id="1119" r:id="rId83"/>
    <p:sldId id="1114" r:id="rId84"/>
    <p:sldId id="1123" r:id="rId85"/>
    <p:sldId id="1115" r:id="rId86"/>
    <p:sldId id="1120" r:id="rId87"/>
    <p:sldId id="1121" r:id="rId88"/>
    <p:sldId id="1122" r:id="rId89"/>
    <p:sldId id="1113" r:id="rId90"/>
    <p:sldId id="436" r:id="rId91"/>
    <p:sldId id="694" r:id="rId92"/>
    <p:sldId id="508" r:id="rId93"/>
    <p:sldId id="1052" r:id="rId94"/>
    <p:sldId id="796" r:id="rId95"/>
    <p:sldId id="1060" r:id="rId96"/>
    <p:sldId id="1097" r:id="rId97"/>
    <p:sldId id="1098" r:id="rId98"/>
    <p:sldId id="1099" r:id="rId99"/>
    <p:sldId id="1100" r:id="rId100"/>
    <p:sldId id="1101" r:id="rId101"/>
  </p:sldIdLst>
  <p:sldSz cx="9144000" cy="6858000" type="screen4x3"/>
  <p:notesSz cx="7010400" cy="9296400"/>
  <p:custDataLst>
    <p:tags r:id="rId102"/>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sz="2800" b="0" i="0" u="none" baseline="0">
        <a:solidFill>
          <a:schemeClr val="tx1"/>
        </a:solidFill>
        <a:effectLst/>
        <a:latin typeface="Tahoma" pitchFamily="34" charset="0"/>
      </a:defRPr>
    </a:lvl5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94624" autoAdjust="0"/>
  </p:normalViewPr>
  <p:slideViewPr>
    <p:cSldViewPr>
      <p:cViewPr>
        <p:scale>
          <a:sx n="100" d="100"/>
          <a:sy n="100" d="100"/>
        </p:scale>
        <p:origin x="0" y="0"/>
      </p:cViewPr>
      <p:guideLst>
        <p:guide orient="horz" pos="2160"/>
        <p:guide pos="2880"/>
      </p:guideLst>
    </p:cSldViewPr>
  </p:slideViewPr>
  <p:notesViewPr>
    <p:cSldViewPr>
      <p:cViewPr varScale="1">
        <p:scale>
          <a:sx n="38" d="100"/>
          <a:sy n="38" d="100"/>
        </p:scale>
        <p:origin x="0" y="0"/>
      </p:cViewPr>
      <p:guideLst>
        <p:guide orient="horz" pos="2928"/>
        <p:guide pos="2208"/>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00" Type="http://schemas.openxmlformats.org/officeDocument/2006/relationships/slide" Target="slides/slide97.xml" /><Relationship Id="rId101" Type="http://schemas.openxmlformats.org/officeDocument/2006/relationships/slide" Target="slides/slide98.xml" /><Relationship Id="rId102" Type="http://schemas.openxmlformats.org/officeDocument/2006/relationships/tags" Target="tags/tag1.xml" /><Relationship Id="rId103" Type="http://schemas.openxmlformats.org/officeDocument/2006/relationships/presProps" Target="presProps.xml" /><Relationship Id="rId104" Type="http://schemas.openxmlformats.org/officeDocument/2006/relationships/viewProps" Target="viewProps.xml" /><Relationship Id="rId105" Type="http://schemas.openxmlformats.org/officeDocument/2006/relationships/theme" Target="theme/theme1.xml" /><Relationship Id="rId106" Type="http://schemas.openxmlformats.org/officeDocument/2006/relationships/tableStyles" Target="tableStyles.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slide" Target="slides/slide41.xml" /><Relationship Id="rId45" Type="http://schemas.openxmlformats.org/officeDocument/2006/relationships/slide" Target="slides/slide42.xml" /><Relationship Id="rId46" Type="http://schemas.openxmlformats.org/officeDocument/2006/relationships/slide" Target="slides/slide43.xml" /><Relationship Id="rId47" Type="http://schemas.openxmlformats.org/officeDocument/2006/relationships/slide" Target="slides/slide44.xml" /><Relationship Id="rId48" Type="http://schemas.openxmlformats.org/officeDocument/2006/relationships/slide" Target="slides/slide45.xml" /><Relationship Id="rId49" Type="http://schemas.openxmlformats.org/officeDocument/2006/relationships/slide" Target="slides/slide46.xml" /><Relationship Id="rId5" Type="http://schemas.openxmlformats.org/officeDocument/2006/relationships/slide" Target="slides/slide2.xml" /><Relationship Id="rId50" Type="http://schemas.openxmlformats.org/officeDocument/2006/relationships/slide" Target="slides/slide47.xml" /><Relationship Id="rId51" Type="http://schemas.openxmlformats.org/officeDocument/2006/relationships/slide" Target="slides/slide48.xml" /><Relationship Id="rId52" Type="http://schemas.openxmlformats.org/officeDocument/2006/relationships/slide" Target="slides/slide49.xml" /><Relationship Id="rId53" Type="http://schemas.openxmlformats.org/officeDocument/2006/relationships/slide" Target="slides/slide50.xml" /><Relationship Id="rId54" Type="http://schemas.openxmlformats.org/officeDocument/2006/relationships/slide" Target="slides/slide51.xml" /><Relationship Id="rId55" Type="http://schemas.openxmlformats.org/officeDocument/2006/relationships/slide" Target="slides/slide52.xml" /><Relationship Id="rId56" Type="http://schemas.openxmlformats.org/officeDocument/2006/relationships/slide" Target="slides/slide53.xml" /><Relationship Id="rId57" Type="http://schemas.openxmlformats.org/officeDocument/2006/relationships/slide" Target="slides/slide54.xml" /><Relationship Id="rId58" Type="http://schemas.openxmlformats.org/officeDocument/2006/relationships/slide" Target="slides/slide55.xml" /><Relationship Id="rId59" Type="http://schemas.openxmlformats.org/officeDocument/2006/relationships/slide" Target="slides/slide56.xml" /><Relationship Id="rId6" Type="http://schemas.openxmlformats.org/officeDocument/2006/relationships/slide" Target="slides/slide3.xml" /><Relationship Id="rId60" Type="http://schemas.openxmlformats.org/officeDocument/2006/relationships/slide" Target="slides/slide57.xml" /><Relationship Id="rId61" Type="http://schemas.openxmlformats.org/officeDocument/2006/relationships/slide" Target="slides/slide58.xml" /><Relationship Id="rId62" Type="http://schemas.openxmlformats.org/officeDocument/2006/relationships/slide" Target="slides/slide59.xml" /><Relationship Id="rId63" Type="http://schemas.openxmlformats.org/officeDocument/2006/relationships/slide" Target="slides/slide60.xml" /><Relationship Id="rId64" Type="http://schemas.openxmlformats.org/officeDocument/2006/relationships/slide" Target="slides/slide61.xml" /><Relationship Id="rId65" Type="http://schemas.openxmlformats.org/officeDocument/2006/relationships/slide" Target="slides/slide62.xml" /><Relationship Id="rId66" Type="http://schemas.openxmlformats.org/officeDocument/2006/relationships/slide" Target="slides/slide63.xml" /><Relationship Id="rId67" Type="http://schemas.openxmlformats.org/officeDocument/2006/relationships/slide" Target="slides/slide64.xml" /><Relationship Id="rId68" Type="http://schemas.openxmlformats.org/officeDocument/2006/relationships/slide" Target="slides/slide65.xml" /><Relationship Id="rId69" Type="http://schemas.openxmlformats.org/officeDocument/2006/relationships/slide" Target="slides/slide66.xml" /><Relationship Id="rId7" Type="http://schemas.openxmlformats.org/officeDocument/2006/relationships/slide" Target="slides/slide4.xml" /><Relationship Id="rId70" Type="http://schemas.openxmlformats.org/officeDocument/2006/relationships/slide" Target="slides/slide67.xml" /><Relationship Id="rId71" Type="http://schemas.openxmlformats.org/officeDocument/2006/relationships/slide" Target="slides/slide68.xml" /><Relationship Id="rId72" Type="http://schemas.openxmlformats.org/officeDocument/2006/relationships/slide" Target="slides/slide69.xml" /><Relationship Id="rId73" Type="http://schemas.openxmlformats.org/officeDocument/2006/relationships/slide" Target="slides/slide70.xml" /><Relationship Id="rId74" Type="http://schemas.openxmlformats.org/officeDocument/2006/relationships/slide" Target="slides/slide71.xml" /><Relationship Id="rId75" Type="http://schemas.openxmlformats.org/officeDocument/2006/relationships/slide" Target="slides/slide72.xml" /><Relationship Id="rId76" Type="http://schemas.openxmlformats.org/officeDocument/2006/relationships/slide" Target="slides/slide73.xml" /><Relationship Id="rId77" Type="http://schemas.openxmlformats.org/officeDocument/2006/relationships/slide" Target="slides/slide74.xml" /><Relationship Id="rId78" Type="http://schemas.openxmlformats.org/officeDocument/2006/relationships/slide" Target="slides/slide75.xml" /><Relationship Id="rId79" Type="http://schemas.openxmlformats.org/officeDocument/2006/relationships/slide" Target="slides/slide76.xml" /><Relationship Id="rId8" Type="http://schemas.openxmlformats.org/officeDocument/2006/relationships/slide" Target="slides/slide5.xml" /><Relationship Id="rId80" Type="http://schemas.openxmlformats.org/officeDocument/2006/relationships/slide" Target="slides/slide77.xml" /><Relationship Id="rId81" Type="http://schemas.openxmlformats.org/officeDocument/2006/relationships/slide" Target="slides/slide78.xml" /><Relationship Id="rId82" Type="http://schemas.openxmlformats.org/officeDocument/2006/relationships/slide" Target="slides/slide79.xml" /><Relationship Id="rId83" Type="http://schemas.openxmlformats.org/officeDocument/2006/relationships/slide" Target="slides/slide80.xml" /><Relationship Id="rId84" Type="http://schemas.openxmlformats.org/officeDocument/2006/relationships/slide" Target="slides/slide81.xml" /><Relationship Id="rId85" Type="http://schemas.openxmlformats.org/officeDocument/2006/relationships/slide" Target="slides/slide82.xml" /><Relationship Id="rId86" Type="http://schemas.openxmlformats.org/officeDocument/2006/relationships/slide" Target="slides/slide83.xml" /><Relationship Id="rId87" Type="http://schemas.openxmlformats.org/officeDocument/2006/relationships/slide" Target="slides/slide84.xml" /><Relationship Id="rId88" Type="http://schemas.openxmlformats.org/officeDocument/2006/relationships/slide" Target="slides/slide85.xml" /><Relationship Id="rId89" Type="http://schemas.openxmlformats.org/officeDocument/2006/relationships/slide" Target="slides/slide86.xml" /><Relationship Id="rId9" Type="http://schemas.openxmlformats.org/officeDocument/2006/relationships/slide" Target="slides/slide6.xml" /><Relationship Id="rId90" Type="http://schemas.openxmlformats.org/officeDocument/2006/relationships/slide" Target="slides/slide87.xml" /><Relationship Id="rId91" Type="http://schemas.openxmlformats.org/officeDocument/2006/relationships/slide" Target="slides/slide88.xml" /><Relationship Id="rId92" Type="http://schemas.openxmlformats.org/officeDocument/2006/relationships/slide" Target="slides/slide89.xml" /><Relationship Id="rId93" Type="http://schemas.openxmlformats.org/officeDocument/2006/relationships/slide" Target="slides/slide90.xml" /><Relationship Id="rId94" Type="http://schemas.openxmlformats.org/officeDocument/2006/relationships/slide" Target="slides/slide91.xml" /><Relationship Id="rId95" Type="http://schemas.openxmlformats.org/officeDocument/2006/relationships/slide" Target="slides/slide92.xml" /><Relationship Id="rId96" Type="http://schemas.openxmlformats.org/officeDocument/2006/relationships/slide" Target="slides/slide93.xml" /><Relationship Id="rId97" Type="http://schemas.openxmlformats.org/officeDocument/2006/relationships/slide" Target="slides/slide94.xml" /><Relationship Id="rId98" Type="http://schemas.openxmlformats.org/officeDocument/2006/relationships/slide" Target="slides/slide95.xml" /><Relationship Id="rId99" Type="http://schemas.openxmlformats.org/officeDocument/2006/relationships/slide" Target="slides/slide96.xml" /></Relationships>
</file>

<file path=ppt/drawings/_rels/vmlDrawing1.vml.rels>&#65279;<?xml version="1.0" encoding="utf-8" standalone="yes"?><Relationships xmlns="http://schemas.openxmlformats.org/package/2006/relationships"><Relationship Id="rId1" Type="http://schemas.openxmlformats.org/officeDocument/2006/relationships/image" Target="../media/image3.w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4.wmf" /><Relationship Id="rId2" Type="http://schemas.openxmlformats.org/officeDocument/2006/relationships/image" Target="../media/image3.w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7.w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wmf" /><Relationship Id="rId2" Type="http://schemas.openxmlformats.org/officeDocument/2006/relationships/image" Target="../media/image9.w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1.w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4.w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6.w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image" Target="../media/image18.png" /><Relationship Id="rId3" Type="http://schemas.openxmlformats.org/officeDocument/2006/relationships/image" Target="../media/image19.png"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21.wmf" /><Relationship Id="rId2" Type="http://schemas.openxmlformats.org/officeDocument/2006/relationships/image" Target="../media/image22.w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23.w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24.wmf" /><Relationship Id="rId2" Type="http://schemas.openxmlformats.org/officeDocument/2006/relationships/image" Target="../media/image25.w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34.png"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34.png"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44.wmf"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title=""/>
        <p:cNvGrpSpPr/>
        <p:nvPr/>
      </p:nvGrpSpPr>
      <p:grpSpPr/>
      <p:sp>
        <p:nvSpPr>
          <p:cNvPr id="204802" name="Rectangle 2"/>
          <p:cNvSpPr>
            <a:spLocks noGrp="1" noChangeArrowheads="1"/>
          </p:cNvSpPr>
          <p:nvPr>
            <p:ph type="hdr" sz="quarter"/>
          </p:nvPr>
        </p:nvSpPr>
        <p:spPr bwMode="auto">
          <a:xfrm>
            <a:off x="1" y="1"/>
            <a:ext cx="3038475" cy="464980"/>
          </a:xfrm>
          <a:prstGeom prst="rect">
            <a:avLst/>
          </a:prstGeom>
          <a:noFill/>
          <a:ln w="9525">
            <a:noFill/>
            <a:miter lim="800000"/>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defRPr>
            </a:lvl1pPr>
          </a:lstStyle>
          <a:p>
            <a:pPr marL="0" marR="0" lvl="0" indent="0" algn="l"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204803" name="Rectangle 3"/>
          <p:cNvSpPr>
            <a:spLocks noGrp="1" noChangeArrowheads="1"/>
          </p:cNvSpPr>
          <p:nvPr>
            <p:ph type="dt" sz="quarter" idx="1"/>
          </p:nvPr>
        </p:nvSpPr>
        <p:spPr bwMode="auto">
          <a:xfrm>
            <a:off x="3971926" y="1"/>
            <a:ext cx="3038475" cy="464980"/>
          </a:xfrm>
          <a:prstGeom prst="rect">
            <a:avLst/>
          </a:prstGeom>
          <a:noFill/>
          <a:ln w="9525">
            <a:noFill/>
            <a:miter lim="800000"/>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defRPr>
            </a:lvl1pPr>
          </a:lstStyle>
          <a:p>
            <a:pPr marL="0" marR="0" lvl="0" indent="0" algn="r"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204804" name="Rectangle 4"/>
          <p:cNvSpPr>
            <a:spLocks noGrp="1" noChangeArrowheads="1"/>
          </p:cNvSpPr>
          <p:nvPr>
            <p:ph type="ftr" sz="quarter" idx="2"/>
          </p:nvPr>
        </p:nvSpPr>
        <p:spPr bwMode="auto">
          <a:xfrm>
            <a:off x="1" y="8831421"/>
            <a:ext cx="3038475" cy="464979"/>
          </a:xfrm>
          <a:prstGeom prst="rect">
            <a:avLst/>
          </a:prstGeom>
          <a:noFill/>
          <a:ln w="9525">
            <a:noFill/>
            <a:miter lim="800000"/>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defRPr>
            </a:lvl1pPr>
          </a:lstStyle>
          <a:p>
            <a:pPr marL="0" marR="0" lvl="0" indent="0" algn="l"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204805" name="Rectangle 5"/>
          <p:cNvSpPr>
            <a:spLocks noGrp="1" noChangeArrowheads="1"/>
          </p:cNvSpPr>
          <p:nvPr>
            <p:ph type="sldNum" sz="quarter" idx="3"/>
          </p:nvPr>
        </p:nvSpPr>
        <p:spPr bwMode="auto">
          <a:xfrm>
            <a:off x="3971925" y="8831263"/>
            <a:ext cx="3038475" cy="465137"/>
          </a:xfrm>
          <a:prstGeom prst="rect">
            <a:avLst/>
          </a:prstGeom>
          <a:noFill/>
          <a:ln w="9525">
            <a:noFill/>
            <a:miter lim="800000"/>
          </a:ln>
          <a:effectLst/>
        </p:spPr>
        <p:txBody>
          <a:bodyPr lIns="93170" tIns="46586" rIns="93170" bIns="46586" numCol="1" anchor="b" anchorCtr="0" compatLnSpc="1">
            <a:prstTxWarp prst="textNoShape">
              <a:avLst/>
            </a:prstTxWarp>
            <a:noAutofit/>
          </a:bodyPr>
          <a:lstStyle>
            <a:defPPr>
              <a:defRPr lang="en-US"/>
            </a:defPPr>
            <a:lvl1pPr marL="0" indent="0" algn="r" defTabSz="931863"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6A00B66B-1DE6-4261-9123-C8CD0430A408}" type="slidenum">
              <a:rPr lang="zh-CN" altLang="en-US" sz="1200">
                <a:latin typeface="Times New Roman" pitchFamily="18" charset="0"/>
                <a:ea typeface="宋体" pitchFamily="2" charset="-122"/>
              </a:rPr>
              <a:t>‹#›</a:t>
            </a:fld>
            <a:endParaRPr lang="en-US" altLang="zh-CN" sz="12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Pr>
        <a:solidFill>
          <a:schemeClr val="bg1"/>
        </a:solidFill>
      </p:bgPr>
    </p:bg>
    <p:spTree>
      <p:nvGrpSpPr>
        <p:cNvPr id="1" name="" title=""/>
        <p:cNvGrpSpPr/>
        <p:nvPr/>
      </p:nvGrpSpPr>
      <p:grpSpPr/>
      <p:sp>
        <p:nvSpPr>
          <p:cNvPr id="103426" name="Rectangle 2"/>
          <p:cNvSpPr>
            <a:spLocks noGrp="1" noChangeArrowheads="1"/>
          </p:cNvSpPr>
          <p:nvPr>
            <p:ph type="hdr" sz="quarter"/>
          </p:nvPr>
        </p:nvSpPr>
        <p:spPr bwMode="auto">
          <a:xfrm>
            <a:off x="1" y="1"/>
            <a:ext cx="3038475" cy="464980"/>
          </a:xfrm>
          <a:prstGeom prst="rect">
            <a:avLst/>
          </a:prstGeom>
          <a:noFill/>
          <a:ln w="9525">
            <a:noFill/>
            <a:miter lim="800000"/>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defRPr>
            </a:lvl1pPr>
          </a:lstStyle>
          <a:p>
            <a:pPr marL="0" marR="0" lvl="0" indent="0" algn="l"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103427" name="Rectangle 3"/>
          <p:cNvSpPr>
            <a:spLocks noGrp="1" noChangeArrowheads="1"/>
          </p:cNvSpPr>
          <p:nvPr>
            <p:ph type="dt" idx="1"/>
          </p:nvPr>
        </p:nvSpPr>
        <p:spPr bwMode="auto">
          <a:xfrm>
            <a:off x="3971926" y="1"/>
            <a:ext cx="3038475" cy="464980"/>
          </a:xfrm>
          <a:prstGeom prst="rect">
            <a:avLst/>
          </a:prstGeom>
          <a:noFill/>
          <a:ln w="9525">
            <a:noFill/>
            <a:miter lim="800000"/>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defRPr>
            </a:lvl1pPr>
          </a:lstStyle>
          <a:p>
            <a:pPr marL="0" marR="0" lvl="0" indent="0" algn="r"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103428" name="Rectangle 4" title=""/>
          <p:cNvSpPr>
            <a:spLocks noTextEdit="1"/>
          </p:cNvSpPr>
          <p:nvPr>
            <p:ph type="sldImg" idx="2"/>
          </p:nvPr>
        </p:nvSpPr>
        <p:spPr>
          <a:xfrm>
            <a:off x="1182688" y="696913"/>
            <a:ext cx="4646612" cy="3486150"/>
          </a:xfrm>
          <a:prstGeom prst="rect">
            <a:avLst/>
          </a:prstGeom>
          <a:noFill/>
          <a:ln>
            <a:solidFill>
              <a:prstClr val="black"/>
            </a:solidFill>
            <a:miter lim="800000"/>
          </a:ln>
        </p:spPr>
      </p:sp>
      <p:sp>
        <p:nvSpPr>
          <p:cNvPr id="103429" name="Rectangle 5"/>
          <p:cNvSpPr>
            <a:spLocks noGrp="1" noChangeArrowheads="1"/>
          </p:cNvSpPr>
          <p:nvPr>
            <p:ph type="body" sz="quarter" idx="3"/>
          </p:nvPr>
        </p:nvSpPr>
        <p:spPr bwMode="auto">
          <a:xfrm>
            <a:off x="935039" y="4416510"/>
            <a:ext cx="5140325" cy="4183220"/>
          </a:xfrm>
          <a:prstGeom prst="rect">
            <a:avLst/>
          </a:prstGeom>
          <a:noFill/>
          <a:ln w="9525">
            <a:noFill/>
            <a:miter lim="800000"/>
          </a:ln>
          <a:effectLst/>
        </p:spPr>
        <p:txBody>
          <a:bodyPr vert="horz" wrap="square" lIns="93170" tIns="46586" rIns="93170" bIns="46586"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mn-ea"/>
                <a:cs typeface="+mn-cs"/>
              </a:rPr>
              <a:t>Fifth level</a:t>
            </a:r>
          </a:p>
        </p:txBody>
      </p:sp>
      <p:sp>
        <p:nvSpPr>
          <p:cNvPr id="103430" name="Rectangle 6"/>
          <p:cNvSpPr>
            <a:spLocks noGrp="1" noChangeArrowheads="1"/>
          </p:cNvSpPr>
          <p:nvPr>
            <p:ph type="ftr" sz="quarter" idx="4"/>
          </p:nvPr>
        </p:nvSpPr>
        <p:spPr bwMode="auto">
          <a:xfrm>
            <a:off x="1" y="8831421"/>
            <a:ext cx="3038475" cy="464979"/>
          </a:xfrm>
          <a:prstGeom prst="rect">
            <a:avLst/>
          </a:prstGeom>
          <a:noFill/>
          <a:ln w="9525">
            <a:noFill/>
            <a:miter lim="800000"/>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defRPr>
            </a:lvl1pPr>
          </a:lstStyle>
          <a:p>
            <a:pPr marL="0" marR="0" lvl="0" indent="0" algn="l" defTabSz="931863"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itchFamily="18" charset="0"/>
              <a:ea typeface="+mn-ea"/>
              <a:cs typeface="+mn-cs"/>
            </a:endParaRPr>
          </a:p>
        </p:txBody>
      </p:sp>
      <p:sp>
        <p:nvSpPr>
          <p:cNvPr id="103431" name="Rectangle 7"/>
          <p:cNvSpPr>
            <a:spLocks noGrp="1" noChangeArrowheads="1"/>
          </p:cNvSpPr>
          <p:nvPr>
            <p:ph type="sldNum" sz="quarter" idx="5"/>
          </p:nvPr>
        </p:nvSpPr>
        <p:spPr bwMode="auto">
          <a:xfrm>
            <a:off x="3971925" y="8831263"/>
            <a:ext cx="3038475" cy="465137"/>
          </a:xfrm>
          <a:prstGeom prst="rect">
            <a:avLst/>
          </a:prstGeom>
          <a:noFill/>
          <a:ln w="9525">
            <a:noFill/>
            <a:miter lim="800000"/>
          </a:ln>
          <a:effectLst/>
        </p:spPr>
        <p:txBody>
          <a:bodyPr lIns="93170" tIns="46586" rIns="93170" bIns="46586" numCol="1" anchor="b" anchorCtr="0" compatLnSpc="1">
            <a:prstTxWarp prst="textNoShape">
              <a:avLst/>
            </a:prstTxWarp>
            <a:noAutofit/>
          </a:bodyPr>
          <a:lstStyle>
            <a:defPPr>
              <a:defRPr lang="en-US"/>
            </a:defPPr>
            <a:lvl1pPr marL="0" indent="0" algn="r" defTabSz="931863"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F6664F2-FC07-440E-B2A1-1515228FB035}" type="slidenum">
              <a:rPr lang="zh-CN" altLang="en-US" sz="1200">
                <a:latin typeface="Times New Roman" pitchFamily="18" charset="0"/>
                <a:ea typeface="宋体" pitchFamily="2" charset="-122"/>
              </a:rPr>
              <a:t>‹#›</a:t>
            </a:fld>
            <a:endParaRPr lang="en-US" altLang="zh-CN" sz="12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&#65279;<?xml version="1.0" encoding="utf-8" standalone="yes"?><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&#65279;<?xml version="1.0" encoding="utf-8" standalone="yes"?><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&#65279;<?xml version="1.0" encoding="utf-8" standalone="yes"?><Relationships xmlns="http://schemas.openxmlformats.org/package/2006/relationships"><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&#65279;<?xml version="1.0" encoding="utf-8" standalone="yes"?><Relationships xmlns="http://schemas.openxmlformats.org/package/2006/relationships"><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&#65279;<?xml version="1.0" encoding="utf-8" standalone="yes"?><Relationships xmlns="http://schemas.openxmlformats.org/package/2006/relationships"><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&#65279;<?xml version="1.0" encoding="utf-8" standalone="yes"?><Relationships xmlns="http://schemas.openxmlformats.org/package/2006/relationships"><Relationship Id="rId1" Type="http://schemas.openxmlformats.org/officeDocument/2006/relationships/slide" Target="../slides/slide44.xml" /><Relationship Id="rId2" Type="http://schemas.openxmlformats.org/officeDocument/2006/relationships/notesMaster" Target="../notesMasters/notesMaster1.xml" /></Relationships>
</file>

<file path=ppt/notesSlides/_rels/notesSlide45.xml.rels>&#65279;<?xml version="1.0" encoding="utf-8" standalone="yes"?><Relationships xmlns="http://schemas.openxmlformats.org/package/2006/relationships"><Relationship Id="rId1" Type="http://schemas.openxmlformats.org/officeDocument/2006/relationships/slide" Target="../slides/slide45.xml" /><Relationship Id="rId2" Type="http://schemas.openxmlformats.org/officeDocument/2006/relationships/notesMaster" Target="../notesMasters/notesMaster1.xml" /></Relationships>
</file>

<file path=ppt/notesSlides/_rels/notesSlide46.xml.rels>&#65279;<?xml version="1.0" encoding="utf-8" standalone="yes"?><Relationships xmlns="http://schemas.openxmlformats.org/package/2006/relationships"><Relationship Id="rId1" Type="http://schemas.openxmlformats.org/officeDocument/2006/relationships/slide" Target="../slides/slide46.xml" /><Relationship Id="rId2" Type="http://schemas.openxmlformats.org/officeDocument/2006/relationships/notesMaster" Target="../notesMasters/notesMaster1.xml" /></Relationships>
</file>

<file path=ppt/notesSlides/_rels/notesSlide47.xml.rels>&#65279;<?xml version="1.0" encoding="utf-8" standalone="yes"?><Relationships xmlns="http://schemas.openxmlformats.org/package/2006/relationships"><Relationship Id="rId1" Type="http://schemas.openxmlformats.org/officeDocument/2006/relationships/slide" Target="../slides/slide47.xml" /><Relationship Id="rId2" Type="http://schemas.openxmlformats.org/officeDocument/2006/relationships/notesMaster" Target="../notesMasters/notesMaster1.xml" /></Relationships>
</file>

<file path=ppt/notesSlides/_rels/notesSlide48.xml.rels>&#65279;<?xml version="1.0" encoding="utf-8" standalone="yes"?><Relationships xmlns="http://schemas.openxmlformats.org/package/2006/relationships"><Relationship Id="rId1" Type="http://schemas.openxmlformats.org/officeDocument/2006/relationships/slide" Target="../slides/slide48.xml" /><Relationship Id="rId2" Type="http://schemas.openxmlformats.org/officeDocument/2006/relationships/notesMaster" Target="../notesMasters/notesMaster1.xml" /></Relationships>
</file>

<file path=ppt/notesSlides/_rels/notesSlide49.xml.rels>&#65279;<?xml version="1.0" encoding="utf-8" standalone="yes"?><Relationships xmlns="http://schemas.openxmlformats.org/package/2006/relationships"><Relationship Id="rId1" Type="http://schemas.openxmlformats.org/officeDocument/2006/relationships/slide" Target="../slides/slide49.xml" /><Relationship Id="rId2" Type="http://schemas.openxmlformats.org/officeDocument/2006/relationships/notesMaster" Target="../notesMasters/notesMaster1.xml" /></Relationships>
</file>

<file path=ppt/notesSlides/_rels/notesSlide50.xml.rels>&#65279;<?xml version="1.0" encoding="utf-8" standalone="yes"?><Relationships xmlns="http://schemas.openxmlformats.org/package/2006/relationships"><Relationship Id="rId1" Type="http://schemas.openxmlformats.org/officeDocument/2006/relationships/slide" Target="../slides/slide50.xml" /><Relationship Id="rId2" Type="http://schemas.openxmlformats.org/officeDocument/2006/relationships/notesMaster" Target="../notesMasters/notesMaster1.xml" /></Relationships>
</file>

<file path=ppt/notesSlides/_rels/notesSlide51.xml.rels>&#65279;<?xml version="1.0" encoding="utf-8" standalone="yes"?><Relationships xmlns="http://schemas.openxmlformats.org/package/2006/relationships"><Relationship Id="rId1" Type="http://schemas.openxmlformats.org/officeDocument/2006/relationships/slide" Target="../slides/slide51.xml" /><Relationship Id="rId2" Type="http://schemas.openxmlformats.org/officeDocument/2006/relationships/notesMaster" Target="../notesMasters/notesMaster1.xml" /></Relationships>
</file>

<file path=ppt/notesSlides/_rels/notesSlide52.xml.rels>&#65279;<?xml version="1.0" encoding="utf-8" standalone="yes"?><Relationships xmlns="http://schemas.openxmlformats.org/package/2006/relationships"><Relationship Id="rId1" Type="http://schemas.openxmlformats.org/officeDocument/2006/relationships/slide" Target="../slides/slide52.xml" /><Relationship Id="rId2" Type="http://schemas.openxmlformats.org/officeDocument/2006/relationships/notesMaster" Target="../notesMasters/notesMaster1.xml" /></Relationships>
</file>

<file path=ppt/notesSlides/_rels/notesSlide53.xml.rels>&#65279;<?xml version="1.0" encoding="utf-8" standalone="yes"?><Relationships xmlns="http://schemas.openxmlformats.org/package/2006/relationships"><Relationship Id="rId1" Type="http://schemas.openxmlformats.org/officeDocument/2006/relationships/slide" Target="../slides/slide53.xml" /><Relationship Id="rId2" Type="http://schemas.openxmlformats.org/officeDocument/2006/relationships/notesMaster" Target="../notesMasters/notesMaster1.xml" /></Relationships>
</file>

<file path=ppt/notesSlides/_rels/notesSlide54.xml.rels>&#65279;<?xml version="1.0" encoding="utf-8" standalone="yes"?><Relationships xmlns="http://schemas.openxmlformats.org/package/2006/relationships"><Relationship Id="rId1" Type="http://schemas.openxmlformats.org/officeDocument/2006/relationships/slide" Target="../slides/slide54.xml" /><Relationship Id="rId2" Type="http://schemas.openxmlformats.org/officeDocument/2006/relationships/notesMaster" Target="../notesMasters/notesMaster1.xml" /></Relationships>
</file>

<file path=ppt/notesSlides/_rels/notesSlide55.xml.rels>&#65279;<?xml version="1.0" encoding="utf-8" standalone="yes"?><Relationships xmlns="http://schemas.openxmlformats.org/package/2006/relationships"><Relationship Id="rId1" Type="http://schemas.openxmlformats.org/officeDocument/2006/relationships/slide" Target="../slides/slide55.xml" /><Relationship Id="rId2" Type="http://schemas.openxmlformats.org/officeDocument/2006/relationships/notesMaster" Target="../notesMasters/notesMaster1.xml" /></Relationships>
</file>

<file path=ppt/notesSlides/_rels/notesSlide56.xml.rels>&#65279;<?xml version="1.0" encoding="utf-8" standalone="yes"?><Relationships xmlns="http://schemas.openxmlformats.org/package/2006/relationships"><Relationship Id="rId1" Type="http://schemas.openxmlformats.org/officeDocument/2006/relationships/slide" Target="../slides/slide56.xml" /><Relationship Id="rId2" Type="http://schemas.openxmlformats.org/officeDocument/2006/relationships/notesMaster" Target="../notesMasters/notesMaster1.xml" /></Relationships>
</file>

<file path=ppt/notesSlides/_rels/notesSlide57.xml.rels>&#65279;<?xml version="1.0" encoding="utf-8" standalone="yes"?><Relationships xmlns="http://schemas.openxmlformats.org/package/2006/relationships"><Relationship Id="rId1" Type="http://schemas.openxmlformats.org/officeDocument/2006/relationships/slide" Target="../slides/slide57.xml" /><Relationship Id="rId2" Type="http://schemas.openxmlformats.org/officeDocument/2006/relationships/notesMaster" Target="../notesMasters/notesMaster1.xml" /></Relationships>
</file>

<file path=ppt/notesSlides/_rels/notesSlide58.xml.rels>&#65279;<?xml version="1.0" encoding="utf-8" standalone="yes"?><Relationships xmlns="http://schemas.openxmlformats.org/package/2006/relationships"><Relationship Id="rId1" Type="http://schemas.openxmlformats.org/officeDocument/2006/relationships/slide" Target="../slides/slide58.xml" /><Relationship Id="rId2" Type="http://schemas.openxmlformats.org/officeDocument/2006/relationships/notesMaster" Target="../notesMasters/notesMaster1.xml" /></Relationships>
</file>

<file path=ppt/notesSlides/_rels/notesSlide59.xml.rels>&#65279;<?xml version="1.0" encoding="utf-8" standalone="yes"?><Relationships xmlns="http://schemas.openxmlformats.org/package/2006/relationships"><Relationship Id="rId1" Type="http://schemas.openxmlformats.org/officeDocument/2006/relationships/slide" Target="../slides/slide59.xml" /><Relationship Id="rId2" Type="http://schemas.openxmlformats.org/officeDocument/2006/relationships/notesMaster" Target="../notesMasters/notesMaster1.xml" /></Relationships>
</file>

<file path=ppt/notesSlides/_rels/notesSlide60.xml.rels>&#65279;<?xml version="1.0" encoding="utf-8" standalone="yes"?><Relationships xmlns="http://schemas.openxmlformats.org/package/2006/relationships"><Relationship Id="rId1" Type="http://schemas.openxmlformats.org/officeDocument/2006/relationships/slide" Target="../slides/slide60.xml" /><Relationship Id="rId2" Type="http://schemas.openxmlformats.org/officeDocument/2006/relationships/notesMaster" Target="../notesMasters/notesMaster1.xml" /></Relationships>
</file>

<file path=ppt/notesSlides/_rels/notesSlide61.xml.rels>&#65279;<?xml version="1.0" encoding="utf-8" standalone="yes"?><Relationships xmlns="http://schemas.openxmlformats.org/package/2006/relationships"><Relationship Id="rId1" Type="http://schemas.openxmlformats.org/officeDocument/2006/relationships/slide" Target="../slides/slide61.xml" /><Relationship Id="rId2" Type="http://schemas.openxmlformats.org/officeDocument/2006/relationships/notesMaster" Target="../notesMasters/notesMaster1.xml" /></Relationships>
</file>

<file path=ppt/notesSlides/_rels/notesSlide62.xml.rels>&#65279;<?xml version="1.0" encoding="utf-8" standalone="yes"?><Relationships xmlns="http://schemas.openxmlformats.org/package/2006/relationships"><Relationship Id="rId1" Type="http://schemas.openxmlformats.org/officeDocument/2006/relationships/slide" Target="../slides/slide62.xml" /><Relationship Id="rId2" Type="http://schemas.openxmlformats.org/officeDocument/2006/relationships/notesMaster" Target="../notesMasters/notesMaster1.xml" /></Relationships>
</file>

<file path=ppt/notesSlides/_rels/notesSlide63.xml.rels>&#65279;<?xml version="1.0" encoding="utf-8" standalone="yes"?><Relationships xmlns="http://schemas.openxmlformats.org/package/2006/relationships"><Relationship Id="rId1" Type="http://schemas.openxmlformats.org/officeDocument/2006/relationships/slide" Target="../slides/slide63.xml" /><Relationship Id="rId2" Type="http://schemas.openxmlformats.org/officeDocument/2006/relationships/notesMaster" Target="../notesMasters/notesMaster1.xml" /></Relationships>
</file>

<file path=ppt/notesSlides/_rels/notesSlide64.xml.rels>&#65279;<?xml version="1.0" encoding="utf-8" standalone="yes"?><Relationships xmlns="http://schemas.openxmlformats.org/package/2006/relationships"><Relationship Id="rId1" Type="http://schemas.openxmlformats.org/officeDocument/2006/relationships/slide" Target="../slides/slide64.xml" /><Relationship Id="rId2" Type="http://schemas.openxmlformats.org/officeDocument/2006/relationships/notesMaster" Target="../notesMasters/notesMaster1.xml" /></Relationships>
</file>

<file path=ppt/notesSlides/_rels/notesSlide65.xml.rels>&#65279;<?xml version="1.0" encoding="utf-8" standalone="yes"?><Relationships xmlns="http://schemas.openxmlformats.org/package/2006/relationships"><Relationship Id="rId1" Type="http://schemas.openxmlformats.org/officeDocument/2006/relationships/slide" Target="../slides/slide65.xml" /><Relationship Id="rId2" Type="http://schemas.openxmlformats.org/officeDocument/2006/relationships/notesMaster" Target="../notesMasters/notesMaster1.xml" /></Relationships>
</file>

<file path=ppt/notesSlides/_rels/notesSlide66.xml.rels>&#65279;<?xml version="1.0" encoding="utf-8" standalone="yes"?><Relationships xmlns="http://schemas.openxmlformats.org/package/2006/relationships"><Relationship Id="rId1" Type="http://schemas.openxmlformats.org/officeDocument/2006/relationships/slide" Target="../slides/slide66.xml" /><Relationship Id="rId2" Type="http://schemas.openxmlformats.org/officeDocument/2006/relationships/notesMaster" Target="../notesMasters/notesMaster1.xml" /></Relationships>
</file>

<file path=ppt/notesSlides/_rels/notesSlide67.xml.rels>&#65279;<?xml version="1.0" encoding="utf-8" standalone="yes"?><Relationships xmlns="http://schemas.openxmlformats.org/package/2006/relationships"><Relationship Id="rId1" Type="http://schemas.openxmlformats.org/officeDocument/2006/relationships/slide" Target="../slides/slide67.xml" /><Relationship Id="rId2" Type="http://schemas.openxmlformats.org/officeDocument/2006/relationships/notesMaster" Target="../notesMasters/notesMaster1.xml" /></Relationships>
</file>

<file path=ppt/notesSlides/_rels/notesSlide68.xml.rels>&#65279;<?xml version="1.0" encoding="utf-8" standalone="yes"?><Relationships xmlns="http://schemas.openxmlformats.org/package/2006/relationships"><Relationship Id="rId1" Type="http://schemas.openxmlformats.org/officeDocument/2006/relationships/slide" Target="../slides/slide68.xml" /><Relationship Id="rId2" Type="http://schemas.openxmlformats.org/officeDocument/2006/relationships/notesMaster" Target="../notesMasters/notesMaster1.xml" /></Relationships>
</file>

<file path=ppt/notesSlides/_rels/notesSlide69.xml.rels>&#65279;<?xml version="1.0" encoding="utf-8" standalone="yes"?><Relationships xmlns="http://schemas.openxmlformats.org/package/2006/relationships"><Relationship Id="rId1" Type="http://schemas.openxmlformats.org/officeDocument/2006/relationships/slide" Target="../slides/slide69.xml" /><Relationship Id="rId2" Type="http://schemas.openxmlformats.org/officeDocument/2006/relationships/notesMaster" Target="../notesMasters/notesMaster1.xml" /></Relationships>
</file>

<file path=ppt/notesSlides/_rels/notesSlide70.xml.rels>&#65279;<?xml version="1.0" encoding="utf-8" standalone="yes"?><Relationships xmlns="http://schemas.openxmlformats.org/package/2006/relationships"><Relationship Id="rId1" Type="http://schemas.openxmlformats.org/officeDocument/2006/relationships/slide" Target="../slides/slide70.xml" /><Relationship Id="rId2" Type="http://schemas.openxmlformats.org/officeDocument/2006/relationships/notesMaster" Target="../notesMasters/notesMaster1.xml" /></Relationships>
</file>

<file path=ppt/notesSlides/_rels/notesSlide71.xml.rels>&#65279;<?xml version="1.0" encoding="utf-8" standalone="yes"?><Relationships xmlns="http://schemas.openxmlformats.org/package/2006/relationships"><Relationship Id="rId1" Type="http://schemas.openxmlformats.org/officeDocument/2006/relationships/slide" Target="../slides/slide71.xml" /><Relationship Id="rId2" Type="http://schemas.openxmlformats.org/officeDocument/2006/relationships/notesMaster" Target="../notesMasters/notesMaster1.xml" /></Relationships>
</file>

<file path=ppt/notesSlides/_rels/notesSlide72.xml.rels>&#65279;<?xml version="1.0" encoding="utf-8" standalone="yes"?><Relationships xmlns="http://schemas.openxmlformats.org/package/2006/relationships"><Relationship Id="rId1" Type="http://schemas.openxmlformats.org/officeDocument/2006/relationships/slide" Target="../slides/slide72.xml" /><Relationship Id="rId2" Type="http://schemas.openxmlformats.org/officeDocument/2006/relationships/notesMaster" Target="../notesMasters/notesMaster1.xml" /></Relationships>
</file>

<file path=ppt/notesSlides/_rels/notesSlide73.xml.rels>&#65279;<?xml version="1.0" encoding="utf-8" standalone="yes"?><Relationships xmlns="http://schemas.openxmlformats.org/package/2006/relationships"><Relationship Id="rId1" Type="http://schemas.openxmlformats.org/officeDocument/2006/relationships/slide" Target="../slides/slide73.xml" /><Relationship Id="rId2" Type="http://schemas.openxmlformats.org/officeDocument/2006/relationships/notesMaster" Target="../notesMasters/notesMaster1.xml" /></Relationships>
</file>

<file path=ppt/notesSlides/_rels/notesSlide74.xml.rels>&#65279;<?xml version="1.0" encoding="utf-8" standalone="yes"?><Relationships xmlns="http://schemas.openxmlformats.org/package/2006/relationships"><Relationship Id="rId1" Type="http://schemas.openxmlformats.org/officeDocument/2006/relationships/slide" Target="../slides/slide74.xml" /><Relationship Id="rId2" Type="http://schemas.openxmlformats.org/officeDocument/2006/relationships/notesMaster" Target="../notesMasters/notesMaster1.xml" /></Relationships>
</file>

<file path=ppt/notesSlides/_rels/notesSlide75.xml.rels>&#65279;<?xml version="1.0" encoding="utf-8" standalone="yes"?><Relationships xmlns="http://schemas.openxmlformats.org/package/2006/relationships"><Relationship Id="rId1" Type="http://schemas.openxmlformats.org/officeDocument/2006/relationships/slide" Target="../slides/slide75.xml" /><Relationship Id="rId2" Type="http://schemas.openxmlformats.org/officeDocument/2006/relationships/notesMaster" Target="../notesMasters/notesMaster1.xml" /></Relationships>
</file>

<file path=ppt/notesSlides/_rels/notesSlide76.xml.rels>&#65279;<?xml version="1.0" encoding="utf-8" standalone="yes"?><Relationships xmlns="http://schemas.openxmlformats.org/package/2006/relationships"><Relationship Id="rId1" Type="http://schemas.openxmlformats.org/officeDocument/2006/relationships/slide" Target="../slides/slide76.xml" /><Relationship Id="rId2" Type="http://schemas.openxmlformats.org/officeDocument/2006/relationships/notesMaster" Target="../notesMasters/notesMaster1.xml" /></Relationships>
</file>

<file path=ppt/notesSlides/_rels/notesSlide77.xml.rels>&#65279;<?xml version="1.0" encoding="utf-8" standalone="yes"?><Relationships xmlns="http://schemas.openxmlformats.org/package/2006/relationships"><Relationship Id="rId1" Type="http://schemas.openxmlformats.org/officeDocument/2006/relationships/slide" Target="../slides/slide77.xml" /><Relationship Id="rId2" Type="http://schemas.openxmlformats.org/officeDocument/2006/relationships/notesMaster" Target="../notesMasters/notesMaster1.xml" /></Relationships>
</file>

<file path=ppt/notesSlides/_rels/notesSlide78.xml.rels>&#65279;<?xml version="1.0" encoding="utf-8" standalone="yes"?><Relationships xmlns="http://schemas.openxmlformats.org/package/2006/relationships"><Relationship Id="rId1" Type="http://schemas.openxmlformats.org/officeDocument/2006/relationships/slide" Target="../slides/slide78.xml" /><Relationship Id="rId2" Type="http://schemas.openxmlformats.org/officeDocument/2006/relationships/notesMaster" Target="../notesMasters/notesMaster1.xml" /></Relationships>
</file>

<file path=ppt/notesSlides/_rels/notesSlide79.xml.rels>&#65279;<?xml version="1.0" encoding="utf-8" standalone="yes"?><Relationships xmlns="http://schemas.openxmlformats.org/package/2006/relationships"><Relationship Id="rId1" Type="http://schemas.openxmlformats.org/officeDocument/2006/relationships/slide" Target="../slides/slide79.xml" /><Relationship Id="rId2" Type="http://schemas.openxmlformats.org/officeDocument/2006/relationships/notesMaster" Target="../notesMasters/notesMaster1.xml" /></Relationships>
</file>

<file path=ppt/notesSlides/_rels/notesSlide80.xml.rels>&#65279;<?xml version="1.0" encoding="utf-8" standalone="yes"?><Relationships xmlns="http://schemas.openxmlformats.org/package/2006/relationships"><Relationship Id="rId1" Type="http://schemas.openxmlformats.org/officeDocument/2006/relationships/slide" Target="../slides/slide80.xml" /><Relationship Id="rId2" Type="http://schemas.openxmlformats.org/officeDocument/2006/relationships/notesMaster" Target="../notesMasters/notesMaster1.xml" /></Relationships>
</file>

<file path=ppt/notesSlides/_rels/notesSlide81.xml.rels>&#65279;<?xml version="1.0" encoding="utf-8" standalone="yes"?><Relationships xmlns="http://schemas.openxmlformats.org/package/2006/relationships"><Relationship Id="rId1" Type="http://schemas.openxmlformats.org/officeDocument/2006/relationships/slide" Target="../slides/slide81.xml" /><Relationship Id="rId2" Type="http://schemas.openxmlformats.org/officeDocument/2006/relationships/notesMaster" Target="../notesMasters/notesMaster1.xml" /></Relationships>
</file>

<file path=ppt/notesSlides/_rels/notesSlide82.xml.rels>&#65279;<?xml version="1.0" encoding="utf-8" standalone="yes"?><Relationships xmlns="http://schemas.openxmlformats.org/package/2006/relationships"><Relationship Id="rId1" Type="http://schemas.openxmlformats.org/officeDocument/2006/relationships/slide" Target="../slides/slide82.xml" /><Relationship Id="rId2" Type="http://schemas.openxmlformats.org/officeDocument/2006/relationships/notesMaster" Target="../notesMasters/notesMaster1.xml" /></Relationships>
</file>

<file path=ppt/notesSlides/_rels/notesSlide83.xml.rels>&#65279;<?xml version="1.0" encoding="utf-8" standalone="yes"?><Relationships xmlns="http://schemas.openxmlformats.org/package/2006/relationships"><Relationship Id="rId1" Type="http://schemas.openxmlformats.org/officeDocument/2006/relationships/slide" Target="../slides/slide83.xml" /><Relationship Id="rId2" Type="http://schemas.openxmlformats.org/officeDocument/2006/relationships/notesMaster" Target="../notesMasters/notesMaster1.xml" /></Relationships>
</file>

<file path=ppt/notesSlides/_rels/notesSlide84.xml.rels>&#65279;<?xml version="1.0" encoding="utf-8" standalone="yes"?><Relationships xmlns="http://schemas.openxmlformats.org/package/2006/relationships"><Relationship Id="rId1" Type="http://schemas.openxmlformats.org/officeDocument/2006/relationships/slide" Target="../slides/slide84.xml" /><Relationship Id="rId2" Type="http://schemas.openxmlformats.org/officeDocument/2006/relationships/notesMaster" Target="../notesMasters/notesMaster1.xml" /></Relationships>
</file>

<file path=ppt/notesSlides/_rels/notesSlide85.xml.rels>&#65279;<?xml version="1.0" encoding="utf-8" standalone="yes"?><Relationships xmlns="http://schemas.openxmlformats.org/package/2006/relationships"><Relationship Id="rId1" Type="http://schemas.openxmlformats.org/officeDocument/2006/relationships/slide" Target="../slides/slide85.xml" /><Relationship Id="rId2" Type="http://schemas.openxmlformats.org/officeDocument/2006/relationships/notesMaster" Target="../notesMasters/notesMaster1.xml" /></Relationships>
</file>

<file path=ppt/notesSlides/_rels/notesSlide86.xml.rels>&#65279;<?xml version="1.0" encoding="utf-8" standalone="yes"?><Relationships xmlns="http://schemas.openxmlformats.org/package/2006/relationships"><Relationship Id="rId1" Type="http://schemas.openxmlformats.org/officeDocument/2006/relationships/slide" Target="../slides/slide86.xml" /><Relationship Id="rId2" Type="http://schemas.openxmlformats.org/officeDocument/2006/relationships/notesMaster" Target="../notesMasters/notesMaster1.xml" /></Relationships>
</file>

<file path=ppt/notesSlides/_rels/notesSlide87.xml.rels>&#65279;<?xml version="1.0" encoding="utf-8" standalone="yes"?><Relationships xmlns="http://schemas.openxmlformats.org/package/2006/relationships"><Relationship Id="rId1" Type="http://schemas.openxmlformats.org/officeDocument/2006/relationships/slide" Target="../slides/slide87.xml" /><Relationship Id="rId2" Type="http://schemas.openxmlformats.org/officeDocument/2006/relationships/notesMaster" Target="../notesMasters/notesMaster1.xml" /></Relationships>
</file>

<file path=ppt/notesSlides/_rels/notesSlide88.xml.rels>&#65279;<?xml version="1.0" encoding="utf-8" standalone="yes"?><Relationships xmlns="http://schemas.openxmlformats.org/package/2006/relationships"><Relationship Id="rId1" Type="http://schemas.openxmlformats.org/officeDocument/2006/relationships/slide" Target="../slides/slide88.xml" /><Relationship Id="rId2" Type="http://schemas.openxmlformats.org/officeDocument/2006/relationships/notesMaster" Target="../notesMasters/notesMaster1.xml" /></Relationships>
</file>

<file path=ppt/notesSlides/_rels/notesSlide89.xml.rels>&#65279;<?xml version="1.0" encoding="utf-8" standalone="yes"?><Relationships xmlns="http://schemas.openxmlformats.org/package/2006/relationships"><Relationship Id="rId1" Type="http://schemas.openxmlformats.org/officeDocument/2006/relationships/slide" Target="../slides/slide89.xml" /><Relationship Id="rId2" Type="http://schemas.openxmlformats.org/officeDocument/2006/relationships/notesMaster" Target="../notesMasters/notesMaster1.xml" /></Relationships>
</file>

<file path=ppt/notesSlides/_rels/notesSlide90.xml.rels>&#65279;<?xml version="1.0" encoding="utf-8" standalone="yes"?><Relationships xmlns="http://schemas.openxmlformats.org/package/2006/relationships"><Relationship Id="rId1" Type="http://schemas.openxmlformats.org/officeDocument/2006/relationships/slide" Target="../slides/slide90.xml" /><Relationship Id="rId2" Type="http://schemas.openxmlformats.org/officeDocument/2006/relationships/notesMaster" Target="../notesMasters/notesMaster1.xml" /></Relationships>
</file>

<file path=ppt/notesSlides/_rels/notesSlide91.xml.rels>&#65279;<?xml version="1.0" encoding="utf-8" standalone="yes"?><Relationships xmlns="http://schemas.openxmlformats.org/package/2006/relationships"><Relationship Id="rId1" Type="http://schemas.openxmlformats.org/officeDocument/2006/relationships/slide" Target="../slides/slide91.xml" /><Relationship Id="rId2" Type="http://schemas.openxmlformats.org/officeDocument/2006/relationships/notesMaster" Target="../notesMasters/notesMaster1.xml" /></Relationships>
</file>

<file path=ppt/notesSlides/_rels/notesSlide92.xml.rels>&#65279;<?xml version="1.0" encoding="utf-8" standalone="yes"?><Relationships xmlns="http://schemas.openxmlformats.org/package/2006/relationships"><Relationship Id="rId1" Type="http://schemas.openxmlformats.org/officeDocument/2006/relationships/slide" Target="../slides/slide92.xml" /><Relationship Id="rId2" Type="http://schemas.openxmlformats.org/officeDocument/2006/relationships/notesMaster" Target="../notesMasters/notesMaster1.xml" /></Relationships>
</file>

<file path=ppt/notesSlides/_rels/notesSlide93.xml.rels>&#65279;<?xml version="1.0" encoding="utf-8" standalone="yes"?><Relationships xmlns="http://schemas.openxmlformats.org/package/2006/relationships"><Relationship Id="rId1" Type="http://schemas.openxmlformats.org/officeDocument/2006/relationships/slide" Target="../slides/slide93.xml" /><Relationship Id="rId2" Type="http://schemas.openxmlformats.org/officeDocument/2006/relationships/notesMaster" Target="../notesMasters/notesMaster1.xml" /></Relationships>
</file>

<file path=ppt/notesSlides/_rels/notesSlide94.xml.rels>&#65279;<?xml version="1.0" encoding="utf-8" standalone="yes"?><Relationships xmlns="http://schemas.openxmlformats.org/package/2006/relationships"><Relationship Id="rId1" Type="http://schemas.openxmlformats.org/officeDocument/2006/relationships/slide" Target="../slides/slide94.xml" /><Relationship Id="rId2" Type="http://schemas.openxmlformats.org/officeDocument/2006/relationships/notesMaster" Target="../notesMasters/notesMaster1.xml" /></Relationships>
</file>

<file path=ppt/notesSlides/_rels/notesSlide95.xml.rels>&#65279;<?xml version="1.0" encoding="utf-8" standalone="yes"?><Relationships xmlns="http://schemas.openxmlformats.org/package/2006/relationships"><Relationship Id="rId1" Type="http://schemas.openxmlformats.org/officeDocument/2006/relationships/slide" Target="../slides/slide95.xml" /><Relationship Id="rId2" Type="http://schemas.openxmlformats.org/officeDocument/2006/relationships/notesMaster" Target="../notesMasters/notesMaster1.xml" /></Relationships>
</file>

<file path=ppt/notesSlides/_rels/notesSlide96.xml.rels>&#65279;<?xml version="1.0" encoding="utf-8" standalone="yes"?><Relationships xmlns="http://schemas.openxmlformats.org/package/2006/relationships"><Relationship Id="rId1" Type="http://schemas.openxmlformats.org/officeDocument/2006/relationships/slide" Target="../slides/slide96.xml" /><Relationship Id="rId2" Type="http://schemas.openxmlformats.org/officeDocument/2006/relationships/notesMaster" Target="../notesMasters/notesMaster1.xml" /></Relationships>
</file>

<file path=ppt/notesSlides/_rels/notesSlide97.xml.rels>&#65279;<?xml version="1.0" encoding="utf-8" standalone="yes"?><Relationships xmlns="http://schemas.openxmlformats.org/package/2006/relationships"><Relationship Id="rId1" Type="http://schemas.openxmlformats.org/officeDocument/2006/relationships/slide" Target="../slides/slide97.xml" /><Relationship Id="rId2" Type="http://schemas.openxmlformats.org/officeDocument/2006/relationships/notesMaster" Target="../notesMasters/notesMaster1.xml" /></Relationships>
</file>

<file path=ppt/notesSlides/_rels/notesSlide98.xml.rels>&#65279;<?xml version="1.0" encoding="utf-8" standalone="yes"?><Relationships xmlns="http://schemas.openxmlformats.org/package/2006/relationships"><Relationship Id="rId1" Type="http://schemas.openxmlformats.org/officeDocument/2006/relationships/slide" Target="../slides/slide98.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445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9E73F07-B16C-4A82-BECC-14372847CE19}" type="slidenum">
              <a:rPr lang="zh-CN" altLang="en-US" sz="1200">
                <a:latin typeface="Times New Roman" pitchFamily="18" charset="0"/>
                <a:ea typeface="宋体" pitchFamily="2" charset="-122"/>
              </a:rPr>
              <a:t>1</a:t>
            </a:fld>
            <a:endParaRPr lang="en-US" altLang="zh-CN" sz="1200">
              <a:latin typeface="Times New Roman" pitchFamily="18" charset="0"/>
              <a:ea typeface="宋体" pitchFamily="2" charset="-122"/>
            </a:endParaRPr>
          </a:p>
        </p:txBody>
      </p:sp>
      <p:sp>
        <p:nvSpPr>
          <p:cNvPr id="104451" name="Rectangle 2" title=""/>
          <p:cNvSpPr>
            <a:spLocks noTextEdit="1"/>
          </p:cNvSpPr>
          <p:nvPr>
            <p:ph type="sldImg" idx="2"/>
          </p:nvPr>
        </p:nvSpPr>
        <p:spPr>
          <a:xfrm>
            <a:off x="1182688" y="696913"/>
            <a:ext cx="4646612" cy="3486150"/>
          </a:xfrm>
          <a:noFill/>
          <a:ln>
            <a:miter lim="800000"/>
          </a:ln>
        </p:spPr>
      </p:sp>
      <p:sp>
        <p:nvSpPr>
          <p:cNvPr id="10445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547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A4BA675-8B3A-43E8-A363-AF1ECAA4E804}" type="slidenum">
              <a:rPr lang="zh-CN" altLang="en-US" sz="1200">
                <a:latin typeface="Times New Roman" pitchFamily="18" charset="0"/>
                <a:ea typeface="宋体" pitchFamily="2" charset="-122"/>
              </a:rPr>
              <a:t>2</a:t>
            </a:fld>
            <a:endParaRPr lang="en-US" altLang="zh-CN" sz="1200">
              <a:latin typeface="Times New Roman" pitchFamily="18" charset="0"/>
              <a:ea typeface="宋体" pitchFamily="2" charset="-122"/>
            </a:endParaRPr>
          </a:p>
        </p:txBody>
      </p:sp>
      <p:sp>
        <p:nvSpPr>
          <p:cNvPr id="105475" name="Rectangle 2" title=""/>
          <p:cNvSpPr>
            <a:spLocks noTextEdit="1"/>
          </p:cNvSpPr>
          <p:nvPr>
            <p:ph type="sldImg" idx="2"/>
          </p:nvPr>
        </p:nvSpPr>
        <p:spPr>
          <a:xfrm>
            <a:off x="1182688" y="696913"/>
            <a:ext cx="4646612" cy="3486150"/>
          </a:xfrm>
          <a:noFill/>
          <a:ln>
            <a:miter lim="800000"/>
          </a:ln>
        </p:spPr>
      </p:sp>
      <p:sp>
        <p:nvSpPr>
          <p:cNvPr id="10547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6498"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CDFAC07-1E7D-4181-9FDE-DE0012567ADF}" type="slidenum">
              <a:rPr lang="zh-CN" altLang="en-US" sz="1200">
                <a:latin typeface="Times New Roman" pitchFamily="18" charset="0"/>
                <a:ea typeface="宋体" pitchFamily="2" charset="-122"/>
              </a:rPr>
              <a:t>3</a:t>
            </a:fld>
            <a:endParaRPr lang="en-US" altLang="zh-CN" sz="1200">
              <a:latin typeface="Times New Roman" pitchFamily="18" charset="0"/>
              <a:ea typeface="宋体" pitchFamily="2" charset="-122"/>
            </a:endParaRPr>
          </a:p>
        </p:txBody>
      </p:sp>
      <p:sp>
        <p:nvSpPr>
          <p:cNvPr id="106499" name="Rectangle 2" title=""/>
          <p:cNvSpPr>
            <a:spLocks noTextEdit="1"/>
          </p:cNvSpPr>
          <p:nvPr>
            <p:ph type="sldImg" idx="2"/>
          </p:nvPr>
        </p:nvSpPr>
        <p:spPr>
          <a:xfrm>
            <a:off x="1182688" y="696913"/>
            <a:ext cx="4646612" cy="3486150"/>
          </a:xfrm>
          <a:noFill/>
          <a:ln>
            <a:miter lim="800000"/>
          </a:ln>
        </p:spPr>
      </p:sp>
      <p:sp>
        <p:nvSpPr>
          <p:cNvPr id="10650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752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679DFF82-6D5A-42FF-A4CD-4FB568DFB566}" type="slidenum">
              <a:rPr lang="zh-CN" altLang="en-US" sz="1200">
                <a:latin typeface="Times New Roman" pitchFamily="18" charset="0"/>
                <a:ea typeface="宋体" pitchFamily="2" charset="-122"/>
              </a:rPr>
              <a:t>4</a:t>
            </a:fld>
            <a:endParaRPr lang="en-US" altLang="zh-CN" sz="1200">
              <a:latin typeface="Times New Roman" pitchFamily="18" charset="0"/>
              <a:ea typeface="宋体" pitchFamily="2" charset="-122"/>
            </a:endParaRPr>
          </a:p>
        </p:txBody>
      </p:sp>
      <p:sp>
        <p:nvSpPr>
          <p:cNvPr id="107523" name="Rectangle 2" title=""/>
          <p:cNvSpPr>
            <a:spLocks noTextEdit="1"/>
          </p:cNvSpPr>
          <p:nvPr>
            <p:ph type="sldImg" idx="2"/>
          </p:nvPr>
        </p:nvSpPr>
        <p:spPr>
          <a:xfrm>
            <a:off x="1182688" y="696913"/>
            <a:ext cx="4646612" cy="3486150"/>
          </a:xfrm>
          <a:noFill/>
          <a:ln>
            <a:miter lim="800000"/>
          </a:ln>
        </p:spPr>
      </p:sp>
      <p:sp>
        <p:nvSpPr>
          <p:cNvPr id="10752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8546" name="Rectangle 2" title=""/>
          <p:cNvSpPr>
            <a:spLocks noTextEdit="1"/>
          </p:cNvSpPr>
          <p:nvPr>
            <p:ph type="sldImg" idx="2"/>
          </p:nvPr>
        </p:nvSpPr>
        <p:spPr>
          <a:xfrm>
            <a:off x="1182688" y="696913"/>
            <a:ext cx="4646612" cy="3486150"/>
          </a:xfrm>
          <a:noFill/>
          <a:ln>
            <a:miter lim="800000"/>
          </a:ln>
        </p:spPr>
      </p:sp>
      <p:sp>
        <p:nvSpPr>
          <p:cNvPr id="108547"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0957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EDD68DB-C681-4722-A2DB-ACD9B487FBC0}" type="slidenum">
              <a:rPr sz="1200">
                <a:latin typeface="Times New Roman" pitchFamily="18" charset="0"/>
              </a:rPr>
              <a:t>6</a:t>
            </a:fld>
            <a:endParaRPr sz="1200">
              <a:latin typeface="Times New Roman" pitchFamily="18" charset="0"/>
            </a:endParaRPr>
          </a:p>
        </p:txBody>
      </p:sp>
      <p:sp>
        <p:nvSpPr>
          <p:cNvPr id="109571" name="Rectangle 2" title=""/>
          <p:cNvSpPr>
            <a:spLocks noTextEdit="1"/>
          </p:cNvSpPr>
          <p:nvPr>
            <p:ph type="sldImg" idx="2"/>
          </p:nvPr>
        </p:nvSpPr>
        <p:spPr>
          <a:xfrm>
            <a:off x="1181100" y="696913"/>
            <a:ext cx="4648200" cy="3486150"/>
          </a:xfrm>
          <a:noFill/>
          <a:ln>
            <a:miter lim="800000"/>
          </a:ln>
        </p:spPr>
      </p:sp>
      <p:sp>
        <p:nvSpPr>
          <p:cNvPr id="10957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r>
              <a:t>2*2^{100}-1,  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0594" name="Rectangle 2" title=""/>
          <p:cNvSpPr>
            <a:spLocks noTextEdit="1"/>
          </p:cNvSpPr>
          <p:nvPr>
            <p:ph type="sldImg" idx="2"/>
          </p:nvPr>
        </p:nvSpPr>
        <p:spPr>
          <a:xfrm>
            <a:off x="1182688" y="696913"/>
            <a:ext cx="4646612" cy="3486150"/>
          </a:xfrm>
          <a:noFill/>
          <a:ln>
            <a:miter lim="800000"/>
          </a:ln>
        </p:spPr>
      </p:sp>
      <p:sp>
        <p:nvSpPr>
          <p:cNvPr id="110595"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1" indent="0"/>
            <a:r>
              <a:t>If the two base cells were: </a:t>
            </a:r>
            <a:r>
              <a:rPr sz="2000"/>
              <a:t>{(a</a:t>
            </a:r>
            <a:r>
              <a:rPr sz="2000" baseline="-25000"/>
              <a:t>1</a:t>
            </a:r>
            <a:r>
              <a:rPr sz="2000"/>
              <a:t>, a</a:t>
            </a:r>
            <a:r>
              <a:rPr sz="2000" baseline="-25000"/>
              <a:t>2</a:t>
            </a:r>
            <a:r>
              <a:rPr sz="2000"/>
              <a:t>, a</a:t>
            </a:r>
            <a:r>
              <a:rPr sz="2000" baseline="-25000"/>
              <a:t>3</a:t>
            </a:r>
            <a:r>
              <a:rPr sz="2000"/>
              <a:t> . . . , a</a:t>
            </a:r>
            <a:r>
              <a:rPr sz="2000" baseline="-25000"/>
              <a:t>100</a:t>
            </a:r>
            <a:r>
              <a:rPr sz="2000"/>
              <a:t>):10, (b</a:t>
            </a:r>
            <a:r>
              <a:rPr sz="2000" baseline="-25000"/>
              <a:t>1</a:t>
            </a:r>
            <a:r>
              <a:rPr sz="2000"/>
              <a:t>, b</a:t>
            </a:r>
            <a:r>
              <a:rPr sz="2000" baseline="-25000"/>
              <a:t>2</a:t>
            </a:r>
            <a:r>
              <a:rPr sz="2000"/>
              <a:t>, b</a:t>
            </a:r>
            <a:r>
              <a:rPr sz="2000" baseline="-25000"/>
              <a:t>3</a:t>
            </a:r>
            <a:r>
              <a:rPr sz="2000"/>
              <a:t>, . . . , b</a:t>
            </a:r>
            <a:r>
              <a:rPr sz="2000" baseline="-25000"/>
              <a:t>100</a:t>
            </a:r>
            <a:r>
              <a:rPr sz="2000"/>
              <a:t>):10}, the total # of non-base cells should be 2 * 2^{100} – 3.</a:t>
            </a:r>
            <a:endParaRPr sz="2000"/>
          </a:p>
          <a:p>
            <a:pPr marL="0" lvl="1" indent="0"/>
            <a:r>
              <a:rPr sz="2000"/>
              <a:t>But for {(a</a:t>
            </a:r>
            <a:r>
              <a:rPr sz="2000" baseline="-25000"/>
              <a:t>1</a:t>
            </a:r>
            <a:r>
              <a:rPr sz="2000"/>
              <a:t>, a</a:t>
            </a:r>
            <a:r>
              <a:rPr sz="2000" baseline="-25000"/>
              <a:t>2</a:t>
            </a:r>
            <a:r>
              <a:rPr sz="2000"/>
              <a:t>, a</a:t>
            </a:r>
            <a:r>
              <a:rPr sz="2000" baseline="-25000"/>
              <a:t>3</a:t>
            </a:r>
            <a:r>
              <a:rPr sz="2000"/>
              <a:t> . . . , a</a:t>
            </a:r>
            <a:r>
              <a:rPr sz="2000" baseline="-25000"/>
              <a:t>100</a:t>
            </a:r>
            <a:r>
              <a:rPr sz="2000"/>
              <a:t>):10, (a</a:t>
            </a:r>
            <a:r>
              <a:rPr sz="2000" baseline="-25000"/>
              <a:t>1</a:t>
            </a:r>
            <a:r>
              <a:rPr sz="2000"/>
              <a:t>, a</a:t>
            </a:r>
            <a:r>
              <a:rPr sz="2000" baseline="-25000"/>
              <a:t>2</a:t>
            </a:r>
            <a:r>
              <a:rPr sz="2000"/>
              <a:t>, b</a:t>
            </a:r>
            <a:r>
              <a:rPr sz="2000" baseline="-25000"/>
              <a:t>3</a:t>
            </a:r>
            <a:r>
              <a:rPr sz="2000"/>
              <a:t>, . . . , b</a:t>
            </a:r>
            <a:r>
              <a:rPr sz="2000" baseline="-25000"/>
              <a:t>100</a:t>
            </a:r>
            <a:r>
              <a:rPr sz="2000"/>
              <a:t>):10}, the total # of non-base cells should be 2 * 2^{100} – 6.</a:t>
            </a:r>
            <a:endParaRPr sz="2000"/>
          </a:p>
          <a:p>
            <a:pPr marL="0" lvl="1" indent="0"/>
            <a:endParaRPr sz="2000"/>
          </a:p>
          <a:p>
            <a:pPr marL="0" lvl="0" indent="0"/>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161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8CF7C05-75DF-4F57-9DEF-399FC9118584}" type="slidenum">
              <a:rPr lang="zh-CN" altLang="en-US" sz="1200">
                <a:latin typeface="Times New Roman" pitchFamily="18" charset="0"/>
                <a:ea typeface="宋体" pitchFamily="2" charset="-122"/>
              </a:rPr>
              <a:t>8</a:t>
            </a:fld>
            <a:endParaRPr lang="en-US" altLang="zh-CN" sz="1200">
              <a:latin typeface="Times New Roman" pitchFamily="18" charset="0"/>
              <a:ea typeface="宋体" pitchFamily="2" charset="-122"/>
            </a:endParaRPr>
          </a:p>
        </p:txBody>
      </p:sp>
      <p:sp>
        <p:nvSpPr>
          <p:cNvPr id="111619" name="Rectangle 2" title=""/>
          <p:cNvSpPr>
            <a:spLocks noTextEdit="1"/>
          </p:cNvSpPr>
          <p:nvPr>
            <p:ph type="sldImg" idx="2"/>
          </p:nvPr>
        </p:nvSpPr>
        <p:spPr>
          <a:xfrm>
            <a:off x="1182688" y="696913"/>
            <a:ext cx="4646612" cy="3486150"/>
          </a:xfrm>
          <a:noFill/>
          <a:ln>
            <a:miter lim="800000"/>
          </a:ln>
        </p:spPr>
      </p:sp>
      <p:sp>
        <p:nvSpPr>
          <p:cNvPr id="11162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264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BD0FA281-2B9A-4E97-831D-C9B1B732CA2C}" type="slidenum">
              <a:rPr lang="zh-CN" altLang="en-US" sz="1200">
                <a:latin typeface="Times New Roman" pitchFamily="18" charset="0"/>
                <a:ea typeface="宋体" pitchFamily="2" charset="-122"/>
              </a:rPr>
              <a:t>9</a:t>
            </a:fld>
            <a:endParaRPr lang="en-US" altLang="zh-CN" sz="1200">
              <a:latin typeface="Times New Roman" pitchFamily="18" charset="0"/>
              <a:ea typeface="宋体" pitchFamily="2" charset="-122"/>
            </a:endParaRPr>
          </a:p>
        </p:txBody>
      </p:sp>
      <p:sp>
        <p:nvSpPr>
          <p:cNvPr id="112643" name="Rectangle 2" title=""/>
          <p:cNvSpPr>
            <a:spLocks noTextEdit="1"/>
          </p:cNvSpPr>
          <p:nvPr>
            <p:ph type="sldImg" idx="2"/>
          </p:nvPr>
        </p:nvSpPr>
        <p:spPr>
          <a:xfrm>
            <a:off x="1182688" y="696913"/>
            <a:ext cx="4646612" cy="3486150"/>
          </a:xfrm>
          <a:noFill/>
          <a:ln>
            <a:miter lim="800000"/>
          </a:ln>
        </p:spPr>
      </p:sp>
      <p:sp>
        <p:nvSpPr>
          <p:cNvPr id="11264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366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A854166F-A4FF-48DA-8DB2-52A1C755C906}" type="slidenum">
              <a:rPr lang="zh-CN" altLang="en-US" sz="1200">
                <a:latin typeface="Times New Roman" pitchFamily="18" charset="0"/>
                <a:ea typeface="宋体" pitchFamily="2" charset="-122"/>
              </a:rPr>
              <a:t>10</a:t>
            </a:fld>
            <a:endParaRPr lang="en-US" altLang="zh-CN" sz="1200">
              <a:latin typeface="Times New Roman" pitchFamily="18" charset="0"/>
              <a:ea typeface="宋体" pitchFamily="2" charset="-122"/>
            </a:endParaRPr>
          </a:p>
        </p:txBody>
      </p:sp>
      <p:sp>
        <p:nvSpPr>
          <p:cNvPr id="113667" name="Rectangle 2" title=""/>
          <p:cNvSpPr>
            <a:spLocks noTextEdit="1"/>
          </p:cNvSpPr>
          <p:nvPr>
            <p:ph type="sldImg" idx="2"/>
          </p:nvPr>
        </p:nvSpPr>
        <p:spPr>
          <a:xfrm>
            <a:off x="1182688" y="696913"/>
            <a:ext cx="4646612" cy="3486150"/>
          </a:xfrm>
          <a:noFill/>
          <a:ln>
            <a:miter lim="800000"/>
          </a:ln>
        </p:spPr>
      </p:sp>
      <p:sp>
        <p:nvSpPr>
          <p:cNvPr id="11366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469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6DAFE38-CED3-4FB9-A91E-C326D4B7CE56}" type="slidenum">
              <a:rPr lang="zh-CN" altLang="en-US" sz="1200">
                <a:latin typeface="Times New Roman" pitchFamily="18" charset="0"/>
                <a:ea typeface="宋体" pitchFamily="2" charset="-122"/>
              </a:rPr>
              <a:t>11</a:t>
            </a:fld>
            <a:endParaRPr lang="en-US" altLang="zh-CN" sz="1200">
              <a:latin typeface="Times New Roman" pitchFamily="18" charset="0"/>
              <a:ea typeface="宋体" pitchFamily="2" charset="-122"/>
            </a:endParaRPr>
          </a:p>
        </p:txBody>
      </p:sp>
      <p:sp>
        <p:nvSpPr>
          <p:cNvPr id="114691" name="Rectangle 2" title=""/>
          <p:cNvSpPr>
            <a:spLocks noTextEdit="1"/>
          </p:cNvSpPr>
          <p:nvPr>
            <p:ph type="sldImg" idx="2"/>
          </p:nvPr>
        </p:nvSpPr>
        <p:spPr>
          <a:xfrm>
            <a:off x="1182688" y="696913"/>
            <a:ext cx="4646612" cy="3486150"/>
          </a:xfrm>
          <a:noFill/>
          <a:ln>
            <a:miter lim="800000"/>
          </a:ln>
        </p:spPr>
      </p:sp>
      <p:sp>
        <p:nvSpPr>
          <p:cNvPr id="11469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571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26E7E25-7D4E-4505-8A93-05C997C7D265}" type="slidenum">
              <a:rPr lang="zh-CN" altLang="en-US" sz="1200">
                <a:latin typeface="Times New Roman" pitchFamily="18" charset="0"/>
                <a:ea typeface="宋体" pitchFamily="2" charset="-122"/>
              </a:rPr>
              <a:t>12</a:t>
            </a:fld>
            <a:endParaRPr lang="en-US" altLang="zh-CN" sz="1200">
              <a:latin typeface="Times New Roman" pitchFamily="18" charset="0"/>
              <a:ea typeface="宋体" pitchFamily="2" charset="-122"/>
            </a:endParaRPr>
          </a:p>
        </p:txBody>
      </p:sp>
      <p:sp>
        <p:nvSpPr>
          <p:cNvPr id="115715" name="Rectangle 2" title=""/>
          <p:cNvSpPr>
            <a:spLocks noTextEdit="1"/>
          </p:cNvSpPr>
          <p:nvPr>
            <p:ph type="sldImg" idx="2"/>
          </p:nvPr>
        </p:nvSpPr>
        <p:spPr>
          <a:xfrm>
            <a:off x="1182688" y="696913"/>
            <a:ext cx="4646612" cy="3486150"/>
          </a:xfrm>
          <a:noFill/>
          <a:ln>
            <a:miter lim="800000"/>
          </a:ln>
        </p:spPr>
      </p:sp>
      <p:sp>
        <p:nvSpPr>
          <p:cNvPr id="11571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673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7E53CB3-D545-4FD9-97B3-FD5F6BAF4F1E}" type="slidenum">
              <a:rPr lang="zh-CN" altLang="en-US" sz="1200">
                <a:latin typeface="Times New Roman" pitchFamily="18" charset="0"/>
                <a:ea typeface="宋体" pitchFamily="2" charset="-122"/>
              </a:rPr>
              <a:t>13</a:t>
            </a:fld>
            <a:endParaRPr lang="en-US" altLang="zh-CN" sz="1200">
              <a:latin typeface="Times New Roman" pitchFamily="18" charset="0"/>
              <a:ea typeface="宋体" pitchFamily="2" charset="-122"/>
            </a:endParaRPr>
          </a:p>
        </p:txBody>
      </p:sp>
      <p:sp>
        <p:nvSpPr>
          <p:cNvPr id="116739" name="Rectangle 2" title=""/>
          <p:cNvSpPr>
            <a:spLocks noTextEdit="1"/>
          </p:cNvSpPr>
          <p:nvPr>
            <p:ph type="sldImg" idx="2"/>
          </p:nvPr>
        </p:nvSpPr>
        <p:spPr>
          <a:xfrm>
            <a:off x="1182688" y="696913"/>
            <a:ext cx="4646612" cy="3486150"/>
          </a:xfrm>
          <a:noFill/>
          <a:ln>
            <a:miter lim="800000"/>
          </a:ln>
        </p:spPr>
      </p:sp>
      <p:sp>
        <p:nvSpPr>
          <p:cNvPr id="11674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7762" name="Rectangle 2" title=""/>
          <p:cNvSpPr>
            <a:spLocks noTextEdit="1"/>
          </p:cNvSpPr>
          <p:nvPr>
            <p:ph type="sldImg" idx="2"/>
          </p:nvPr>
        </p:nvSpPr>
        <p:spPr>
          <a:xfrm>
            <a:off x="1182688" y="696913"/>
            <a:ext cx="4646612" cy="3486150"/>
          </a:xfrm>
          <a:noFill/>
          <a:ln>
            <a:miter lim="800000"/>
          </a:ln>
        </p:spPr>
      </p:sp>
      <p:sp>
        <p:nvSpPr>
          <p:cNvPr id="117763"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8786" name="Rectangle 2" title=""/>
          <p:cNvSpPr>
            <a:spLocks noTextEdit="1"/>
          </p:cNvSpPr>
          <p:nvPr>
            <p:ph type="sldImg" idx="2"/>
          </p:nvPr>
        </p:nvSpPr>
        <p:spPr>
          <a:xfrm>
            <a:off x="1182688" y="696913"/>
            <a:ext cx="4646612" cy="3486150"/>
          </a:xfrm>
          <a:noFill/>
          <a:ln>
            <a:miter lim="800000"/>
          </a:ln>
        </p:spPr>
      </p:sp>
      <p:sp>
        <p:nvSpPr>
          <p:cNvPr id="118787"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1981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D6236F0-06D2-4794-BDB0-781F4004F579}" type="slidenum">
              <a:rPr lang="zh-CN" altLang="en-US" sz="1200">
                <a:latin typeface="Times New Roman" pitchFamily="18" charset="0"/>
                <a:ea typeface="宋体" pitchFamily="2" charset="-122"/>
              </a:rPr>
              <a:t>16</a:t>
            </a:fld>
            <a:endParaRPr lang="en-US" altLang="zh-CN" sz="1200">
              <a:latin typeface="Times New Roman" pitchFamily="18" charset="0"/>
              <a:ea typeface="宋体" pitchFamily="2" charset="-122"/>
            </a:endParaRPr>
          </a:p>
        </p:txBody>
      </p:sp>
      <p:sp>
        <p:nvSpPr>
          <p:cNvPr id="119811" name="Rectangle 2" title=""/>
          <p:cNvSpPr>
            <a:spLocks noTextEdit="1"/>
          </p:cNvSpPr>
          <p:nvPr>
            <p:ph type="sldImg" idx="2"/>
          </p:nvPr>
        </p:nvSpPr>
        <p:spPr>
          <a:xfrm>
            <a:off x="1182688" y="696913"/>
            <a:ext cx="4646612" cy="3486150"/>
          </a:xfrm>
          <a:noFill/>
          <a:ln>
            <a:miter lim="800000"/>
          </a:ln>
        </p:spPr>
      </p:sp>
      <p:sp>
        <p:nvSpPr>
          <p:cNvPr id="11981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0834"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A8C486F9-2385-4DCC-AB6A-D80059A33D11}" type="slidenum">
              <a:rPr lang="zh-CN" altLang="en-US" sz="1200">
                <a:latin typeface="Times New Roman" pitchFamily="18" charset="0"/>
                <a:ea typeface="宋体" pitchFamily="2" charset="-122"/>
              </a:rPr>
              <a:t>17</a:t>
            </a:fld>
            <a:endParaRPr lang="en-US" altLang="zh-CN" sz="1200">
              <a:latin typeface="Times New Roman" pitchFamily="18" charset="0"/>
              <a:ea typeface="宋体" pitchFamily="2" charset="-122"/>
            </a:endParaRPr>
          </a:p>
        </p:txBody>
      </p:sp>
      <p:sp>
        <p:nvSpPr>
          <p:cNvPr id="120835" name="Rectangle 2" title=""/>
          <p:cNvSpPr>
            <a:spLocks noTextEdit="1"/>
          </p:cNvSpPr>
          <p:nvPr>
            <p:ph type="sldImg" idx="2"/>
          </p:nvPr>
        </p:nvSpPr>
        <p:spPr>
          <a:xfrm>
            <a:off x="1182688" y="696913"/>
            <a:ext cx="4646612" cy="3486150"/>
          </a:xfrm>
          <a:noFill/>
          <a:ln>
            <a:miter lim="800000"/>
          </a:ln>
        </p:spPr>
      </p:sp>
      <p:sp>
        <p:nvSpPr>
          <p:cNvPr id="12083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185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CF7DAF7-565B-4CDC-8ACF-4332A8C5E383}" type="slidenum">
              <a:rPr lang="zh-CN" altLang="en-US" sz="1200">
                <a:latin typeface="Times New Roman" pitchFamily="18" charset="0"/>
                <a:ea typeface="宋体" pitchFamily="2" charset="-122"/>
              </a:rPr>
              <a:t>18</a:t>
            </a:fld>
            <a:endParaRPr lang="en-US" altLang="zh-CN" sz="1200">
              <a:latin typeface="Times New Roman" pitchFamily="18" charset="0"/>
              <a:ea typeface="宋体" pitchFamily="2" charset="-122"/>
            </a:endParaRPr>
          </a:p>
        </p:txBody>
      </p:sp>
      <p:sp>
        <p:nvSpPr>
          <p:cNvPr id="121859" name="Rectangle 2" title=""/>
          <p:cNvSpPr>
            <a:spLocks noTextEdit="1"/>
          </p:cNvSpPr>
          <p:nvPr>
            <p:ph type="sldImg" idx="2"/>
          </p:nvPr>
        </p:nvSpPr>
        <p:spPr>
          <a:xfrm>
            <a:off x="1182688" y="696913"/>
            <a:ext cx="4646612" cy="3486150"/>
          </a:xfrm>
          <a:noFill/>
          <a:ln>
            <a:miter lim="800000"/>
          </a:ln>
        </p:spPr>
      </p:sp>
      <p:sp>
        <p:nvSpPr>
          <p:cNvPr id="12186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288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1BD3DBC-983F-480A-9214-5C8E7DCBADDC}" type="slidenum">
              <a:rPr lang="zh-CN" altLang="en-US" sz="1200">
                <a:latin typeface="Times New Roman" pitchFamily="18" charset="0"/>
                <a:ea typeface="宋体" pitchFamily="2" charset="-122"/>
              </a:rPr>
              <a:t>19</a:t>
            </a:fld>
            <a:endParaRPr lang="en-US" altLang="zh-CN" sz="1200">
              <a:latin typeface="Times New Roman" pitchFamily="18" charset="0"/>
              <a:ea typeface="宋体" pitchFamily="2" charset="-122"/>
            </a:endParaRPr>
          </a:p>
        </p:txBody>
      </p:sp>
      <p:sp>
        <p:nvSpPr>
          <p:cNvPr id="122883" name="Rectangle 2" title=""/>
          <p:cNvSpPr>
            <a:spLocks noTextEdit="1"/>
          </p:cNvSpPr>
          <p:nvPr>
            <p:ph type="sldImg" idx="2"/>
          </p:nvPr>
        </p:nvSpPr>
        <p:spPr>
          <a:xfrm>
            <a:off x="1182688" y="696913"/>
            <a:ext cx="4646612" cy="3486150"/>
          </a:xfrm>
          <a:noFill/>
          <a:ln>
            <a:miter lim="800000"/>
          </a:ln>
        </p:spPr>
      </p:sp>
      <p:sp>
        <p:nvSpPr>
          <p:cNvPr id="12288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390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98F7271-DF8B-43FD-9F0C-FE2E93B0552F}" type="slidenum">
              <a:rPr lang="zh-CN" altLang="en-US" sz="1200">
                <a:latin typeface="Times New Roman" pitchFamily="18" charset="0"/>
                <a:ea typeface="宋体" pitchFamily="2" charset="-122"/>
              </a:rPr>
              <a:t>20</a:t>
            </a:fld>
            <a:endParaRPr lang="en-US" altLang="zh-CN" sz="1200">
              <a:latin typeface="Times New Roman" pitchFamily="18" charset="0"/>
              <a:ea typeface="宋体" pitchFamily="2" charset="-122"/>
            </a:endParaRPr>
          </a:p>
        </p:txBody>
      </p:sp>
      <p:sp>
        <p:nvSpPr>
          <p:cNvPr id="123907" name="Rectangle 2" title=""/>
          <p:cNvSpPr>
            <a:spLocks noTextEdit="1"/>
          </p:cNvSpPr>
          <p:nvPr>
            <p:ph type="sldImg" idx="2"/>
          </p:nvPr>
        </p:nvSpPr>
        <p:spPr>
          <a:xfrm>
            <a:off x="1182688" y="696913"/>
            <a:ext cx="4646612" cy="3486150"/>
          </a:xfrm>
          <a:noFill/>
          <a:ln>
            <a:miter lim="800000"/>
          </a:ln>
        </p:spPr>
      </p:sp>
      <p:sp>
        <p:nvSpPr>
          <p:cNvPr id="12390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493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6083099-B26F-49AA-8897-9BFFB39D6EF4}" type="slidenum">
              <a:rPr lang="zh-CN" altLang="en-US" sz="1200">
                <a:latin typeface="Times New Roman" pitchFamily="18" charset="0"/>
                <a:ea typeface="宋体" pitchFamily="2" charset="-122"/>
              </a:rPr>
              <a:t>21</a:t>
            </a:fld>
            <a:endParaRPr lang="en-US" altLang="zh-CN" sz="1200">
              <a:latin typeface="Times New Roman" pitchFamily="18" charset="0"/>
              <a:ea typeface="宋体" pitchFamily="2" charset="-122"/>
            </a:endParaRPr>
          </a:p>
        </p:txBody>
      </p:sp>
      <p:sp>
        <p:nvSpPr>
          <p:cNvPr id="124931" name="Rectangle 2" title=""/>
          <p:cNvSpPr>
            <a:spLocks noTextEdit="1"/>
          </p:cNvSpPr>
          <p:nvPr>
            <p:ph type="sldImg" idx="2"/>
          </p:nvPr>
        </p:nvSpPr>
        <p:spPr>
          <a:xfrm>
            <a:off x="1182688" y="696913"/>
            <a:ext cx="4646612" cy="3486150"/>
          </a:xfrm>
          <a:noFill/>
          <a:ln>
            <a:miter lim="800000"/>
          </a:ln>
        </p:spPr>
      </p:sp>
      <p:sp>
        <p:nvSpPr>
          <p:cNvPr id="12493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595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17E877EE-74F9-41E4-A35E-2E38F99BB51D}" type="slidenum">
              <a:rPr lang="zh-CN" altLang="en-US" sz="1200">
                <a:latin typeface="Times New Roman" pitchFamily="18" charset="0"/>
                <a:ea typeface="宋体" pitchFamily="2" charset="-122"/>
              </a:rPr>
              <a:t>22</a:t>
            </a:fld>
            <a:endParaRPr lang="en-US" altLang="zh-CN" sz="1200">
              <a:latin typeface="Times New Roman" pitchFamily="18" charset="0"/>
              <a:ea typeface="宋体" pitchFamily="2" charset="-122"/>
            </a:endParaRPr>
          </a:p>
        </p:txBody>
      </p:sp>
      <p:sp>
        <p:nvSpPr>
          <p:cNvPr id="125955" name="Rectangle 2" title=""/>
          <p:cNvSpPr>
            <a:spLocks noTextEdit="1"/>
          </p:cNvSpPr>
          <p:nvPr>
            <p:ph type="sldImg" idx="2"/>
          </p:nvPr>
        </p:nvSpPr>
        <p:spPr>
          <a:xfrm>
            <a:off x="1182688" y="696913"/>
            <a:ext cx="4646612" cy="3486150"/>
          </a:xfrm>
          <a:noFill/>
          <a:ln>
            <a:miter lim="800000"/>
          </a:ln>
        </p:spPr>
      </p:sp>
      <p:sp>
        <p:nvSpPr>
          <p:cNvPr id="12595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697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29BF440-A263-4CAF-950B-DE7C5A931B1C}" type="slidenum">
              <a:rPr lang="zh-CN" altLang="en-US" sz="1200">
                <a:latin typeface="Times New Roman" pitchFamily="18" charset="0"/>
                <a:ea typeface="宋体" pitchFamily="2" charset="-122"/>
              </a:rPr>
              <a:t>23</a:t>
            </a:fld>
            <a:endParaRPr lang="en-US" altLang="zh-CN" sz="1200">
              <a:latin typeface="Times New Roman" pitchFamily="18" charset="0"/>
              <a:ea typeface="宋体" pitchFamily="2" charset="-122"/>
            </a:endParaRPr>
          </a:p>
        </p:txBody>
      </p:sp>
      <p:sp>
        <p:nvSpPr>
          <p:cNvPr id="126979" name="Rectangle 2" title=""/>
          <p:cNvSpPr>
            <a:spLocks noTextEdit="1"/>
          </p:cNvSpPr>
          <p:nvPr>
            <p:ph type="sldImg" idx="2"/>
          </p:nvPr>
        </p:nvSpPr>
        <p:spPr>
          <a:xfrm>
            <a:off x="1182688" y="696913"/>
            <a:ext cx="4646612" cy="3486150"/>
          </a:xfrm>
          <a:noFill/>
          <a:ln>
            <a:miter lim="800000"/>
          </a:ln>
        </p:spPr>
      </p:sp>
      <p:sp>
        <p:nvSpPr>
          <p:cNvPr id="12698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800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02F5875-4CDB-4960-89D4-3A36EFD8DEF7}" type="slidenum">
              <a:rPr lang="zh-CN" altLang="en-US" sz="1200">
                <a:latin typeface="Times New Roman" pitchFamily="18" charset="0"/>
                <a:ea typeface="宋体" pitchFamily="2" charset="-122"/>
              </a:rPr>
              <a:t>24</a:t>
            </a:fld>
            <a:endParaRPr lang="en-US" altLang="zh-CN" sz="1200">
              <a:latin typeface="Times New Roman" pitchFamily="18" charset="0"/>
              <a:ea typeface="宋体" pitchFamily="2" charset="-122"/>
            </a:endParaRPr>
          </a:p>
        </p:txBody>
      </p:sp>
      <p:sp>
        <p:nvSpPr>
          <p:cNvPr id="128003" name="Rectangle 2" title=""/>
          <p:cNvSpPr>
            <a:spLocks noTextEdit="1"/>
          </p:cNvSpPr>
          <p:nvPr>
            <p:ph type="sldImg" idx="2"/>
          </p:nvPr>
        </p:nvSpPr>
        <p:spPr>
          <a:xfrm>
            <a:off x="1182688" y="696913"/>
            <a:ext cx="4646612" cy="3486150"/>
          </a:xfrm>
          <a:noFill/>
          <a:ln>
            <a:miter lim="800000"/>
          </a:ln>
        </p:spPr>
      </p:sp>
      <p:sp>
        <p:nvSpPr>
          <p:cNvPr id="12800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2902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2B40439-1C0C-4039-A6B0-B51FAD8CC1A7}" type="slidenum">
              <a:rPr lang="zh-CN" altLang="en-US" sz="1200">
                <a:latin typeface="Times New Roman" pitchFamily="18" charset="0"/>
                <a:ea typeface="宋体" pitchFamily="2" charset="-122"/>
              </a:rPr>
              <a:t>25</a:t>
            </a:fld>
            <a:endParaRPr lang="en-US" altLang="zh-CN" sz="1200">
              <a:latin typeface="Times New Roman" pitchFamily="18" charset="0"/>
              <a:ea typeface="宋体" pitchFamily="2" charset="-122"/>
            </a:endParaRPr>
          </a:p>
        </p:txBody>
      </p:sp>
      <p:sp>
        <p:nvSpPr>
          <p:cNvPr id="129027" name="Rectangle 2" title=""/>
          <p:cNvSpPr>
            <a:spLocks noTextEdit="1"/>
          </p:cNvSpPr>
          <p:nvPr>
            <p:ph type="sldImg" idx="2"/>
          </p:nvPr>
        </p:nvSpPr>
        <p:spPr>
          <a:xfrm>
            <a:off x="1182688" y="696913"/>
            <a:ext cx="4646612" cy="3486150"/>
          </a:xfrm>
          <a:noFill/>
          <a:ln>
            <a:miter lim="800000"/>
          </a:ln>
        </p:spPr>
      </p:sp>
      <p:sp>
        <p:nvSpPr>
          <p:cNvPr id="12902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005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7C11C65-6A0C-45DA-A4CA-C0360343DA7C}" type="slidenum">
              <a:rPr lang="zh-CN" altLang="en-US" sz="1200">
                <a:latin typeface="Times New Roman" pitchFamily="18" charset="0"/>
                <a:ea typeface="宋体" pitchFamily="2" charset="-122"/>
              </a:rPr>
              <a:t>26</a:t>
            </a:fld>
            <a:endParaRPr lang="en-US" altLang="zh-CN" sz="1200">
              <a:latin typeface="Times New Roman" pitchFamily="18" charset="0"/>
              <a:ea typeface="宋体" pitchFamily="2" charset="-122"/>
            </a:endParaRPr>
          </a:p>
        </p:txBody>
      </p:sp>
      <p:sp>
        <p:nvSpPr>
          <p:cNvPr id="130051" name="Rectangle 2" title=""/>
          <p:cNvSpPr>
            <a:spLocks noTextEdit="1"/>
          </p:cNvSpPr>
          <p:nvPr>
            <p:ph type="sldImg" idx="2"/>
          </p:nvPr>
        </p:nvSpPr>
        <p:spPr>
          <a:xfrm>
            <a:off x="1182688" y="696913"/>
            <a:ext cx="4646612" cy="3486150"/>
          </a:xfrm>
          <a:noFill/>
          <a:ln>
            <a:miter lim="800000"/>
          </a:ln>
        </p:spPr>
      </p:sp>
      <p:sp>
        <p:nvSpPr>
          <p:cNvPr id="13005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107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14C8B9D8-73D6-476F-A883-2C5BC769670E}" type="slidenum">
              <a:rPr lang="zh-CN" altLang="en-US" sz="1200">
                <a:latin typeface="Times New Roman" pitchFamily="18" charset="0"/>
                <a:ea typeface="宋体" pitchFamily="2" charset="-122"/>
              </a:rPr>
              <a:t>27</a:t>
            </a:fld>
            <a:endParaRPr lang="en-US" altLang="zh-CN" sz="1200">
              <a:latin typeface="Times New Roman" pitchFamily="18" charset="0"/>
              <a:ea typeface="宋体" pitchFamily="2" charset="-122"/>
            </a:endParaRPr>
          </a:p>
        </p:txBody>
      </p:sp>
      <p:sp>
        <p:nvSpPr>
          <p:cNvPr id="131075" name="Rectangle 2" title=""/>
          <p:cNvSpPr>
            <a:spLocks noTextEdit="1"/>
          </p:cNvSpPr>
          <p:nvPr>
            <p:ph type="sldImg" idx="2"/>
          </p:nvPr>
        </p:nvSpPr>
        <p:spPr>
          <a:xfrm>
            <a:off x="1182688" y="696913"/>
            <a:ext cx="4646612" cy="3486150"/>
          </a:xfrm>
          <a:noFill/>
          <a:ln>
            <a:miter lim="800000"/>
          </a:ln>
        </p:spPr>
      </p:sp>
      <p:sp>
        <p:nvSpPr>
          <p:cNvPr id="13107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209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36942989-5468-4C3C-BDD8-E11EFCBB1941}" type="slidenum">
              <a:rPr lang="zh-CN" altLang="en-US" sz="1200">
                <a:latin typeface="Times New Roman" pitchFamily="18" charset="0"/>
                <a:ea typeface="宋体" pitchFamily="2" charset="-122"/>
              </a:rPr>
              <a:t>28</a:t>
            </a:fld>
            <a:endParaRPr lang="en-US" altLang="zh-CN" sz="1200">
              <a:latin typeface="Times New Roman" pitchFamily="18" charset="0"/>
              <a:ea typeface="宋体" pitchFamily="2" charset="-122"/>
            </a:endParaRPr>
          </a:p>
        </p:txBody>
      </p:sp>
      <p:sp>
        <p:nvSpPr>
          <p:cNvPr id="132099" name="Rectangle 2" title=""/>
          <p:cNvSpPr>
            <a:spLocks noTextEdit="1"/>
          </p:cNvSpPr>
          <p:nvPr>
            <p:ph type="sldImg" idx="2"/>
          </p:nvPr>
        </p:nvSpPr>
        <p:spPr>
          <a:xfrm>
            <a:off x="1182688" y="696913"/>
            <a:ext cx="4646612" cy="3486150"/>
          </a:xfrm>
          <a:noFill/>
          <a:ln>
            <a:miter lim="800000"/>
          </a:ln>
        </p:spPr>
      </p:sp>
      <p:sp>
        <p:nvSpPr>
          <p:cNvPr id="132100"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312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1DBB8F5-5A9A-4F9A-8C1F-3B2BBCB20B6E}" type="slidenum">
              <a:rPr lang="zh-CN" altLang="en-US" sz="1200">
                <a:latin typeface="Times New Roman" pitchFamily="18" charset="0"/>
                <a:ea typeface="宋体" pitchFamily="2" charset="-122"/>
              </a:rPr>
              <a:t>29</a:t>
            </a:fld>
            <a:endParaRPr lang="en-US" altLang="zh-CN" sz="1200">
              <a:latin typeface="Times New Roman" pitchFamily="18" charset="0"/>
              <a:ea typeface="宋体" pitchFamily="2" charset="-122"/>
            </a:endParaRPr>
          </a:p>
        </p:txBody>
      </p:sp>
      <p:sp>
        <p:nvSpPr>
          <p:cNvPr id="133123" name="Rectangle 2" title=""/>
          <p:cNvSpPr>
            <a:spLocks noTextEdit="1"/>
          </p:cNvSpPr>
          <p:nvPr>
            <p:ph type="sldImg" idx="2"/>
          </p:nvPr>
        </p:nvSpPr>
        <p:spPr>
          <a:xfrm>
            <a:off x="1182688" y="696913"/>
            <a:ext cx="4646612" cy="3486150"/>
          </a:xfrm>
          <a:noFill/>
          <a:ln>
            <a:miter lim="800000"/>
          </a:ln>
        </p:spPr>
      </p:sp>
      <p:sp>
        <p:nvSpPr>
          <p:cNvPr id="13312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414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87AAC20B-6692-4DB8-987D-EBAC6BF1730B}" type="slidenum">
              <a:rPr lang="zh-CN" altLang="en-US" sz="1200">
                <a:latin typeface="Times New Roman" pitchFamily="18" charset="0"/>
                <a:ea typeface="宋体" pitchFamily="2" charset="-122"/>
              </a:rPr>
              <a:t>30</a:t>
            </a:fld>
            <a:endParaRPr lang="en-US" altLang="zh-CN" sz="1200">
              <a:latin typeface="Times New Roman" pitchFamily="18" charset="0"/>
              <a:ea typeface="宋体" pitchFamily="2" charset="-122"/>
            </a:endParaRPr>
          </a:p>
        </p:txBody>
      </p:sp>
      <p:sp>
        <p:nvSpPr>
          <p:cNvPr id="134147" name="Rectangle 2" title=""/>
          <p:cNvSpPr>
            <a:spLocks noTextEdit="1"/>
          </p:cNvSpPr>
          <p:nvPr>
            <p:ph type="sldImg" idx="2"/>
          </p:nvPr>
        </p:nvSpPr>
        <p:spPr>
          <a:xfrm>
            <a:off x="1182688" y="696913"/>
            <a:ext cx="4646612" cy="3486150"/>
          </a:xfrm>
          <a:noFill/>
          <a:ln>
            <a:miter lim="800000"/>
          </a:ln>
        </p:spPr>
      </p:sp>
      <p:sp>
        <p:nvSpPr>
          <p:cNvPr id="134148"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r>
              <a:rPr lang="en-US" altLang="zh-CN">
                <a:ea typeface="宋体" pitchFamily="2" charset="-122"/>
              </a:rPr>
              <a:t>Refer to the aggregation diagram.</a:t>
            </a:r>
            <a:endParaRPr lang="en-US" altLang="zh-CN">
              <a:ea typeface="宋体"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517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4D0DB1B-3B75-4F21-946A-F15D3EE67A50}" type="slidenum">
              <a:rPr lang="zh-CN" altLang="en-US" sz="1200">
                <a:latin typeface="Times New Roman" pitchFamily="18" charset="0"/>
                <a:ea typeface="宋体" pitchFamily="2" charset="-122"/>
              </a:rPr>
              <a:t>31</a:t>
            </a:fld>
            <a:endParaRPr lang="en-US" altLang="zh-CN" sz="1200">
              <a:latin typeface="Times New Roman" pitchFamily="18" charset="0"/>
              <a:ea typeface="宋体" pitchFamily="2" charset="-122"/>
            </a:endParaRPr>
          </a:p>
        </p:txBody>
      </p:sp>
      <p:sp>
        <p:nvSpPr>
          <p:cNvPr id="135171" name="Rectangle 2" title=""/>
          <p:cNvSpPr>
            <a:spLocks noTextEdit="1"/>
          </p:cNvSpPr>
          <p:nvPr>
            <p:ph type="sldImg" idx="2"/>
          </p:nvPr>
        </p:nvSpPr>
        <p:spPr>
          <a:xfrm>
            <a:off x="1182688" y="696913"/>
            <a:ext cx="4646612" cy="3486150"/>
          </a:xfrm>
          <a:noFill/>
          <a:ln>
            <a:miter lim="800000"/>
          </a:ln>
        </p:spPr>
      </p:sp>
      <p:sp>
        <p:nvSpPr>
          <p:cNvPr id="13517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6194"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BC9E1E6-ECBF-4C7E-B74B-024A01365C57}" type="slidenum">
              <a:rPr lang="zh-CN" altLang="en-US" sz="1200">
                <a:latin typeface="Times New Roman" pitchFamily="18" charset="0"/>
                <a:ea typeface="宋体" pitchFamily="2" charset="-122"/>
              </a:rPr>
              <a:t>32</a:t>
            </a:fld>
            <a:endParaRPr lang="en-US" altLang="zh-CN" sz="1200">
              <a:latin typeface="Times New Roman" pitchFamily="18" charset="0"/>
              <a:ea typeface="宋体" pitchFamily="2" charset="-122"/>
            </a:endParaRPr>
          </a:p>
        </p:txBody>
      </p:sp>
      <p:sp>
        <p:nvSpPr>
          <p:cNvPr id="136195" name="Rectangle 2" title=""/>
          <p:cNvSpPr>
            <a:spLocks noTextEdit="1"/>
          </p:cNvSpPr>
          <p:nvPr>
            <p:ph type="sldImg" idx="2"/>
          </p:nvPr>
        </p:nvSpPr>
        <p:spPr>
          <a:xfrm>
            <a:off x="1182688" y="696913"/>
            <a:ext cx="4646612" cy="3486150"/>
          </a:xfrm>
          <a:noFill/>
          <a:ln>
            <a:miter lim="800000"/>
          </a:ln>
        </p:spPr>
      </p:sp>
      <p:sp>
        <p:nvSpPr>
          <p:cNvPr id="13619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721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A7C5FFD-CEF7-4BAE-A3EC-B7AB30556CAC}" type="slidenum">
              <a:rPr lang="zh-CN" altLang="en-US" sz="1200">
                <a:latin typeface="Times New Roman" pitchFamily="18" charset="0"/>
                <a:ea typeface="宋体" pitchFamily="2" charset="-122"/>
              </a:rPr>
              <a:t>33</a:t>
            </a:fld>
            <a:endParaRPr lang="en-US" altLang="zh-CN" sz="1200">
              <a:latin typeface="Times New Roman" pitchFamily="18" charset="0"/>
              <a:ea typeface="宋体" pitchFamily="2" charset="-122"/>
            </a:endParaRPr>
          </a:p>
        </p:txBody>
      </p:sp>
      <p:sp>
        <p:nvSpPr>
          <p:cNvPr id="137219" name="Rectangle 2" title=""/>
          <p:cNvSpPr>
            <a:spLocks noTextEdit="1"/>
          </p:cNvSpPr>
          <p:nvPr>
            <p:ph type="sldImg" idx="2"/>
          </p:nvPr>
        </p:nvSpPr>
        <p:spPr>
          <a:xfrm>
            <a:off x="1182688" y="696913"/>
            <a:ext cx="4646612" cy="3486150"/>
          </a:xfrm>
          <a:noFill/>
          <a:ln>
            <a:miter lim="800000"/>
          </a:ln>
        </p:spPr>
      </p:sp>
      <p:sp>
        <p:nvSpPr>
          <p:cNvPr id="13722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824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FC4FFB0-3BC1-461B-8C31-14F61AB50027}" type="slidenum">
              <a:rPr lang="zh-CN" altLang="en-US" sz="1200">
                <a:latin typeface="Times New Roman" pitchFamily="18" charset="0"/>
                <a:ea typeface="宋体" pitchFamily="2" charset="-122"/>
              </a:rPr>
              <a:t>34</a:t>
            </a:fld>
            <a:endParaRPr lang="en-US" altLang="zh-CN" sz="1200">
              <a:latin typeface="Times New Roman" pitchFamily="18" charset="0"/>
              <a:ea typeface="宋体" pitchFamily="2" charset="-122"/>
            </a:endParaRPr>
          </a:p>
        </p:txBody>
      </p:sp>
      <p:sp>
        <p:nvSpPr>
          <p:cNvPr id="138243" name="Rectangle 2" title=""/>
          <p:cNvSpPr>
            <a:spLocks noTextEdit="1"/>
          </p:cNvSpPr>
          <p:nvPr>
            <p:ph type="sldImg" idx="2"/>
          </p:nvPr>
        </p:nvSpPr>
        <p:spPr>
          <a:xfrm>
            <a:off x="1182688" y="696913"/>
            <a:ext cx="4646612" cy="3486150"/>
          </a:xfrm>
          <a:noFill/>
          <a:ln>
            <a:miter lim="800000"/>
          </a:ln>
        </p:spPr>
      </p:sp>
      <p:sp>
        <p:nvSpPr>
          <p:cNvPr id="13824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3926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F03ABB86-9619-4E32-9B07-C4B78AD0066F}" type="slidenum">
              <a:rPr lang="zh-CN" altLang="en-US" sz="1200">
                <a:latin typeface="Times New Roman" pitchFamily="18" charset="0"/>
                <a:ea typeface="宋体" pitchFamily="2" charset="-122"/>
              </a:rPr>
              <a:t>35</a:t>
            </a:fld>
            <a:endParaRPr lang="en-US" altLang="zh-CN" sz="1200">
              <a:latin typeface="Times New Roman" pitchFamily="18" charset="0"/>
              <a:ea typeface="宋体" pitchFamily="2" charset="-122"/>
            </a:endParaRPr>
          </a:p>
        </p:txBody>
      </p:sp>
      <p:sp>
        <p:nvSpPr>
          <p:cNvPr id="139267" name="Rectangle 2" title=""/>
          <p:cNvSpPr>
            <a:spLocks noTextEdit="1"/>
          </p:cNvSpPr>
          <p:nvPr>
            <p:ph type="sldImg" idx="2"/>
          </p:nvPr>
        </p:nvSpPr>
        <p:spPr>
          <a:xfrm>
            <a:off x="1182688" y="696913"/>
            <a:ext cx="4646612" cy="3486150"/>
          </a:xfrm>
          <a:noFill/>
          <a:ln>
            <a:miter lim="800000"/>
          </a:ln>
        </p:spPr>
      </p:sp>
      <p:sp>
        <p:nvSpPr>
          <p:cNvPr id="13926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029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5CADAA4-1754-4542-A317-D9833A8C1C6C}" type="slidenum">
              <a:rPr lang="zh-CN" altLang="en-US" sz="1200">
                <a:latin typeface="Times New Roman" pitchFamily="18" charset="0"/>
                <a:ea typeface="宋体" pitchFamily="2" charset="-122"/>
              </a:rPr>
              <a:t>36</a:t>
            </a:fld>
            <a:endParaRPr lang="en-US" altLang="zh-CN" sz="1200">
              <a:latin typeface="Times New Roman" pitchFamily="18" charset="0"/>
              <a:ea typeface="宋体" pitchFamily="2" charset="-122"/>
            </a:endParaRPr>
          </a:p>
        </p:txBody>
      </p:sp>
      <p:sp>
        <p:nvSpPr>
          <p:cNvPr id="140291" name="Rectangle 2" title=""/>
          <p:cNvSpPr>
            <a:spLocks noTextEdit="1"/>
          </p:cNvSpPr>
          <p:nvPr>
            <p:ph type="sldImg" idx="2"/>
          </p:nvPr>
        </p:nvSpPr>
        <p:spPr>
          <a:xfrm>
            <a:off x="1182688" y="696913"/>
            <a:ext cx="4646612" cy="3486150"/>
          </a:xfrm>
          <a:noFill/>
          <a:ln>
            <a:miter lim="800000"/>
          </a:ln>
        </p:spPr>
      </p:sp>
      <p:sp>
        <p:nvSpPr>
          <p:cNvPr id="14029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131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B61B1FD9-A7A4-49AE-8445-8DEB57E9AAF1}" type="slidenum">
              <a:rPr lang="zh-CN" altLang="en-US" sz="1200">
                <a:latin typeface="Times New Roman" pitchFamily="18" charset="0"/>
                <a:ea typeface="宋体" pitchFamily="2" charset="-122"/>
              </a:rPr>
              <a:t>37</a:t>
            </a:fld>
            <a:endParaRPr lang="en-US" altLang="zh-CN" sz="1200">
              <a:latin typeface="Times New Roman" pitchFamily="18" charset="0"/>
              <a:ea typeface="宋体" pitchFamily="2" charset="-122"/>
            </a:endParaRPr>
          </a:p>
        </p:txBody>
      </p:sp>
      <p:sp>
        <p:nvSpPr>
          <p:cNvPr id="141315" name="Rectangle 2" title=""/>
          <p:cNvSpPr>
            <a:spLocks noTextEdit="1"/>
          </p:cNvSpPr>
          <p:nvPr>
            <p:ph type="sldImg" idx="2"/>
          </p:nvPr>
        </p:nvSpPr>
        <p:spPr>
          <a:xfrm>
            <a:off x="1182688" y="696913"/>
            <a:ext cx="4646612" cy="3486150"/>
          </a:xfrm>
          <a:noFill/>
          <a:ln>
            <a:miter lim="800000"/>
          </a:ln>
        </p:spPr>
      </p:sp>
      <p:sp>
        <p:nvSpPr>
          <p:cNvPr id="14131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233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F5E2AE94-B729-4A68-A280-5F9335CE48A5}" type="slidenum">
              <a:rPr lang="zh-CN" altLang="en-US" sz="1200">
                <a:latin typeface="Times New Roman" pitchFamily="18" charset="0"/>
                <a:ea typeface="宋体" pitchFamily="2" charset="-122"/>
              </a:rPr>
              <a:t>38</a:t>
            </a:fld>
            <a:endParaRPr lang="en-US" altLang="zh-CN" sz="1200">
              <a:latin typeface="Times New Roman" pitchFamily="18" charset="0"/>
              <a:ea typeface="宋体" pitchFamily="2" charset="-122"/>
            </a:endParaRPr>
          </a:p>
        </p:txBody>
      </p:sp>
      <p:sp>
        <p:nvSpPr>
          <p:cNvPr id="142339" name="Rectangle 2" title=""/>
          <p:cNvSpPr>
            <a:spLocks noTextEdit="1"/>
          </p:cNvSpPr>
          <p:nvPr>
            <p:ph type="sldImg" idx="2"/>
          </p:nvPr>
        </p:nvSpPr>
        <p:spPr>
          <a:xfrm>
            <a:off x="1182688" y="696913"/>
            <a:ext cx="4646612" cy="3486150"/>
          </a:xfrm>
          <a:noFill/>
          <a:ln>
            <a:miter lim="800000"/>
          </a:ln>
        </p:spPr>
      </p:sp>
      <p:sp>
        <p:nvSpPr>
          <p:cNvPr id="14234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336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1D68FADE-4C71-4F08-A853-9287C005ACF2}" type="slidenum">
              <a:rPr lang="zh-CN" altLang="en-US" sz="1200">
                <a:latin typeface="Times New Roman" pitchFamily="18" charset="0"/>
                <a:ea typeface="宋体" pitchFamily="2" charset="-122"/>
              </a:rPr>
              <a:t>39</a:t>
            </a:fld>
            <a:endParaRPr lang="en-US" altLang="zh-CN" sz="1200">
              <a:latin typeface="Times New Roman" pitchFamily="18" charset="0"/>
              <a:ea typeface="宋体" pitchFamily="2" charset="-122"/>
            </a:endParaRPr>
          </a:p>
        </p:txBody>
      </p:sp>
      <p:sp>
        <p:nvSpPr>
          <p:cNvPr id="143363" name="Rectangle 2" title=""/>
          <p:cNvSpPr>
            <a:spLocks noTextEdit="1"/>
          </p:cNvSpPr>
          <p:nvPr>
            <p:ph type="sldImg" idx="2"/>
          </p:nvPr>
        </p:nvSpPr>
        <p:spPr>
          <a:xfrm>
            <a:off x="1182688" y="696913"/>
            <a:ext cx="4646612" cy="3486150"/>
          </a:xfrm>
          <a:noFill/>
          <a:ln>
            <a:miter lim="800000"/>
          </a:ln>
        </p:spPr>
      </p:sp>
      <p:sp>
        <p:nvSpPr>
          <p:cNvPr id="14336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438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D4D1F72-65C4-444F-BFD9-A55AA375A7C2}" type="slidenum">
              <a:rPr lang="zh-CN" altLang="en-US" sz="1200">
                <a:latin typeface="Times New Roman" pitchFamily="18" charset="0"/>
                <a:ea typeface="宋体" pitchFamily="2" charset="-122"/>
              </a:rPr>
              <a:t>40</a:t>
            </a:fld>
            <a:endParaRPr lang="en-US" altLang="zh-CN" sz="1200">
              <a:latin typeface="Times New Roman" pitchFamily="18" charset="0"/>
              <a:ea typeface="宋体" pitchFamily="2" charset="-122"/>
            </a:endParaRPr>
          </a:p>
        </p:txBody>
      </p:sp>
      <p:sp>
        <p:nvSpPr>
          <p:cNvPr id="144387" name="Rectangle 2" title=""/>
          <p:cNvSpPr>
            <a:spLocks noTextEdit="1"/>
          </p:cNvSpPr>
          <p:nvPr>
            <p:ph type="sldImg" idx="2"/>
          </p:nvPr>
        </p:nvSpPr>
        <p:spPr>
          <a:xfrm>
            <a:off x="1182688" y="696913"/>
            <a:ext cx="4646612" cy="3486150"/>
          </a:xfrm>
          <a:noFill/>
          <a:ln>
            <a:miter lim="800000"/>
          </a:ln>
        </p:spPr>
      </p:sp>
      <p:sp>
        <p:nvSpPr>
          <p:cNvPr id="14438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541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F61CE17-2CEE-4DA0-A467-D9F25E790418}" type="slidenum">
              <a:rPr lang="zh-CN" altLang="en-US" sz="1200">
                <a:latin typeface="Times New Roman" pitchFamily="18" charset="0"/>
                <a:ea typeface="宋体" pitchFamily="2" charset="-122"/>
              </a:rPr>
              <a:t>41</a:t>
            </a:fld>
            <a:endParaRPr lang="en-US" altLang="zh-CN" sz="1200">
              <a:latin typeface="Times New Roman" pitchFamily="18" charset="0"/>
              <a:ea typeface="宋体" pitchFamily="2" charset="-122"/>
            </a:endParaRPr>
          </a:p>
        </p:txBody>
      </p:sp>
      <p:sp>
        <p:nvSpPr>
          <p:cNvPr id="145411" name="Rectangle 1026" title=""/>
          <p:cNvSpPr>
            <a:spLocks noTextEdit="1"/>
          </p:cNvSpPr>
          <p:nvPr>
            <p:ph type="sldImg" idx="2"/>
          </p:nvPr>
        </p:nvSpPr>
        <p:spPr>
          <a:xfrm>
            <a:off x="1182688" y="696913"/>
            <a:ext cx="4646612" cy="3486150"/>
          </a:xfrm>
          <a:noFill/>
          <a:ln>
            <a:miter lim="800000"/>
          </a:ln>
        </p:spPr>
      </p:sp>
      <p:sp>
        <p:nvSpPr>
          <p:cNvPr id="145412" name="Rectangle 1027"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643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9559C70-A786-41A6-9AB4-0B74F31C17EF}" type="slidenum">
              <a:rPr lang="zh-CN" altLang="en-US" sz="1200">
                <a:latin typeface="Times New Roman" pitchFamily="18" charset="0"/>
                <a:ea typeface="宋体" pitchFamily="2" charset="-122"/>
              </a:rPr>
              <a:t>42</a:t>
            </a:fld>
            <a:endParaRPr lang="en-US" altLang="zh-CN" sz="1200">
              <a:latin typeface="Times New Roman" pitchFamily="18" charset="0"/>
              <a:ea typeface="宋体" pitchFamily="2" charset="-122"/>
            </a:endParaRPr>
          </a:p>
        </p:txBody>
      </p:sp>
      <p:sp>
        <p:nvSpPr>
          <p:cNvPr id="146435" name="Rectangle 2" title=""/>
          <p:cNvSpPr>
            <a:spLocks noTextEdit="1"/>
          </p:cNvSpPr>
          <p:nvPr>
            <p:ph type="sldImg" idx="2"/>
          </p:nvPr>
        </p:nvSpPr>
        <p:spPr>
          <a:xfrm>
            <a:off x="1182688" y="696913"/>
            <a:ext cx="4646612" cy="3486150"/>
          </a:xfrm>
          <a:noFill/>
          <a:ln>
            <a:miter lim="800000"/>
          </a:ln>
        </p:spPr>
      </p:sp>
      <p:sp>
        <p:nvSpPr>
          <p:cNvPr id="14643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745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B4A81A8-A47F-4A44-AD35-657BE886B358}" type="slidenum">
              <a:rPr lang="zh-CN" altLang="en-US" sz="1200">
                <a:latin typeface="Times New Roman" pitchFamily="18" charset="0"/>
                <a:ea typeface="宋体" pitchFamily="2" charset="-122"/>
              </a:rPr>
              <a:t>43</a:t>
            </a:fld>
            <a:endParaRPr lang="en-US" altLang="zh-CN" sz="1200">
              <a:latin typeface="Times New Roman" pitchFamily="18" charset="0"/>
              <a:ea typeface="宋体" pitchFamily="2" charset="-122"/>
            </a:endParaRPr>
          </a:p>
        </p:txBody>
      </p:sp>
      <p:sp>
        <p:nvSpPr>
          <p:cNvPr id="147459" name="Rectangle 2" title=""/>
          <p:cNvSpPr>
            <a:spLocks noTextEdit="1"/>
          </p:cNvSpPr>
          <p:nvPr>
            <p:ph type="sldImg" idx="2"/>
          </p:nvPr>
        </p:nvSpPr>
        <p:spPr>
          <a:xfrm>
            <a:off x="1182688" y="696913"/>
            <a:ext cx="4646612" cy="3486150"/>
          </a:xfrm>
          <a:noFill/>
          <a:ln>
            <a:miter lim="800000"/>
          </a:ln>
        </p:spPr>
      </p:sp>
      <p:sp>
        <p:nvSpPr>
          <p:cNvPr id="14746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848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5FB5E25-9968-44B1-B18E-7DC5272573CB}" type="slidenum">
              <a:rPr lang="zh-CN" altLang="en-US" sz="1200">
                <a:latin typeface="Times New Roman" pitchFamily="18" charset="0"/>
                <a:ea typeface="宋体" pitchFamily="2" charset="-122"/>
              </a:rPr>
              <a:t>44</a:t>
            </a:fld>
            <a:endParaRPr lang="en-US" altLang="zh-CN" sz="1200">
              <a:latin typeface="Times New Roman" pitchFamily="18" charset="0"/>
              <a:ea typeface="宋体" pitchFamily="2" charset="-122"/>
            </a:endParaRPr>
          </a:p>
        </p:txBody>
      </p:sp>
      <p:sp>
        <p:nvSpPr>
          <p:cNvPr id="148483" name="Rectangle 2" title=""/>
          <p:cNvSpPr>
            <a:spLocks noTextEdit="1"/>
          </p:cNvSpPr>
          <p:nvPr>
            <p:ph type="sldImg" idx="2"/>
          </p:nvPr>
        </p:nvSpPr>
        <p:spPr>
          <a:xfrm>
            <a:off x="1182688" y="696913"/>
            <a:ext cx="4646612" cy="3486150"/>
          </a:xfrm>
          <a:noFill/>
          <a:ln>
            <a:miter lim="800000"/>
          </a:ln>
        </p:spPr>
      </p:sp>
      <p:sp>
        <p:nvSpPr>
          <p:cNvPr id="14848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4950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B5AE9B0D-4D7F-4B2E-A7A8-9C9E21CAADEB}" type="slidenum">
              <a:rPr lang="zh-CN" altLang="en-US" sz="1200">
                <a:latin typeface="Times New Roman" pitchFamily="18" charset="0"/>
                <a:ea typeface="宋体" pitchFamily="2" charset="-122"/>
              </a:rPr>
              <a:t>45</a:t>
            </a:fld>
            <a:endParaRPr lang="en-US" altLang="zh-CN" sz="1200">
              <a:latin typeface="Times New Roman" pitchFamily="18" charset="0"/>
              <a:ea typeface="宋体" pitchFamily="2" charset="-122"/>
            </a:endParaRPr>
          </a:p>
        </p:txBody>
      </p:sp>
      <p:sp>
        <p:nvSpPr>
          <p:cNvPr id="149507" name="Rectangle 2" title=""/>
          <p:cNvSpPr>
            <a:spLocks noTextEdit="1"/>
          </p:cNvSpPr>
          <p:nvPr>
            <p:ph type="sldImg" idx="2"/>
          </p:nvPr>
        </p:nvSpPr>
        <p:spPr>
          <a:xfrm>
            <a:off x="1182688" y="696913"/>
            <a:ext cx="4646612" cy="3486150"/>
          </a:xfrm>
          <a:noFill/>
          <a:ln>
            <a:miter lim="800000"/>
          </a:ln>
        </p:spPr>
      </p:sp>
      <p:sp>
        <p:nvSpPr>
          <p:cNvPr id="14950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053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1585ED2-8C30-4793-B2B0-2B3838A9208D}" type="slidenum">
              <a:rPr lang="zh-CN" altLang="en-US" sz="1200">
                <a:latin typeface="Times New Roman" pitchFamily="18" charset="0"/>
                <a:ea typeface="宋体" pitchFamily="2" charset="-122"/>
              </a:rPr>
              <a:t>46</a:t>
            </a:fld>
            <a:endParaRPr lang="en-US" altLang="zh-CN" sz="1200">
              <a:latin typeface="Times New Roman" pitchFamily="18" charset="0"/>
              <a:ea typeface="宋体" pitchFamily="2" charset="-122"/>
            </a:endParaRPr>
          </a:p>
        </p:txBody>
      </p:sp>
      <p:sp>
        <p:nvSpPr>
          <p:cNvPr id="150531" name="Rectangle 2" title=""/>
          <p:cNvSpPr>
            <a:spLocks noTextEdit="1"/>
          </p:cNvSpPr>
          <p:nvPr>
            <p:ph type="sldImg" idx="2"/>
          </p:nvPr>
        </p:nvSpPr>
        <p:spPr>
          <a:xfrm>
            <a:off x="1182688" y="696913"/>
            <a:ext cx="4646612" cy="3486150"/>
          </a:xfrm>
          <a:noFill/>
          <a:ln>
            <a:miter lim="800000"/>
          </a:ln>
        </p:spPr>
      </p:sp>
      <p:sp>
        <p:nvSpPr>
          <p:cNvPr id="15053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155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98337F9-F20E-400F-86E5-5970F1913FB5}" type="slidenum">
              <a:rPr lang="zh-CN" altLang="en-US" sz="1200">
                <a:latin typeface="Times New Roman" pitchFamily="18" charset="0"/>
                <a:ea typeface="宋体" pitchFamily="2" charset="-122"/>
              </a:rPr>
              <a:t>47</a:t>
            </a:fld>
            <a:endParaRPr lang="en-US" altLang="zh-CN" sz="1200">
              <a:latin typeface="Times New Roman" pitchFamily="18" charset="0"/>
              <a:ea typeface="宋体" pitchFamily="2" charset="-122"/>
            </a:endParaRPr>
          </a:p>
        </p:txBody>
      </p:sp>
      <p:sp>
        <p:nvSpPr>
          <p:cNvPr id="151555" name="Rectangle 2" title=""/>
          <p:cNvSpPr>
            <a:spLocks noTextEdit="1"/>
          </p:cNvSpPr>
          <p:nvPr>
            <p:ph type="sldImg" idx="2"/>
          </p:nvPr>
        </p:nvSpPr>
        <p:spPr>
          <a:xfrm>
            <a:off x="1182688" y="696913"/>
            <a:ext cx="4646612" cy="3486150"/>
          </a:xfrm>
          <a:noFill/>
          <a:ln>
            <a:miter lim="800000"/>
          </a:ln>
        </p:spPr>
      </p:sp>
      <p:sp>
        <p:nvSpPr>
          <p:cNvPr id="15155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257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3EE7C8C5-A280-4B97-BA04-76B7F984F4CA}" type="slidenum">
              <a:rPr lang="zh-CN" altLang="en-US" sz="1200">
                <a:latin typeface="Times New Roman" pitchFamily="18" charset="0"/>
                <a:ea typeface="宋体" pitchFamily="2" charset="-122"/>
              </a:rPr>
              <a:t>48</a:t>
            </a:fld>
            <a:endParaRPr lang="en-US" altLang="zh-CN" sz="1200">
              <a:latin typeface="Times New Roman" pitchFamily="18" charset="0"/>
              <a:ea typeface="宋体" pitchFamily="2" charset="-122"/>
            </a:endParaRPr>
          </a:p>
        </p:txBody>
      </p:sp>
      <p:sp>
        <p:nvSpPr>
          <p:cNvPr id="152579" name="Rectangle 2" title=""/>
          <p:cNvSpPr>
            <a:spLocks noTextEdit="1"/>
          </p:cNvSpPr>
          <p:nvPr>
            <p:ph type="sldImg" idx="2"/>
          </p:nvPr>
        </p:nvSpPr>
        <p:spPr>
          <a:xfrm>
            <a:off x="1182688" y="696913"/>
            <a:ext cx="4646612" cy="3486150"/>
          </a:xfrm>
          <a:noFill/>
          <a:ln>
            <a:miter lim="800000"/>
          </a:ln>
        </p:spPr>
      </p:sp>
      <p:sp>
        <p:nvSpPr>
          <p:cNvPr id="15258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a:endParaRPr lang="zh-CN" altLang="en-US">
              <a:ea typeface="宋体"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3602" name="Rectangle 2" title=""/>
          <p:cNvSpPr>
            <a:spLocks noTextEdit="1"/>
          </p:cNvSpPr>
          <p:nvPr>
            <p:ph type="sldImg" idx="2"/>
          </p:nvPr>
        </p:nvSpPr>
        <p:spPr>
          <a:xfrm>
            <a:off x="1182688" y="696913"/>
            <a:ext cx="4646612" cy="3486150"/>
          </a:xfrm>
          <a:noFill/>
          <a:ln>
            <a:miter lim="800000"/>
          </a:ln>
        </p:spPr>
      </p:sp>
      <p:sp>
        <p:nvSpPr>
          <p:cNvPr id="153603"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5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462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2940554-5806-43DE-AE70-86D0137AA038}" type="slidenum">
              <a:rPr lang="zh-CN" altLang="en-US" sz="1200">
                <a:latin typeface="Times New Roman" pitchFamily="18" charset="0"/>
                <a:ea typeface="宋体" pitchFamily="2" charset="-122"/>
              </a:rPr>
              <a:t>50</a:t>
            </a:fld>
            <a:endParaRPr lang="en-US" altLang="zh-CN" sz="1200">
              <a:latin typeface="Times New Roman" pitchFamily="18" charset="0"/>
              <a:ea typeface="宋体" pitchFamily="2" charset="-122"/>
            </a:endParaRPr>
          </a:p>
        </p:txBody>
      </p:sp>
      <p:sp>
        <p:nvSpPr>
          <p:cNvPr id="154627" name="Rectangle 2" title=""/>
          <p:cNvSpPr>
            <a:spLocks noTextEdit="1"/>
          </p:cNvSpPr>
          <p:nvPr>
            <p:ph type="sldImg" idx="2"/>
          </p:nvPr>
        </p:nvSpPr>
        <p:spPr>
          <a:xfrm>
            <a:off x="1182688" y="696913"/>
            <a:ext cx="4646612" cy="3486150"/>
          </a:xfrm>
          <a:noFill/>
          <a:ln>
            <a:miter lim="800000"/>
          </a:ln>
        </p:spPr>
      </p:sp>
      <p:sp>
        <p:nvSpPr>
          <p:cNvPr id="15462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5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565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877975F1-18FC-4C6E-B270-7B23114E3CD5}" type="slidenum">
              <a:rPr lang="zh-CN" altLang="en-US" sz="1200">
                <a:latin typeface="Times New Roman" pitchFamily="18" charset="0"/>
                <a:ea typeface="宋体" pitchFamily="2" charset="-122"/>
              </a:rPr>
              <a:t>51</a:t>
            </a:fld>
            <a:endParaRPr lang="en-US" altLang="zh-CN" sz="1200">
              <a:latin typeface="Times New Roman" pitchFamily="18" charset="0"/>
              <a:ea typeface="宋体" pitchFamily="2" charset="-122"/>
            </a:endParaRPr>
          </a:p>
        </p:txBody>
      </p:sp>
      <p:sp>
        <p:nvSpPr>
          <p:cNvPr id="155651" name="Rectangle 2" title=""/>
          <p:cNvSpPr>
            <a:spLocks noTextEdit="1"/>
          </p:cNvSpPr>
          <p:nvPr>
            <p:ph type="sldImg" idx="2"/>
          </p:nvPr>
        </p:nvSpPr>
        <p:spPr>
          <a:xfrm>
            <a:off x="1182688" y="696913"/>
            <a:ext cx="4646612" cy="3486150"/>
          </a:xfrm>
          <a:noFill/>
          <a:ln>
            <a:miter lim="800000"/>
          </a:ln>
        </p:spPr>
      </p:sp>
      <p:sp>
        <p:nvSpPr>
          <p:cNvPr id="15565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5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667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68F9FFD-5514-4B2A-BF4D-FE9B76335B31}" type="slidenum">
              <a:rPr lang="zh-CN" altLang="en-US" sz="1200">
                <a:latin typeface="Times New Roman" pitchFamily="18" charset="0"/>
                <a:ea typeface="宋体" pitchFamily="2" charset="-122"/>
              </a:rPr>
              <a:t>52</a:t>
            </a:fld>
            <a:endParaRPr lang="en-US" altLang="zh-CN" sz="1200">
              <a:latin typeface="Times New Roman" pitchFamily="18" charset="0"/>
              <a:ea typeface="宋体" pitchFamily="2" charset="-122"/>
            </a:endParaRPr>
          </a:p>
        </p:txBody>
      </p:sp>
      <p:sp>
        <p:nvSpPr>
          <p:cNvPr id="156675"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5F673BA-0D81-413B-AE1A-93F925E2103F}" type="slidenum">
              <a:rPr sz="1200">
                <a:latin typeface="Arial" pitchFamily="34" charset="0"/>
                <a:ea typeface="MS PGothic" pitchFamily="34" charset="-128"/>
              </a:rPr>
              <a:t>52</a:t>
            </a:fld>
            <a:endParaRPr sz="1200">
              <a:latin typeface="Arial" pitchFamily="34" charset="0"/>
              <a:ea typeface="MS PGothic" pitchFamily="34" charset="-128"/>
            </a:endParaRPr>
          </a:p>
        </p:txBody>
      </p:sp>
      <p:sp>
        <p:nvSpPr>
          <p:cNvPr id="156676" name="Rectangle 2" title=""/>
          <p:cNvSpPr>
            <a:spLocks noGrp="1" noRot="1" noChangeAspect="1" noTextEdit="1"/>
          </p:cNvSpPr>
          <p:nvPr>
            <p:ph type="sldImg" idx="2"/>
          </p:nvPr>
        </p:nvSpPr>
        <p:spPr>
          <a:xfrm>
            <a:off x="1182688" y="696913"/>
            <a:ext cx="4646612" cy="3486150"/>
          </a:xfrm>
          <a:noFill/>
          <a:ln>
            <a:miter lim="800000"/>
          </a:ln>
        </p:spPr>
      </p:sp>
      <p:sp>
        <p:nvSpPr>
          <p:cNvPr id="156677"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5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769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7417F86-516A-409B-A8CB-630AA93EF59D}" type="slidenum">
              <a:rPr lang="zh-CN" altLang="en-US" sz="1200">
                <a:latin typeface="Times New Roman" pitchFamily="18" charset="0"/>
                <a:ea typeface="宋体" pitchFamily="2" charset="-122"/>
              </a:rPr>
              <a:t>53</a:t>
            </a:fld>
            <a:endParaRPr lang="en-US" altLang="zh-CN" sz="1200">
              <a:latin typeface="Times New Roman" pitchFamily="18" charset="0"/>
              <a:ea typeface="宋体" pitchFamily="2" charset="-122"/>
            </a:endParaRPr>
          </a:p>
        </p:txBody>
      </p:sp>
      <p:sp>
        <p:nvSpPr>
          <p:cNvPr id="157699" name="Slide Image Placeholder 1" title=""/>
          <p:cNvSpPr>
            <a:spLocks noGrp="1" noRot="1" noChangeAspect="1" noTextEdit="1"/>
          </p:cNvSpPr>
          <p:nvPr>
            <p:ph type="sldImg" idx="2"/>
          </p:nvPr>
        </p:nvSpPr>
        <p:spPr>
          <a:xfrm>
            <a:off x="1182688" y="696913"/>
            <a:ext cx="4646612" cy="3486150"/>
          </a:xfrm>
          <a:noFill/>
          <a:ln>
            <a:miter lim="800000"/>
          </a:ln>
        </p:spPr>
      </p:sp>
      <p:sp>
        <p:nvSpPr>
          <p:cNvPr id="157700"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57701"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AA5E0395-54B3-4BE3-B1D9-C6CEA7A13E6F}" type="slidenum">
              <a:rPr sz="1200">
                <a:latin typeface="Arial" pitchFamily="34" charset="0"/>
                <a:ea typeface="MS PGothic" pitchFamily="34" charset="-128"/>
              </a:rPr>
              <a:t>53</a:t>
            </a:fld>
            <a:endParaRPr sz="1200">
              <a:latin typeface="Arial" pitchFamily="34" charset="0"/>
              <a:ea typeface="MS PGothic" pitchFamily="34" charset="-128"/>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872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1788CDF-4D73-40DA-9D4D-2C5A010B5D3A}" type="slidenum">
              <a:rPr lang="zh-CN" altLang="en-US" sz="1200">
                <a:latin typeface="Times New Roman" pitchFamily="18" charset="0"/>
                <a:ea typeface="宋体" pitchFamily="2" charset="-122"/>
              </a:rPr>
              <a:t>54</a:t>
            </a:fld>
            <a:endParaRPr lang="en-US" altLang="zh-CN" sz="1200">
              <a:latin typeface="Times New Roman" pitchFamily="18" charset="0"/>
              <a:ea typeface="宋体" pitchFamily="2" charset="-122"/>
            </a:endParaRPr>
          </a:p>
        </p:txBody>
      </p:sp>
      <p:sp>
        <p:nvSpPr>
          <p:cNvPr id="158723" name="Slide Image Placeholder 1" title=""/>
          <p:cNvSpPr>
            <a:spLocks noGrp="1" noRot="1" noChangeAspect="1" noTextEdit="1"/>
          </p:cNvSpPr>
          <p:nvPr>
            <p:ph type="sldImg" idx="2"/>
          </p:nvPr>
        </p:nvSpPr>
        <p:spPr>
          <a:xfrm>
            <a:off x="1182688" y="696913"/>
            <a:ext cx="4646612" cy="3486150"/>
          </a:xfrm>
          <a:noFill/>
          <a:ln>
            <a:miter lim="800000"/>
          </a:ln>
        </p:spPr>
      </p:sp>
      <p:sp>
        <p:nvSpPr>
          <p:cNvPr id="158724"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58725"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04F3D74-B727-400D-829D-621AF1E11E7B}" type="slidenum">
              <a:rPr sz="1200">
                <a:latin typeface="Arial" pitchFamily="34" charset="0"/>
                <a:ea typeface="MS PGothic" pitchFamily="34" charset="-128"/>
              </a:rPr>
              <a:t>54</a:t>
            </a:fld>
            <a:endParaRPr sz="1200">
              <a:latin typeface="Arial" pitchFamily="34" charset="0"/>
              <a:ea typeface="MS PGothic" pitchFamily="34" charset="-128"/>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5974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6A93AD2B-A615-49E7-9631-E55928B3B02F}" type="slidenum">
              <a:rPr lang="zh-CN" altLang="en-US" sz="1200">
                <a:latin typeface="Times New Roman" pitchFamily="18" charset="0"/>
                <a:ea typeface="宋体" pitchFamily="2" charset="-122"/>
              </a:rPr>
              <a:t>55</a:t>
            </a:fld>
            <a:endParaRPr lang="en-US" altLang="zh-CN" sz="1200">
              <a:latin typeface="Times New Roman" pitchFamily="18" charset="0"/>
              <a:ea typeface="宋体" pitchFamily="2" charset="-122"/>
            </a:endParaRPr>
          </a:p>
        </p:txBody>
      </p:sp>
      <p:sp>
        <p:nvSpPr>
          <p:cNvPr id="159747" name="Slide Image Placeholder 1" title=""/>
          <p:cNvSpPr>
            <a:spLocks noGrp="1" noRot="1" noChangeAspect="1" noTextEdit="1"/>
          </p:cNvSpPr>
          <p:nvPr>
            <p:ph type="sldImg" idx="2"/>
          </p:nvPr>
        </p:nvSpPr>
        <p:spPr>
          <a:xfrm>
            <a:off x="1182688" y="696913"/>
            <a:ext cx="4646612" cy="3486150"/>
          </a:xfrm>
          <a:noFill/>
          <a:ln>
            <a:miter lim="800000"/>
          </a:ln>
        </p:spPr>
      </p:sp>
      <p:sp>
        <p:nvSpPr>
          <p:cNvPr id="159748"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59749"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116B41AE-E338-45FB-96AC-577DFE0D6DE0}" type="slidenum">
              <a:rPr sz="1200">
                <a:latin typeface="Arial" pitchFamily="34" charset="0"/>
                <a:ea typeface="MS PGothic" pitchFamily="34" charset="-128"/>
              </a:rPr>
              <a:t>55</a:t>
            </a:fld>
            <a:endParaRPr sz="1200">
              <a:latin typeface="Arial" pitchFamily="34" charset="0"/>
              <a:ea typeface="MS PGothic" pitchFamily="34"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077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127991E-D576-4C92-BCB6-3F9852969A54}" type="slidenum">
              <a:rPr lang="zh-CN" altLang="en-US" sz="1200">
                <a:latin typeface="Times New Roman" pitchFamily="18" charset="0"/>
                <a:ea typeface="宋体" pitchFamily="2" charset="-122"/>
              </a:rPr>
              <a:t>56</a:t>
            </a:fld>
            <a:endParaRPr lang="en-US" altLang="zh-CN" sz="1200">
              <a:latin typeface="Times New Roman" pitchFamily="18" charset="0"/>
              <a:ea typeface="宋体" pitchFamily="2" charset="-122"/>
            </a:endParaRPr>
          </a:p>
        </p:txBody>
      </p:sp>
      <p:sp>
        <p:nvSpPr>
          <p:cNvPr id="160771"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2585DA1-7047-4C81-9A24-B8A78E3E9D06}" type="slidenum">
              <a:rPr sz="1200">
                <a:latin typeface="Arial" pitchFamily="34" charset="0"/>
                <a:ea typeface="MS PGothic" pitchFamily="34" charset="-128"/>
              </a:rPr>
              <a:t>56</a:t>
            </a:fld>
            <a:endParaRPr sz="1200">
              <a:latin typeface="Arial" pitchFamily="34" charset="0"/>
              <a:ea typeface="MS PGothic" pitchFamily="34" charset="-128"/>
            </a:endParaRPr>
          </a:p>
        </p:txBody>
      </p:sp>
      <p:sp>
        <p:nvSpPr>
          <p:cNvPr id="160772" name="Rectangle 2" title=""/>
          <p:cNvSpPr>
            <a:spLocks noGrp="1" noRot="1" noChangeAspect="1" noTextEdit="1"/>
          </p:cNvSpPr>
          <p:nvPr>
            <p:ph type="sldImg" idx="2"/>
          </p:nvPr>
        </p:nvSpPr>
        <p:spPr>
          <a:xfrm>
            <a:off x="1182688" y="696913"/>
            <a:ext cx="4646612" cy="3486150"/>
          </a:xfrm>
          <a:noFill/>
          <a:ln>
            <a:miter lim="800000"/>
          </a:ln>
        </p:spPr>
      </p:sp>
      <p:sp>
        <p:nvSpPr>
          <p:cNvPr id="160773"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5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179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2AE6963C-B742-414E-9FEE-9229DC9FBFF0}" type="slidenum">
              <a:rPr lang="zh-CN" altLang="en-US" sz="1200">
                <a:latin typeface="Times New Roman" pitchFamily="18" charset="0"/>
                <a:ea typeface="宋体" pitchFamily="2" charset="-122"/>
              </a:rPr>
              <a:t>57</a:t>
            </a:fld>
            <a:endParaRPr lang="en-US" altLang="zh-CN" sz="1200">
              <a:latin typeface="Times New Roman" pitchFamily="18" charset="0"/>
              <a:ea typeface="宋体" pitchFamily="2" charset="-122"/>
            </a:endParaRPr>
          </a:p>
        </p:txBody>
      </p:sp>
      <p:sp>
        <p:nvSpPr>
          <p:cNvPr id="161795" name="Slide Image Placeholder 1" title=""/>
          <p:cNvSpPr>
            <a:spLocks noGrp="1" noRot="1" noChangeAspect="1" noTextEdit="1"/>
          </p:cNvSpPr>
          <p:nvPr>
            <p:ph type="sldImg" idx="2"/>
          </p:nvPr>
        </p:nvSpPr>
        <p:spPr>
          <a:xfrm>
            <a:off x="1182688" y="696913"/>
            <a:ext cx="4646612" cy="3486150"/>
          </a:xfrm>
          <a:noFill/>
          <a:ln>
            <a:miter lim="800000"/>
          </a:ln>
        </p:spPr>
      </p:sp>
      <p:sp>
        <p:nvSpPr>
          <p:cNvPr id="161796"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61797"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9E9E23F-790E-4FCC-A51B-17FB1191C16A}" type="slidenum">
              <a:rPr sz="1200">
                <a:latin typeface="Arial" pitchFamily="34" charset="0"/>
                <a:ea typeface="MS PGothic" pitchFamily="34" charset="-128"/>
              </a:rPr>
              <a:t>57</a:t>
            </a:fld>
            <a:endParaRPr sz="1200">
              <a:latin typeface="Arial" pitchFamily="34" charset="0"/>
              <a:ea typeface="MS PGothic" pitchFamily="34" charset="-128"/>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281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67785C2-EE87-41B2-9CDE-1AE170D7CD2E}" type="slidenum">
              <a:rPr lang="zh-CN" altLang="en-US" sz="1200">
                <a:latin typeface="Times New Roman" pitchFamily="18" charset="0"/>
                <a:ea typeface="宋体" pitchFamily="2" charset="-122"/>
              </a:rPr>
              <a:t>58</a:t>
            </a:fld>
            <a:endParaRPr lang="en-US" altLang="zh-CN" sz="1200">
              <a:latin typeface="Times New Roman" pitchFamily="18" charset="0"/>
              <a:ea typeface="宋体" pitchFamily="2" charset="-122"/>
            </a:endParaRPr>
          </a:p>
        </p:txBody>
      </p:sp>
      <p:sp>
        <p:nvSpPr>
          <p:cNvPr id="162819" name="Rectangle 2" title=""/>
          <p:cNvSpPr>
            <a:spLocks noTextEdit="1"/>
          </p:cNvSpPr>
          <p:nvPr>
            <p:ph type="sldImg" idx="2"/>
          </p:nvPr>
        </p:nvSpPr>
        <p:spPr>
          <a:xfrm>
            <a:off x="1182688" y="696913"/>
            <a:ext cx="4646612" cy="3486150"/>
          </a:xfrm>
          <a:noFill/>
          <a:ln>
            <a:miter lim="800000"/>
          </a:ln>
        </p:spPr>
      </p:sp>
      <p:sp>
        <p:nvSpPr>
          <p:cNvPr id="16282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5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384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DA2C986-B6F2-4C47-8D5E-FA6340A18B8D}" type="slidenum">
              <a:rPr lang="zh-CN" altLang="en-US" sz="1200">
                <a:latin typeface="Times New Roman" pitchFamily="18" charset="0"/>
                <a:ea typeface="宋体" pitchFamily="2" charset="-122"/>
              </a:rPr>
              <a:t>59</a:t>
            </a:fld>
            <a:endParaRPr lang="en-US" altLang="zh-CN" sz="1200">
              <a:latin typeface="Times New Roman" pitchFamily="18" charset="0"/>
              <a:ea typeface="宋体" pitchFamily="2" charset="-122"/>
            </a:endParaRPr>
          </a:p>
        </p:txBody>
      </p:sp>
      <p:sp>
        <p:nvSpPr>
          <p:cNvPr id="163843" name="Rectangle 2" title=""/>
          <p:cNvSpPr>
            <a:spLocks noTextEdit="1"/>
          </p:cNvSpPr>
          <p:nvPr>
            <p:ph type="sldImg" idx="2"/>
          </p:nvPr>
        </p:nvSpPr>
        <p:spPr>
          <a:xfrm>
            <a:off x="1182688" y="696913"/>
            <a:ext cx="4646612" cy="3486150"/>
          </a:xfrm>
          <a:noFill/>
          <a:ln>
            <a:miter lim="800000"/>
          </a:ln>
        </p:spPr>
      </p:sp>
      <p:sp>
        <p:nvSpPr>
          <p:cNvPr id="16384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6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486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B6C01771-6139-45F0-87C3-35018B423318}" type="slidenum">
              <a:rPr lang="zh-CN" altLang="en-US" sz="1200">
                <a:latin typeface="Times New Roman" pitchFamily="18" charset="0"/>
                <a:ea typeface="宋体" pitchFamily="2" charset="-122"/>
              </a:rPr>
              <a:t>60</a:t>
            </a:fld>
            <a:endParaRPr lang="en-US" altLang="zh-CN" sz="1200">
              <a:latin typeface="Times New Roman" pitchFamily="18" charset="0"/>
              <a:ea typeface="宋体" pitchFamily="2" charset="-122"/>
            </a:endParaRPr>
          </a:p>
        </p:txBody>
      </p:sp>
      <p:sp>
        <p:nvSpPr>
          <p:cNvPr id="164867" name="Slide Image Placeholder 1" title=""/>
          <p:cNvSpPr>
            <a:spLocks noGrp="1" noRot="1" noChangeAspect="1" noTextEdit="1"/>
          </p:cNvSpPr>
          <p:nvPr>
            <p:ph type="sldImg" idx="2"/>
          </p:nvPr>
        </p:nvSpPr>
        <p:spPr>
          <a:xfrm>
            <a:off x="1182688" y="696913"/>
            <a:ext cx="4646612" cy="3486150"/>
          </a:xfrm>
          <a:noFill/>
          <a:ln>
            <a:miter lim="800000"/>
          </a:ln>
        </p:spPr>
      </p:sp>
      <p:sp>
        <p:nvSpPr>
          <p:cNvPr id="164868"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64869"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FC31765A-9C04-490E-BAB6-C4E4339A9D46}" type="slidenum">
              <a:rPr sz="1200">
                <a:latin typeface="Arial" pitchFamily="34" charset="0"/>
                <a:ea typeface="MS PGothic" pitchFamily="34" charset="-128"/>
              </a:rPr>
              <a:t>60</a:t>
            </a:fld>
            <a:endParaRPr sz="1200">
              <a:latin typeface="Arial" pitchFamily="34" charset="0"/>
              <a:ea typeface="MS PGothic" pitchFamily="34" charset="-128"/>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589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83ACF45C-4241-461B-9E84-D8B42EC53CF1}" type="slidenum">
              <a:rPr lang="zh-CN" altLang="en-US" sz="1200">
                <a:latin typeface="Times New Roman" pitchFamily="18" charset="0"/>
                <a:ea typeface="宋体" pitchFamily="2" charset="-122"/>
              </a:rPr>
              <a:t>61</a:t>
            </a:fld>
            <a:endParaRPr lang="en-US" altLang="zh-CN" sz="1200">
              <a:latin typeface="Times New Roman" pitchFamily="18" charset="0"/>
              <a:ea typeface="宋体" pitchFamily="2" charset="-122"/>
            </a:endParaRPr>
          </a:p>
        </p:txBody>
      </p:sp>
      <p:sp>
        <p:nvSpPr>
          <p:cNvPr id="165891"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F30E722E-3362-478B-B301-50C901B9789B}" type="slidenum">
              <a:rPr sz="1200">
                <a:latin typeface="Arial" pitchFamily="34" charset="0"/>
                <a:ea typeface="MS PGothic" pitchFamily="34" charset="-128"/>
              </a:rPr>
              <a:t>61</a:t>
            </a:fld>
            <a:endParaRPr sz="1200">
              <a:latin typeface="Arial" pitchFamily="34" charset="0"/>
              <a:ea typeface="MS PGothic" pitchFamily="34" charset="-128"/>
            </a:endParaRPr>
          </a:p>
        </p:txBody>
      </p:sp>
      <p:sp>
        <p:nvSpPr>
          <p:cNvPr id="165892" name="Rectangle 2" title=""/>
          <p:cNvSpPr>
            <a:spLocks noGrp="1" noRot="1" noChangeAspect="1" noTextEdit="1"/>
          </p:cNvSpPr>
          <p:nvPr>
            <p:ph type="sldImg" idx="2"/>
          </p:nvPr>
        </p:nvSpPr>
        <p:spPr>
          <a:xfrm>
            <a:off x="1182688" y="696913"/>
            <a:ext cx="4646612" cy="3486150"/>
          </a:xfrm>
          <a:noFill/>
          <a:ln>
            <a:miter lim="800000"/>
          </a:ln>
        </p:spPr>
      </p:sp>
      <p:sp>
        <p:nvSpPr>
          <p:cNvPr id="165893"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6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691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326AC230-3838-405E-B745-8684B3254F90}" type="slidenum">
              <a:rPr lang="zh-CN" altLang="en-US" sz="1200">
                <a:latin typeface="Times New Roman" pitchFamily="18" charset="0"/>
                <a:ea typeface="宋体" pitchFamily="2" charset="-122"/>
              </a:rPr>
              <a:t>62</a:t>
            </a:fld>
            <a:endParaRPr lang="en-US" altLang="zh-CN" sz="1200">
              <a:latin typeface="Times New Roman" pitchFamily="18" charset="0"/>
              <a:ea typeface="宋体" pitchFamily="2" charset="-122"/>
            </a:endParaRPr>
          </a:p>
        </p:txBody>
      </p:sp>
      <p:sp>
        <p:nvSpPr>
          <p:cNvPr id="166915" name="Slide Image Placeholder 1" title=""/>
          <p:cNvSpPr>
            <a:spLocks noGrp="1" noRot="1" noChangeAspect="1" noTextEdit="1"/>
          </p:cNvSpPr>
          <p:nvPr>
            <p:ph type="sldImg" idx="2"/>
          </p:nvPr>
        </p:nvSpPr>
        <p:spPr>
          <a:xfrm>
            <a:off x="1182688" y="696913"/>
            <a:ext cx="4646612" cy="3486150"/>
          </a:xfrm>
          <a:noFill/>
          <a:ln>
            <a:miter lim="800000"/>
          </a:ln>
        </p:spPr>
      </p:sp>
      <p:sp>
        <p:nvSpPr>
          <p:cNvPr id="166916"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66917"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130BD28-0B71-4CFD-BB4F-4366BAD42B7F}" type="slidenum">
              <a:rPr sz="1200">
                <a:latin typeface="Arial" pitchFamily="34" charset="0"/>
                <a:ea typeface="MS PGothic" pitchFamily="34" charset="-128"/>
              </a:rPr>
              <a:t>62</a:t>
            </a:fld>
            <a:endParaRPr sz="1200">
              <a:latin typeface="Arial" pitchFamily="34" charset="0"/>
              <a:ea typeface="MS PGothic" pitchFamily="34" charset="-128"/>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793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D3CF4E4-836A-4C24-8E68-82EB2FA6939F}" type="slidenum">
              <a:rPr lang="zh-CN" altLang="en-US" sz="1200">
                <a:latin typeface="Times New Roman" pitchFamily="18" charset="0"/>
                <a:ea typeface="宋体" pitchFamily="2" charset="-122"/>
              </a:rPr>
              <a:t>63</a:t>
            </a:fld>
            <a:endParaRPr lang="en-US" altLang="zh-CN" sz="1200">
              <a:latin typeface="Times New Roman" pitchFamily="18" charset="0"/>
              <a:ea typeface="宋体" pitchFamily="2" charset="-122"/>
            </a:endParaRPr>
          </a:p>
        </p:txBody>
      </p:sp>
      <p:sp>
        <p:nvSpPr>
          <p:cNvPr id="167939" name="Slide Image Placeholder 1" title=""/>
          <p:cNvSpPr>
            <a:spLocks noGrp="1" noRot="1" noChangeAspect="1" noTextEdit="1"/>
          </p:cNvSpPr>
          <p:nvPr>
            <p:ph type="sldImg" idx="2"/>
          </p:nvPr>
        </p:nvSpPr>
        <p:spPr>
          <a:xfrm>
            <a:off x="1182688" y="696913"/>
            <a:ext cx="4646612" cy="3486150"/>
          </a:xfrm>
          <a:noFill/>
          <a:ln>
            <a:miter lim="800000"/>
          </a:ln>
        </p:spPr>
      </p:sp>
      <p:sp>
        <p:nvSpPr>
          <p:cNvPr id="167940" name="Notes Placeholder 2"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
        <p:nvSpPr>
          <p:cNvPr id="167941" name="Slide Number Placeholder 3"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8306C7F-E441-42DF-9BB3-B5C2B524C5AD}" type="slidenum">
              <a:rPr sz="1200">
                <a:latin typeface="Arial" pitchFamily="34" charset="0"/>
                <a:ea typeface="MS PGothic" pitchFamily="34" charset="-128"/>
              </a:rPr>
              <a:t>63</a:t>
            </a:fld>
            <a:endParaRPr sz="1200">
              <a:latin typeface="Arial" pitchFamily="34" charset="0"/>
              <a:ea typeface="MS PGothic" pitchFamily="34" charset="-128"/>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896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77C81736-C991-4182-97C6-48F1F0902754}" type="slidenum">
              <a:rPr lang="zh-CN" altLang="en-US" sz="1200">
                <a:latin typeface="Times New Roman" pitchFamily="18" charset="0"/>
                <a:ea typeface="宋体" pitchFamily="2" charset="-122"/>
              </a:rPr>
              <a:t>64</a:t>
            </a:fld>
            <a:endParaRPr lang="en-US" altLang="zh-CN" sz="1200">
              <a:latin typeface="Times New Roman" pitchFamily="18" charset="0"/>
              <a:ea typeface="宋体" pitchFamily="2" charset="-122"/>
            </a:endParaRPr>
          </a:p>
        </p:txBody>
      </p:sp>
      <p:sp>
        <p:nvSpPr>
          <p:cNvPr id="168963"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FA566C4-2FB5-4CB3-9AC3-208F975A98C5}" type="slidenum">
              <a:rPr sz="1200">
                <a:latin typeface="Arial" pitchFamily="34" charset="0"/>
                <a:ea typeface="MS PGothic" pitchFamily="34" charset="-128"/>
              </a:rPr>
              <a:t>64</a:t>
            </a:fld>
            <a:endParaRPr sz="1200">
              <a:latin typeface="Arial" pitchFamily="34" charset="0"/>
              <a:ea typeface="MS PGothic" pitchFamily="34" charset="-128"/>
            </a:endParaRPr>
          </a:p>
        </p:txBody>
      </p:sp>
      <p:sp>
        <p:nvSpPr>
          <p:cNvPr id="168964" name="Rectangle 2" title=""/>
          <p:cNvSpPr>
            <a:spLocks noGrp="1" noRot="1" noChangeAspect="1" noTextEdit="1"/>
          </p:cNvSpPr>
          <p:nvPr>
            <p:ph type="sldImg" idx="2"/>
          </p:nvPr>
        </p:nvSpPr>
        <p:spPr>
          <a:xfrm>
            <a:off x="1182688" y="696913"/>
            <a:ext cx="4646612" cy="3486150"/>
          </a:xfrm>
          <a:noFill/>
          <a:ln>
            <a:miter lim="800000"/>
          </a:ln>
        </p:spPr>
      </p:sp>
      <p:sp>
        <p:nvSpPr>
          <p:cNvPr id="168965"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6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6998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9A5ED23-AD54-49FD-9998-6A0A7A1F87DC}" type="slidenum">
              <a:rPr lang="zh-CN" altLang="en-US" sz="1200">
                <a:latin typeface="Times New Roman" pitchFamily="18" charset="0"/>
                <a:ea typeface="宋体" pitchFamily="2" charset="-122"/>
              </a:rPr>
              <a:t>65</a:t>
            </a:fld>
            <a:endParaRPr lang="en-US" altLang="zh-CN" sz="1200">
              <a:latin typeface="Times New Roman" pitchFamily="18" charset="0"/>
              <a:ea typeface="宋体" pitchFamily="2" charset="-122"/>
            </a:endParaRPr>
          </a:p>
        </p:txBody>
      </p:sp>
      <p:sp>
        <p:nvSpPr>
          <p:cNvPr id="169987"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665E9DF7-F7F7-4476-BD83-38769A7853DE}" type="slidenum">
              <a:rPr sz="1200">
                <a:latin typeface="Arial" pitchFamily="34" charset="0"/>
                <a:ea typeface="MS PGothic" pitchFamily="34" charset="-128"/>
              </a:rPr>
              <a:t>65</a:t>
            </a:fld>
            <a:endParaRPr sz="1200">
              <a:latin typeface="Arial" pitchFamily="34" charset="0"/>
              <a:ea typeface="MS PGothic" pitchFamily="34" charset="-128"/>
            </a:endParaRPr>
          </a:p>
        </p:txBody>
      </p:sp>
      <p:sp>
        <p:nvSpPr>
          <p:cNvPr id="169988" name="Rectangle 2" title=""/>
          <p:cNvSpPr>
            <a:spLocks noGrp="1" noRot="1" noChangeAspect="1" noTextEdit="1"/>
          </p:cNvSpPr>
          <p:nvPr>
            <p:ph type="sldImg" idx="2"/>
          </p:nvPr>
        </p:nvSpPr>
        <p:spPr>
          <a:xfrm>
            <a:off x="1182688" y="696913"/>
            <a:ext cx="4646612" cy="3486150"/>
          </a:xfrm>
          <a:noFill/>
          <a:ln>
            <a:miter lim="800000"/>
          </a:ln>
        </p:spPr>
      </p:sp>
      <p:sp>
        <p:nvSpPr>
          <p:cNvPr id="169989"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6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1010"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7033C68-3187-48D2-AEDE-D763177AA9F8}" type="slidenum">
              <a:rPr lang="zh-CN" altLang="en-US" sz="1200">
                <a:latin typeface="Times New Roman" pitchFamily="18" charset="0"/>
                <a:ea typeface="宋体" pitchFamily="2" charset="-122"/>
              </a:rPr>
              <a:t>66</a:t>
            </a:fld>
            <a:endParaRPr lang="en-US" altLang="zh-CN" sz="1200">
              <a:latin typeface="Times New Roman" pitchFamily="18" charset="0"/>
              <a:ea typeface="宋体" pitchFamily="2" charset="-122"/>
            </a:endParaRPr>
          </a:p>
        </p:txBody>
      </p:sp>
      <p:sp>
        <p:nvSpPr>
          <p:cNvPr id="171011" name="Rectangle 7" title=""/>
          <p:cNvSpPr txBox="1">
            <a:spLocks noGrp="1"/>
          </p:cNvSpPr>
          <p:nvPr/>
        </p:nvSpPr>
        <p:spPr>
          <a:xfrm>
            <a:off x="3971925" y="8831263"/>
            <a:ext cx="3038475" cy="465137"/>
          </a:xfrm>
          <a:prstGeom prst="rect">
            <a:avLst/>
          </a:prstGeom>
          <a:noFill/>
          <a:ln>
            <a:noFill/>
            <a:miter lim="800000"/>
          </a:ln>
        </p:spPr>
        <p:txBody>
          <a:bodyPr lIns="93177" tIns="46589" rIns="93177" bIns="46589"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AC30C1FC-A6A7-4166-94F0-DFF3BE7A2C18}" type="slidenum">
              <a:rPr sz="1200">
                <a:latin typeface="Arial" pitchFamily="34" charset="0"/>
                <a:ea typeface="MS PGothic" pitchFamily="34" charset="-128"/>
              </a:rPr>
              <a:t>66</a:t>
            </a:fld>
            <a:endParaRPr sz="1200">
              <a:latin typeface="Arial" pitchFamily="34" charset="0"/>
              <a:ea typeface="MS PGothic" pitchFamily="34" charset="-128"/>
            </a:endParaRPr>
          </a:p>
        </p:txBody>
      </p:sp>
      <p:sp>
        <p:nvSpPr>
          <p:cNvPr id="171012" name="Rectangle 2" title=""/>
          <p:cNvSpPr>
            <a:spLocks noGrp="1" noRot="1" noChangeAspect="1" noTextEdit="1"/>
          </p:cNvSpPr>
          <p:nvPr>
            <p:ph type="sldImg" idx="2"/>
          </p:nvPr>
        </p:nvSpPr>
        <p:spPr>
          <a:xfrm>
            <a:off x="1182688" y="696913"/>
            <a:ext cx="4646612" cy="3486150"/>
          </a:xfrm>
          <a:noFill/>
          <a:ln>
            <a:miter lim="800000"/>
          </a:ln>
        </p:spPr>
      </p:sp>
      <p:sp>
        <p:nvSpPr>
          <p:cNvPr id="171013" name="Rectangle 3" title=""/>
          <p:cNvSpPr>
            <a:spLocks noGrp="1"/>
          </p:cNvSpPr>
          <p:nvPr>
            <p:ph type="body" idx="3"/>
          </p:nvPr>
        </p:nvSpPr>
        <p:spPr>
          <a:xfrm>
            <a:off x="935038" y="4416425"/>
            <a:ext cx="5140325" cy="4183063"/>
          </a:xfrm>
          <a:noFill/>
          <a:ln w="9525">
            <a:noFill/>
            <a:miter lim="800000"/>
          </a:ln>
        </p:spPr>
        <p:txBody>
          <a:bodyPr wrap="square" lIns="93177" tIns="46589" rIns="93177" bIns="46589"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lvl="0" indent="0" eaLnBrk="1" hangingPunct="1"/>
          </a:p>
        </p:txBody>
      </p:sp>
    </p:spTree>
  </p:cSld>
  <p:clrMapOvr>
    <a:masterClrMapping/>
  </p:clrMapOvr>
</p:notes>
</file>

<file path=ppt/notesSlides/notesSlide6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203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6AA29696-6556-4030-9E97-F90FF32482DD}" type="slidenum">
              <a:rPr lang="zh-CN" altLang="en-US" sz="1200">
                <a:latin typeface="Times New Roman" pitchFamily="18" charset="0"/>
                <a:ea typeface="宋体" pitchFamily="2" charset="-122"/>
              </a:rPr>
              <a:t>67</a:t>
            </a:fld>
            <a:endParaRPr lang="en-US" altLang="zh-CN" sz="1200">
              <a:latin typeface="Times New Roman" pitchFamily="18" charset="0"/>
              <a:ea typeface="宋体" pitchFamily="2" charset="-122"/>
            </a:endParaRPr>
          </a:p>
        </p:txBody>
      </p:sp>
      <p:sp>
        <p:nvSpPr>
          <p:cNvPr id="172035" name="Rectangle 2" title=""/>
          <p:cNvSpPr>
            <a:spLocks noTextEdit="1"/>
          </p:cNvSpPr>
          <p:nvPr>
            <p:ph type="sldImg" idx="2"/>
          </p:nvPr>
        </p:nvSpPr>
        <p:spPr>
          <a:xfrm>
            <a:off x="1182688" y="696913"/>
            <a:ext cx="4646612" cy="3486150"/>
          </a:xfrm>
          <a:noFill/>
          <a:ln>
            <a:miter lim="800000"/>
          </a:ln>
        </p:spPr>
      </p:sp>
      <p:sp>
        <p:nvSpPr>
          <p:cNvPr id="17203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6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3058"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3CF583DC-C2CD-4C81-826F-A42E6C596A87}" type="slidenum">
              <a:rPr lang="zh-CN" altLang="en-US" sz="1200">
                <a:latin typeface="Times New Roman" pitchFamily="18" charset="0"/>
                <a:ea typeface="宋体" pitchFamily="2" charset="-122"/>
              </a:rPr>
              <a:t>68</a:t>
            </a:fld>
            <a:endParaRPr lang="en-US" altLang="zh-CN" sz="1200">
              <a:latin typeface="Times New Roman" pitchFamily="18" charset="0"/>
              <a:ea typeface="宋体" pitchFamily="2" charset="-122"/>
            </a:endParaRPr>
          </a:p>
        </p:txBody>
      </p:sp>
      <p:sp>
        <p:nvSpPr>
          <p:cNvPr id="173059" name="Rectangle 2" title=""/>
          <p:cNvSpPr>
            <a:spLocks noTextEdit="1"/>
          </p:cNvSpPr>
          <p:nvPr>
            <p:ph type="sldImg" idx="2"/>
          </p:nvPr>
        </p:nvSpPr>
        <p:spPr>
          <a:xfrm>
            <a:off x="1182688" y="696913"/>
            <a:ext cx="4646612" cy="3486150"/>
          </a:xfrm>
          <a:noFill/>
          <a:ln>
            <a:miter lim="800000"/>
          </a:ln>
        </p:spPr>
      </p:sp>
      <p:sp>
        <p:nvSpPr>
          <p:cNvPr id="17306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6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4082" name="Rectangle 2" title=""/>
          <p:cNvSpPr>
            <a:spLocks noTextEdit="1"/>
          </p:cNvSpPr>
          <p:nvPr>
            <p:ph type="sldImg" idx="2"/>
          </p:nvPr>
        </p:nvSpPr>
        <p:spPr>
          <a:xfrm>
            <a:off x="1182688" y="696913"/>
            <a:ext cx="4646612" cy="3486150"/>
          </a:xfrm>
          <a:noFill/>
          <a:ln>
            <a:miter lim="800000"/>
          </a:ln>
        </p:spPr>
      </p:sp>
      <p:sp>
        <p:nvSpPr>
          <p:cNvPr id="174083" name="Rectangle 3" title=""/>
          <p:cNvSpPr>
            <a:spLocks noGrp="1"/>
          </p:cNvSpPr>
          <p:nvPr>
            <p:ph type="body" idx="3"/>
          </p:nvPr>
        </p:nvSpPr>
        <p:spPr>
          <a:xfrm>
            <a:off x="933450" y="4416425"/>
            <a:ext cx="514350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5106" name="Rectangle 2" title=""/>
          <p:cNvSpPr>
            <a:spLocks noTextEdit="1"/>
          </p:cNvSpPr>
          <p:nvPr>
            <p:ph type="sldImg" idx="2"/>
          </p:nvPr>
        </p:nvSpPr>
        <p:spPr>
          <a:xfrm>
            <a:off x="1181100" y="696913"/>
            <a:ext cx="4648200" cy="3486150"/>
          </a:xfrm>
          <a:noFill/>
          <a:ln>
            <a:miter lim="800000"/>
          </a:ln>
        </p:spPr>
      </p:sp>
      <p:sp>
        <p:nvSpPr>
          <p:cNvPr id="175107"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6130" name="Rectangle 2" title=""/>
          <p:cNvSpPr>
            <a:spLocks noTextEdit="1"/>
          </p:cNvSpPr>
          <p:nvPr>
            <p:ph type="sldImg" idx="2"/>
          </p:nvPr>
        </p:nvSpPr>
        <p:spPr>
          <a:xfrm>
            <a:off x="1181100" y="696913"/>
            <a:ext cx="4648200" cy="3486150"/>
          </a:xfrm>
          <a:noFill/>
          <a:ln>
            <a:miter lim="800000"/>
          </a:ln>
        </p:spPr>
      </p:sp>
      <p:sp>
        <p:nvSpPr>
          <p:cNvPr id="176131"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7154" name="Rectangle 2" title=""/>
          <p:cNvSpPr>
            <a:spLocks noTextEdit="1"/>
          </p:cNvSpPr>
          <p:nvPr>
            <p:ph type="sldImg" idx="2"/>
          </p:nvPr>
        </p:nvSpPr>
        <p:spPr>
          <a:xfrm>
            <a:off x="1181100" y="696913"/>
            <a:ext cx="4648200" cy="3486150"/>
          </a:xfrm>
          <a:noFill/>
          <a:ln>
            <a:miter lim="800000"/>
          </a:ln>
        </p:spPr>
      </p:sp>
      <p:sp>
        <p:nvSpPr>
          <p:cNvPr id="177155"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8178" name="Rectangle 2" title=""/>
          <p:cNvSpPr>
            <a:spLocks noTextEdit="1"/>
          </p:cNvSpPr>
          <p:nvPr>
            <p:ph type="sldImg" idx="2"/>
          </p:nvPr>
        </p:nvSpPr>
        <p:spPr>
          <a:xfrm>
            <a:off x="1181100" y="696913"/>
            <a:ext cx="4648200" cy="3486150"/>
          </a:xfrm>
          <a:noFill/>
          <a:ln>
            <a:miter lim="800000"/>
          </a:ln>
        </p:spPr>
      </p:sp>
      <p:sp>
        <p:nvSpPr>
          <p:cNvPr id="178179"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79202" name="Rectangle 2" title=""/>
          <p:cNvSpPr>
            <a:spLocks noTextEdit="1"/>
          </p:cNvSpPr>
          <p:nvPr>
            <p:ph type="sldImg" idx="2"/>
          </p:nvPr>
        </p:nvSpPr>
        <p:spPr>
          <a:xfrm>
            <a:off x="1181100" y="696913"/>
            <a:ext cx="4648200" cy="3486150"/>
          </a:xfrm>
          <a:noFill/>
          <a:ln>
            <a:miter lim="800000"/>
          </a:ln>
        </p:spPr>
      </p:sp>
      <p:sp>
        <p:nvSpPr>
          <p:cNvPr id="179203" name="Rectangle 3" title=""/>
          <p:cNvSpPr>
            <a:spLocks noGrp="1"/>
          </p:cNvSpPr>
          <p:nvPr>
            <p:ph type="body" idx="3"/>
          </p:nvPr>
        </p:nvSpPr>
        <p:spPr>
          <a:xfrm>
            <a:off x="701675" y="4416425"/>
            <a:ext cx="5607050"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022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6F17B74-B0C6-4BD7-B609-6A98313B648A}" type="slidenum">
              <a:rPr lang="zh-CN" altLang="en-US" sz="1200">
                <a:latin typeface="Times New Roman" pitchFamily="18" charset="0"/>
                <a:ea typeface="宋体" pitchFamily="2" charset="-122"/>
              </a:rPr>
              <a:t>75</a:t>
            </a:fld>
            <a:endParaRPr lang="en-US" altLang="zh-CN" sz="1200">
              <a:latin typeface="Times New Roman" pitchFamily="18" charset="0"/>
              <a:ea typeface="宋体" pitchFamily="2" charset="-122"/>
            </a:endParaRPr>
          </a:p>
        </p:txBody>
      </p:sp>
      <p:sp>
        <p:nvSpPr>
          <p:cNvPr id="180227" name="Rectangle 2" title=""/>
          <p:cNvSpPr>
            <a:spLocks noTextEdit="1"/>
          </p:cNvSpPr>
          <p:nvPr>
            <p:ph type="sldImg" idx="2"/>
          </p:nvPr>
        </p:nvSpPr>
        <p:spPr>
          <a:xfrm>
            <a:off x="1182688" y="696913"/>
            <a:ext cx="4646612" cy="3486150"/>
          </a:xfrm>
          <a:noFill/>
          <a:ln>
            <a:miter lim="800000"/>
          </a:ln>
        </p:spPr>
      </p:sp>
      <p:sp>
        <p:nvSpPr>
          <p:cNvPr id="18022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125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FB96767F-AA20-43F2-9B77-52F082317637}" type="slidenum">
              <a:rPr lang="zh-CN" altLang="en-US" sz="1200">
                <a:latin typeface="Times New Roman" pitchFamily="18" charset="0"/>
                <a:ea typeface="宋体" pitchFamily="2" charset="-122"/>
              </a:rPr>
              <a:t>76</a:t>
            </a:fld>
            <a:endParaRPr lang="en-US" altLang="zh-CN" sz="1200">
              <a:latin typeface="Times New Roman" pitchFamily="18" charset="0"/>
              <a:ea typeface="宋体" pitchFamily="2" charset="-122"/>
            </a:endParaRPr>
          </a:p>
        </p:txBody>
      </p:sp>
      <p:sp>
        <p:nvSpPr>
          <p:cNvPr id="181251" name="Rectangle 2" title=""/>
          <p:cNvSpPr>
            <a:spLocks noTextEdit="1"/>
          </p:cNvSpPr>
          <p:nvPr>
            <p:ph type="sldImg" idx="2"/>
          </p:nvPr>
        </p:nvSpPr>
        <p:spPr>
          <a:xfrm>
            <a:off x="1182688" y="696913"/>
            <a:ext cx="4646612" cy="3486150"/>
          </a:xfrm>
          <a:noFill/>
          <a:ln>
            <a:miter lim="800000"/>
          </a:ln>
        </p:spPr>
      </p:sp>
      <p:sp>
        <p:nvSpPr>
          <p:cNvPr id="18125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2274" name="Rectangle 2" title=""/>
          <p:cNvSpPr>
            <a:spLocks noTextEdit="1"/>
          </p:cNvSpPr>
          <p:nvPr>
            <p:ph type="sldImg" idx="2"/>
          </p:nvPr>
        </p:nvSpPr>
        <p:spPr>
          <a:xfrm>
            <a:off x="1182688" y="696913"/>
            <a:ext cx="4646612" cy="3486150"/>
          </a:xfrm>
          <a:noFill/>
          <a:ln>
            <a:miter lim="800000"/>
          </a:ln>
        </p:spPr>
      </p:sp>
      <p:sp>
        <p:nvSpPr>
          <p:cNvPr id="182275"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3298" name="Rectangle 2" title=""/>
          <p:cNvSpPr>
            <a:spLocks noTextEdit="1"/>
          </p:cNvSpPr>
          <p:nvPr>
            <p:ph type="sldImg" idx="2"/>
          </p:nvPr>
        </p:nvSpPr>
        <p:spPr>
          <a:xfrm>
            <a:off x="1182688" y="696913"/>
            <a:ext cx="4646612" cy="3486150"/>
          </a:xfrm>
          <a:noFill/>
          <a:ln>
            <a:miter lim="800000"/>
          </a:ln>
        </p:spPr>
      </p:sp>
      <p:sp>
        <p:nvSpPr>
          <p:cNvPr id="183299"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7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4322" name="Rectangle 2" title=""/>
          <p:cNvSpPr>
            <a:spLocks noTextEdit="1"/>
          </p:cNvSpPr>
          <p:nvPr>
            <p:ph type="sldImg" idx="2"/>
          </p:nvPr>
        </p:nvSpPr>
        <p:spPr>
          <a:xfrm>
            <a:off x="1182688" y="696913"/>
            <a:ext cx="4646612" cy="3486150"/>
          </a:xfrm>
          <a:noFill/>
          <a:ln>
            <a:miter lim="800000"/>
          </a:ln>
        </p:spPr>
      </p:sp>
      <p:sp>
        <p:nvSpPr>
          <p:cNvPr id="184323"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5346" name="Rectangle 2" title=""/>
          <p:cNvSpPr>
            <a:spLocks noTextEdit="1"/>
          </p:cNvSpPr>
          <p:nvPr>
            <p:ph type="sldImg" idx="2"/>
          </p:nvPr>
        </p:nvSpPr>
        <p:spPr>
          <a:xfrm>
            <a:off x="1182688" y="696913"/>
            <a:ext cx="4646612" cy="3486150"/>
          </a:xfrm>
          <a:noFill/>
          <a:ln>
            <a:miter lim="800000"/>
          </a:ln>
        </p:spPr>
      </p:sp>
      <p:sp>
        <p:nvSpPr>
          <p:cNvPr id="185347"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637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8C01BF77-D5A8-47D5-915A-C1593C1DEAC0}" type="slidenum">
              <a:rPr lang="zh-CN" altLang="en-US" sz="1200">
                <a:latin typeface="Times New Roman" pitchFamily="18" charset="0"/>
                <a:ea typeface="宋体" pitchFamily="2" charset="-122"/>
              </a:rPr>
              <a:t>81</a:t>
            </a:fld>
            <a:endParaRPr lang="en-US" altLang="zh-CN" sz="1200">
              <a:latin typeface="Times New Roman" pitchFamily="18" charset="0"/>
              <a:ea typeface="宋体" pitchFamily="2" charset="-122"/>
            </a:endParaRPr>
          </a:p>
        </p:txBody>
      </p:sp>
      <p:sp>
        <p:nvSpPr>
          <p:cNvPr id="186371" name="Rectangle 2" title=""/>
          <p:cNvSpPr>
            <a:spLocks noTextEdit="1"/>
          </p:cNvSpPr>
          <p:nvPr>
            <p:ph type="sldImg" idx="2"/>
          </p:nvPr>
        </p:nvSpPr>
        <p:spPr>
          <a:xfrm>
            <a:off x="1182688" y="696913"/>
            <a:ext cx="4646612" cy="3486150"/>
          </a:xfrm>
          <a:noFill/>
          <a:ln>
            <a:miter lim="800000"/>
          </a:ln>
        </p:spPr>
      </p:sp>
      <p:sp>
        <p:nvSpPr>
          <p:cNvPr id="18637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7394"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78D850E-BC25-47FC-B78F-0D75E01AD397}" type="slidenum">
              <a:rPr lang="zh-CN" altLang="en-US" sz="1200">
                <a:latin typeface="Times New Roman" pitchFamily="18" charset="0"/>
                <a:ea typeface="宋体" pitchFamily="2" charset="-122"/>
              </a:rPr>
              <a:t>82</a:t>
            </a:fld>
            <a:endParaRPr lang="en-US" altLang="zh-CN" sz="1200">
              <a:latin typeface="Times New Roman" pitchFamily="18" charset="0"/>
              <a:ea typeface="宋体" pitchFamily="2" charset="-122"/>
            </a:endParaRPr>
          </a:p>
        </p:txBody>
      </p:sp>
      <p:sp>
        <p:nvSpPr>
          <p:cNvPr id="187395" name="Rectangle 2" title=""/>
          <p:cNvSpPr>
            <a:spLocks noTextEdit="1"/>
          </p:cNvSpPr>
          <p:nvPr>
            <p:ph type="sldImg" idx="2"/>
          </p:nvPr>
        </p:nvSpPr>
        <p:spPr>
          <a:xfrm>
            <a:off x="1182688" y="696913"/>
            <a:ext cx="4646612" cy="3486150"/>
          </a:xfrm>
          <a:noFill/>
          <a:ln>
            <a:miter lim="800000"/>
          </a:ln>
        </p:spPr>
      </p:sp>
      <p:sp>
        <p:nvSpPr>
          <p:cNvPr id="18739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8418"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B81F91A-E6FC-420B-826B-806419F7CDF7}" type="slidenum">
              <a:rPr lang="zh-CN" altLang="en-US" sz="1200">
                <a:latin typeface="Times New Roman" pitchFamily="18" charset="0"/>
                <a:ea typeface="宋体" pitchFamily="2" charset="-122"/>
              </a:rPr>
              <a:t>83</a:t>
            </a:fld>
            <a:endParaRPr lang="en-US" altLang="zh-CN" sz="1200">
              <a:latin typeface="Times New Roman" pitchFamily="18" charset="0"/>
              <a:ea typeface="宋体" pitchFamily="2" charset="-122"/>
            </a:endParaRPr>
          </a:p>
        </p:txBody>
      </p:sp>
      <p:sp>
        <p:nvSpPr>
          <p:cNvPr id="188419" name="Rectangle 2" title=""/>
          <p:cNvSpPr>
            <a:spLocks noTextEdit="1"/>
          </p:cNvSpPr>
          <p:nvPr>
            <p:ph type="sldImg" idx="2"/>
          </p:nvPr>
        </p:nvSpPr>
        <p:spPr>
          <a:xfrm>
            <a:off x="1182688" y="696913"/>
            <a:ext cx="4646612" cy="3486150"/>
          </a:xfrm>
          <a:noFill/>
          <a:ln>
            <a:miter lim="800000"/>
          </a:ln>
        </p:spPr>
      </p:sp>
      <p:sp>
        <p:nvSpPr>
          <p:cNvPr id="18842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89442"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45D5F3E-6511-4DE3-9909-DC617D94B781}" type="slidenum">
              <a:rPr lang="zh-CN" altLang="en-US" sz="1200">
                <a:latin typeface="Times New Roman" pitchFamily="18" charset="0"/>
                <a:ea typeface="宋体" pitchFamily="2" charset="-122"/>
              </a:rPr>
              <a:t>84</a:t>
            </a:fld>
            <a:endParaRPr lang="en-US" altLang="zh-CN" sz="1200">
              <a:latin typeface="Times New Roman" pitchFamily="18" charset="0"/>
              <a:ea typeface="宋体" pitchFamily="2" charset="-122"/>
            </a:endParaRPr>
          </a:p>
        </p:txBody>
      </p:sp>
      <p:sp>
        <p:nvSpPr>
          <p:cNvPr id="189443" name="Rectangle 2" title=""/>
          <p:cNvSpPr>
            <a:spLocks noTextEdit="1"/>
          </p:cNvSpPr>
          <p:nvPr>
            <p:ph type="sldImg" idx="2"/>
          </p:nvPr>
        </p:nvSpPr>
        <p:spPr>
          <a:xfrm>
            <a:off x="1182688" y="696913"/>
            <a:ext cx="4646612" cy="3486150"/>
          </a:xfrm>
          <a:noFill/>
          <a:ln>
            <a:miter lim="800000"/>
          </a:ln>
        </p:spPr>
      </p:sp>
      <p:sp>
        <p:nvSpPr>
          <p:cNvPr id="18944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046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49157457-4EF5-4D2F-A022-21A8C487BAE5}" type="slidenum">
              <a:rPr lang="zh-CN" altLang="en-US" sz="1200">
                <a:latin typeface="Times New Roman" pitchFamily="18" charset="0"/>
                <a:ea typeface="宋体" pitchFamily="2" charset="-122"/>
              </a:rPr>
              <a:t>85</a:t>
            </a:fld>
            <a:endParaRPr lang="en-US" altLang="zh-CN" sz="1200">
              <a:latin typeface="Times New Roman" pitchFamily="18" charset="0"/>
              <a:ea typeface="宋体" pitchFamily="2" charset="-122"/>
            </a:endParaRPr>
          </a:p>
        </p:txBody>
      </p:sp>
      <p:sp>
        <p:nvSpPr>
          <p:cNvPr id="190467" name="Rectangle 2" title=""/>
          <p:cNvSpPr>
            <a:spLocks noTextEdit="1"/>
          </p:cNvSpPr>
          <p:nvPr>
            <p:ph type="sldImg" idx="2"/>
          </p:nvPr>
        </p:nvSpPr>
        <p:spPr>
          <a:xfrm>
            <a:off x="1182688" y="696913"/>
            <a:ext cx="4646612" cy="3486150"/>
          </a:xfrm>
          <a:noFill/>
          <a:ln>
            <a:miter lim="800000"/>
          </a:ln>
        </p:spPr>
      </p:sp>
      <p:sp>
        <p:nvSpPr>
          <p:cNvPr id="19046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149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0B8EC4F5-BF1C-4154-A1A4-7A418F0AC8FA}" type="slidenum">
              <a:rPr lang="zh-CN" altLang="en-US" sz="1200">
                <a:latin typeface="Times New Roman" pitchFamily="18" charset="0"/>
                <a:ea typeface="宋体" pitchFamily="2" charset="-122"/>
              </a:rPr>
              <a:t>86</a:t>
            </a:fld>
            <a:endParaRPr lang="en-US" altLang="zh-CN" sz="1200">
              <a:latin typeface="Times New Roman" pitchFamily="18" charset="0"/>
              <a:ea typeface="宋体" pitchFamily="2" charset="-122"/>
            </a:endParaRPr>
          </a:p>
        </p:txBody>
      </p:sp>
      <p:sp>
        <p:nvSpPr>
          <p:cNvPr id="191491" name="Rectangle 2" title=""/>
          <p:cNvSpPr>
            <a:spLocks noTextEdit="1"/>
          </p:cNvSpPr>
          <p:nvPr>
            <p:ph type="sldImg" idx="2"/>
          </p:nvPr>
        </p:nvSpPr>
        <p:spPr>
          <a:xfrm>
            <a:off x="1182688" y="696913"/>
            <a:ext cx="4646612" cy="3486150"/>
          </a:xfrm>
          <a:noFill/>
          <a:ln>
            <a:miter lim="800000"/>
          </a:ln>
        </p:spPr>
      </p:sp>
      <p:sp>
        <p:nvSpPr>
          <p:cNvPr id="19149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2514"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17857BF-FAE2-4C14-B439-07845C19DAB7}" type="slidenum">
              <a:rPr lang="zh-CN" altLang="en-US" sz="1200">
                <a:latin typeface="Times New Roman" pitchFamily="18" charset="0"/>
                <a:ea typeface="宋体" pitchFamily="2" charset="-122"/>
              </a:rPr>
              <a:t>87</a:t>
            </a:fld>
            <a:endParaRPr lang="en-US" altLang="zh-CN" sz="1200">
              <a:latin typeface="Times New Roman" pitchFamily="18" charset="0"/>
              <a:ea typeface="宋体" pitchFamily="2" charset="-122"/>
            </a:endParaRPr>
          </a:p>
        </p:txBody>
      </p:sp>
      <p:sp>
        <p:nvSpPr>
          <p:cNvPr id="192515" name="Rectangle 2" title=""/>
          <p:cNvSpPr>
            <a:spLocks noTextEdit="1"/>
          </p:cNvSpPr>
          <p:nvPr>
            <p:ph type="sldImg" idx="2"/>
          </p:nvPr>
        </p:nvSpPr>
        <p:spPr>
          <a:xfrm>
            <a:off x="1182688" y="696913"/>
            <a:ext cx="4646612" cy="3486150"/>
          </a:xfrm>
          <a:noFill/>
          <a:ln>
            <a:miter lim="800000"/>
          </a:ln>
        </p:spPr>
      </p:sp>
      <p:sp>
        <p:nvSpPr>
          <p:cNvPr id="19251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3538"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5BC6BE61-9625-4863-9E47-BA3DD0185514}" type="slidenum">
              <a:rPr lang="zh-CN" altLang="en-US" sz="1200">
                <a:latin typeface="Times New Roman" pitchFamily="18" charset="0"/>
                <a:ea typeface="宋体" pitchFamily="2" charset="-122"/>
              </a:rPr>
              <a:t>88</a:t>
            </a:fld>
            <a:endParaRPr lang="en-US" altLang="zh-CN" sz="1200">
              <a:latin typeface="Times New Roman" pitchFamily="18" charset="0"/>
              <a:ea typeface="宋体" pitchFamily="2" charset="-122"/>
            </a:endParaRPr>
          </a:p>
        </p:txBody>
      </p:sp>
      <p:sp>
        <p:nvSpPr>
          <p:cNvPr id="193539" name="Rectangle 2" title=""/>
          <p:cNvSpPr>
            <a:spLocks noTextEdit="1"/>
          </p:cNvSpPr>
          <p:nvPr>
            <p:ph type="sldImg" idx="2"/>
          </p:nvPr>
        </p:nvSpPr>
        <p:spPr>
          <a:xfrm>
            <a:off x="1182688" y="696913"/>
            <a:ext cx="4646612" cy="3486150"/>
          </a:xfrm>
          <a:noFill/>
          <a:ln>
            <a:miter lim="800000"/>
          </a:ln>
        </p:spPr>
      </p:sp>
      <p:sp>
        <p:nvSpPr>
          <p:cNvPr id="19354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8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4562"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29AF2EB8-26E0-4FBD-B9E0-0C3DF3BBA9B6}" type="slidenum">
              <a:rPr lang="zh-CN" altLang="en-US" sz="1200">
                <a:latin typeface="Times New Roman" pitchFamily="18" charset="0"/>
                <a:ea typeface="宋体" pitchFamily="2" charset="-122"/>
              </a:rPr>
              <a:t>89</a:t>
            </a:fld>
            <a:endParaRPr lang="en-US" altLang="zh-CN" sz="1200">
              <a:latin typeface="Times New Roman" pitchFamily="18" charset="0"/>
              <a:ea typeface="宋体" pitchFamily="2" charset="-122"/>
            </a:endParaRPr>
          </a:p>
        </p:txBody>
      </p:sp>
      <p:sp>
        <p:nvSpPr>
          <p:cNvPr id="194563" name="Rectangle 2" title=""/>
          <p:cNvSpPr>
            <a:spLocks noTextEdit="1"/>
          </p:cNvSpPr>
          <p:nvPr>
            <p:ph type="sldImg" idx="2"/>
          </p:nvPr>
        </p:nvSpPr>
        <p:spPr>
          <a:xfrm>
            <a:off x="1182688" y="696913"/>
            <a:ext cx="4646612" cy="3486150"/>
          </a:xfrm>
          <a:noFill/>
          <a:ln>
            <a:miter lim="800000"/>
          </a:ln>
        </p:spPr>
      </p:sp>
      <p:sp>
        <p:nvSpPr>
          <p:cNvPr id="19456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5586"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2ED8EB4B-7B65-4DE4-935E-5CD1E0F85488}" type="slidenum">
              <a:rPr lang="zh-CN" altLang="en-US" sz="1200">
                <a:latin typeface="Times New Roman" pitchFamily="18" charset="0"/>
                <a:ea typeface="宋体" pitchFamily="2" charset="-122"/>
              </a:rPr>
              <a:t>90</a:t>
            </a:fld>
            <a:endParaRPr lang="en-US" altLang="zh-CN" sz="1200">
              <a:latin typeface="Times New Roman" pitchFamily="18" charset="0"/>
              <a:ea typeface="宋体" pitchFamily="2" charset="-122"/>
            </a:endParaRPr>
          </a:p>
        </p:txBody>
      </p:sp>
      <p:sp>
        <p:nvSpPr>
          <p:cNvPr id="195587" name="Rectangle 2" title=""/>
          <p:cNvSpPr>
            <a:spLocks noTextEdit="1"/>
          </p:cNvSpPr>
          <p:nvPr>
            <p:ph type="sldImg" idx="2"/>
          </p:nvPr>
        </p:nvSpPr>
        <p:spPr>
          <a:xfrm>
            <a:off x="1182688" y="696913"/>
            <a:ext cx="4646612" cy="3486150"/>
          </a:xfrm>
          <a:noFill/>
          <a:ln>
            <a:miter lim="800000"/>
          </a:ln>
        </p:spPr>
      </p:sp>
      <p:sp>
        <p:nvSpPr>
          <p:cNvPr id="19558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6610" name="Rectangle 2" title=""/>
          <p:cNvSpPr>
            <a:spLocks noTextEdit="1"/>
          </p:cNvSpPr>
          <p:nvPr>
            <p:ph type="sldImg" idx="2"/>
          </p:nvPr>
        </p:nvSpPr>
        <p:spPr>
          <a:xfrm>
            <a:off x="1182688" y="696913"/>
            <a:ext cx="4646612" cy="3486150"/>
          </a:xfrm>
          <a:noFill/>
          <a:ln>
            <a:miter lim="800000"/>
          </a:ln>
        </p:spPr>
      </p:sp>
      <p:sp>
        <p:nvSpPr>
          <p:cNvPr id="196611"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7634" name="Rectangle 7" title=""/>
          <p:cNvSpPr txBox="1">
            <a:spLocks noGrp="1"/>
          </p:cNvSpPr>
          <p:nvPr>
            <p:ph type="sldNum"/>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C36CDABB-36B3-4D24-B9FE-229702B74CDD}" type="slidenum">
              <a:rPr lang="zh-CN" altLang="en-US" sz="1200">
                <a:latin typeface="Times New Roman" pitchFamily="18" charset="0"/>
                <a:ea typeface="宋体" pitchFamily="2" charset="-122"/>
              </a:rPr>
              <a:t>92</a:t>
            </a:fld>
            <a:endParaRPr lang="en-US" altLang="zh-CN" sz="1200">
              <a:latin typeface="Times New Roman" pitchFamily="18" charset="0"/>
              <a:ea typeface="宋体" pitchFamily="2" charset="-122"/>
            </a:endParaRPr>
          </a:p>
        </p:txBody>
      </p:sp>
      <p:sp>
        <p:nvSpPr>
          <p:cNvPr id="197635" name="Rectangle 2" title=""/>
          <p:cNvSpPr>
            <a:spLocks noTextEdit="1"/>
          </p:cNvSpPr>
          <p:nvPr>
            <p:ph type="sldImg" idx="2"/>
          </p:nvPr>
        </p:nvSpPr>
        <p:spPr>
          <a:xfrm>
            <a:off x="1182688" y="696913"/>
            <a:ext cx="4646612" cy="3486150"/>
          </a:xfrm>
          <a:noFill/>
          <a:ln>
            <a:miter lim="800000"/>
          </a:ln>
        </p:spPr>
      </p:sp>
      <p:sp>
        <p:nvSpPr>
          <p:cNvPr id="19763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8658"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F6DB55C-0CEB-43A6-B841-8C6C5F262826}" type="slidenum">
              <a:rPr lang="zh-CN" altLang="en-US" sz="1200">
                <a:latin typeface="Times New Roman" pitchFamily="18" charset="0"/>
                <a:ea typeface="宋体" pitchFamily="2" charset="-122"/>
              </a:rPr>
              <a:t>93</a:t>
            </a:fld>
            <a:endParaRPr lang="en-US" altLang="zh-CN" sz="1200">
              <a:latin typeface="Times New Roman" pitchFamily="18" charset="0"/>
              <a:ea typeface="宋体" pitchFamily="2" charset="-122"/>
            </a:endParaRPr>
          </a:p>
        </p:txBody>
      </p:sp>
      <p:sp>
        <p:nvSpPr>
          <p:cNvPr id="198659" name="Rectangle 2" title=""/>
          <p:cNvSpPr>
            <a:spLocks noTextEdit="1"/>
          </p:cNvSpPr>
          <p:nvPr>
            <p:ph type="sldImg" idx="2"/>
          </p:nvPr>
        </p:nvSpPr>
        <p:spPr>
          <a:xfrm>
            <a:off x="1182688" y="696913"/>
            <a:ext cx="4646612" cy="3486150"/>
          </a:xfrm>
          <a:noFill/>
          <a:ln>
            <a:miter lim="800000"/>
          </a:ln>
        </p:spPr>
      </p:sp>
      <p:sp>
        <p:nvSpPr>
          <p:cNvPr id="19866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199682"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926AFA76-E18B-4439-953F-5F9C4F565798}" type="slidenum">
              <a:rPr lang="zh-CN" altLang="en-US" sz="1200">
                <a:latin typeface="Times New Roman" pitchFamily="18" charset="0"/>
                <a:ea typeface="宋体" pitchFamily="2" charset="-122"/>
              </a:rPr>
              <a:t>94</a:t>
            </a:fld>
            <a:endParaRPr lang="en-US" altLang="zh-CN" sz="1200">
              <a:latin typeface="Times New Roman" pitchFamily="18" charset="0"/>
              <a:ea typeface="宋体" pitchFamily="2" charset="-122"/>
            </a:endParaRPr>
          </a:p>
        </p:txBody>
      </p:sp>
      <p:sp>
        <p:nvSpPr>
          <p:cNvPr id="199683" name="Rectangle 2" title=""/>
          <p:cNvSpPr>
            <a:spLocks noTextEdit="1"/>
          </p:cNvSpPr>
          <p:nvPr>
            <p:ph type="sldImg" idx="2"/>
          </p:nvPr>
        </p:nvSpPr>
        <p:spPr>
          <a:xfrm>
            <a:off x="1182688" y="696913"/>
            <a:ext cx="4646612" cy="3486150"/>
          </a:xfrm>
          <a:noFill/>
          <a:ln>
            <a:miter lim="800000"/>
          </a:ln>
        </p:spPr>
      </p:sp>
      <p:sp>
        <p:nvSpPr>
          <p:cNvPr id="199684"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200706"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8F3EEFF1-3EEB-46AF-8E0D-1C9C481D3640}" type="slidenum">
              <a:rPr lang="zh-CN" altLang="en-US" sz="1200">
                <a:latin typeface="Times New Roman" pitchFamily="18" charset="0"/>
                <a:ea typeface="宋体" pitchFamily="2" charset="-122"/>
              </a:rPr>
              <a:t>95</a:t>
            </a:fld>
            <a:endParaRPr lang="en-US" altLang="zh-CN" sz="1200">
              <a:latin typeface="Times New Roman" pitchFamily="18" charset="0"/>
              <a:ea typeface="宋体" pitchFamily="2" charset="-122"/>
            </a:endParaRPr>
          </a:p>
        </p:txBody>
      </p:sp>
      <p:sp>
        <p:nvSpPr>
          <p:cNvPr id="200707" name="Rectangle 2" title=""/>
          <p:cNvSpPr>
            <a:spLocks noTextEdit="1"/>
          </p:cNvSpPr>
          <p:nvPr>
            <p:ph type="sldImg" idx="2"/>
          </p:nvPr>
        </p:nvSpPr>
        <p:spPr>
          <a:xfrm>
            <a:off x="1182688" y="696913"/>
            <a:ext cx="4646612" cy="3486150"/>
          </a:xfrm>
          <a:noFill/>
          <a:ln>
            <a:miter lim="800000"/>
          </a:ln>
        </p:spPr>
      </p:sp>
      <p:sp>
        <p:nvSpPr>
          <p:cNvPr id="200708"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201730"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D04502C4-5CD0-4677-9726-875B8109D98D}" type="slidenum">
              <a:rPr lang="zh-CN" altLang="en-US" sz="1200">
                <a:latin typeface="Times New Roman" pitchFamily="18" charset="0"/>
                <a:ea typeface="宋体" pitchFamily="2" charset="-122"/>
              </a:rPr>
              <a:t>96</a:t>
            </a:fld>
            <a:endParaRPr lang="en-US" altLang="zh-CN" sz="1200">
              <a:latin typeface="Times New Roman" pitchFamily="18" charset="0"/>
              <a:ea typeface="宋体" pitchFamily="2" charset="-122"/>
            </a:endParaRPr>
          </a:p>
        </p:txBody>
      </p:sp>
      <p:sp>
        <p:nvSpPr>
          <p:cNvPr id="201731" name="Rectangle 2" title=""/>
          <p:cNvSpPr>
            <a:spLocks noTextEdit="1"/>
          </p:cNvSpPr>
          <p:nvPr>
            <p:ph type="sldImg" idx="2"/>
          </p:nvPr>
        </p:nvSpPr>
        <p:spPr>
          <a:xfrm>
            <a:off x="1182688" y="696913"/>
            <a:ext cx="4646612" cy="3486150"/>
          </a:xfrm>
          <a:noFill/>
          <a:ln>
            <a:miter lim="800000"/>
          </a:ln>
        </p:spPr>
      </p:sp>
      <p:sp>
        <p:nvSpPr>
          <p:cNvPr id="201732"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202754"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E7A8ECD7-0EF7-48E3-BE4B-C9280C7F6AA4}" type="slidenum">
              <a:rPr lang="zh-CN" altLang="en-US" sz="1200">
                <a:latin typeface="Times New Roman" pitchFamily="18" charset="0"/>
                <a:ea typeface="宋体" pitchFamily="2" charset="-122"/>
              </a:rPr>
              <a:t>97</a:t>
            </a:fld>
            <a:endParaRPr lang="en-US" altLang="zh-CN" sz="1200">
              <a:latin typeface="Times New Roman" pitchFamily="18" charset="0"/>
              <a:ea typeface="宋体" pitchFamily="2" charset="-122"/>
            </a:endParaRPr>
          </a:p>
        </p:txBody>
      </p:sp>
      <p:sp>
        <p:nvSpPr>
          <p:cNvPr id="202755" name="Rectangle 2" title=""/>
          <p:cNvSpPr>
            <a:spLocks noTextEdit="1"/>
          </p:cNvSpPr>
          <p:nvPr>
            <p:ph type="sldImg" idx="2"/>
          </p:nvPr>
        </p:nvSpPr>
        <p:spPr>
          <a:xfrm>
            <a:off x="1182688" y="696913"/>
            <a:ext cx="4646612" cy="3486150"/>
          </a:xfrm>
          <a:noFill/>
          <a:ln>
            <a:miter lim="800000"/>
          </a:ln>
        </p:spPr>
      </p:sp>
      <p:sp>
        <p:nvSpPr>
          <p:cNvPr id="202756"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notesSlides/notesSlide9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title=""/>
        <p:cNvGrpSpPr/>
        <p:nvPr/>
      </p:nvGrpSpPr>
      <p:grpSpPr/>
      <p:sp>
        <p:nvSpPr>
          <p:cNvPr id="203778" name="Rectangle 7" title=""/>
          <p:cNvSpPr txBox="1">
            <a:spLocks noGrp="1"/>
          </p:cNvSpPr>
          <p:nvPr/>
        </p:nvSpPr>
        <p:spPr>
          <a:xfrm>
            <a:off x="3971925" y="8831263"/>
            <a:ext cx="3038475" cy="465137"/>
          </a:xfrm>
          <a:prstGeom prst="rect">
            <a:avLst/>
          </a:prstGeom>
          <a:noFill/>
          <a:ln>
            <a:noFill/>
            <a:miter lim="800000"/>
          </a:ln>
        </p:spPr>
        <p:txBody>
          <a:bodyPr lIns="93170" tIns="46586" rIns="93170" bIns="46586"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defTabSz="931862"/>
            <a:fld id="{198A8E43-C4BC-46EF-804B-6EABD2921BFF}" type="slidenum">
              <a:rPr lang="zh-CN" altLang="en-US" sz="1200">
                <a:latin typeface="Times New Roman" pitchFamily="18" charset="0"/>
                <a:ea typeface="宋体" pitchFamily="2" charset="-122"/>
              </a:rPr>
              <a:t>98</a:t>
            </a:fld>
            <a:endParaRPr lang="en-US" altLang="zh-CN" sz="1200">
              <a:latin typeface="Times New Roman" pitchFamily="18" charset="0"/>
              <a:ea typeface="宋体" pitchFamily="2" charset="-122"/>
            </a:endParaRPr>
          </a:p>
        </p:txBody>
      </p:sp>
      <p:sp>
        <p:nvSpPr>
          <p:cNvPr id="203779" name="Rectangle 2" title=""/>
          <p:cNvSpPr>
            <a:spLocks noTextEdit="1"/>
          </p:cNvSpPr>
          <p:nvPr>
            <p:ph type="sldImg" idx="2"/>
          </p:nvPr>
        </p:nvSpPr>
        <p:spPr>
          <a:xfrm>
            <a:off x="1182688" y="696913"/>
            <a:ext cx="4646612" cy="3486150"/>
          </a:xfrm>
          <a:noFill/>
          <a:ln>
            <a:miter lim="800000"/>
          </a:ln>
        </p:spPr>
      </p:sp>
      <p:sp>
        <p:nvSpPr>
          <p:cNvPr id="203780" name="Rectangle 3" title=""/>
          <p:cNvSpPr>
            <a:spLocks noGrp="1"/>
          </p:cNvSpPr>
          <p:nvPr>
            <p:ph type="body" idx="3"/>
          </p:nvPr>
        </p:nvSpPr>
        <p:spPr>
          <a:xfrm>
            <a:off x="935038" y="4416425"/>
            <a:ext cx="5140325" cy="4183063"/>
          </a:xfrm>
          <a:noFill/>
          <a:ln w="9525">
            <a:noFill/>
            <a:miter lim="800000"/>
          </a:ln>
        </p:spPr>
        <p:txBody>
          <a:bodyPr wrap="square" lIns="93170" tIns="46586" rIns="93170" bIns="46586"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Times New Roman" pitchFamily="18" charset="0"/>
              </a:defRPr>
            </a:lvl5pPr>
          </a:lstStyle>
          <a:p>
            <a:pPr marL="0" indent="0"/>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title">
  <p:cSld name="Title Slide">
    <p:bg>
      <p:bgPr>
        <a:solidFill>
          <a:schemeClr val="bg1"/>
        </a:solidFill>
      </p:bgPr>
    </p:bg>
    <p:spTree>
      <p:nvGrpSpPr>
        <p:cNvPr id="1" name="" title=""/>
        <p:cNvGrpSpPr/>
        <p:nvPr/>
      </p:nvGrpSpPr>
      <p:grpSpPr/>
      <p:grpSp>
        <p:nvGrpSpPr>
          <p:cNvPr id="2050" name="Group 2" title=""/>
          <p:cNvGrpSpPr/>
          <p:nvPr/>
        </p:nvGrpSpPr>
        <p:grpSpPr>
          <a:xfrm>
            <a:off x="0" y="2438400"/>
            <a:ext cx="9009063" cy="1052513"/>
            <a:chOff x="0" y="1536"/>
            <a:chExt cx="5675" cy="663"/>
          </a:xfrm>
        </p:grpSpPr>
        <p:grpSp>
          <p:nvGrpSpPr>
            <p:cNvPr id="2056" name="Group 3" title=""/>
            <p:cNvGrpSpPr/>
            <p:nvPr/>
          </p:nvGrpSpPr>
          <p:grpSpPr>
            <a:xfrm>
              <a:off x="185" y="1604"/>
              <a:ext cx="449" cy="299"/>
              <a:chOff x="720" y="336"/>
              <a:chExt cx="624" cy="432"/>
            </a:xfrm>
          </p:grpSpPr>
          <p:sp>
            <p:nvSpPr>
              <p:cNvPr id="2063" name="Rectangle 4" title=""/>
              <p:cNvSpPr/>
              <p:nvPr/>
            </p:nvSpPr>
            <p:spPr>
              <a:xfrm>
                <a:off x="720" y="336"/>
                <a:ext cx="384" cy="432"/>
              </a:xfrm>
              <a:prstGeom prst="rect">
                <a:avLst/>
              </a:prstGeom>
              <a:solidFill>
                <a:schemeClr val="folHlink"/>
              </a:soli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2064" name="Rectangle 5" title=""/>
              <p:cNvSpPr/>
              <p:nvPr/>
            </p:nvSpPr>
            <p:spPr>
              <a:xfrm>
                <a:off x="1056" y="336"/>
                <a:ext cx="288" cy="432"/>
              </a:xfrm>
              <a:prstGeom prst="rect">
                <a:avLst/>
              </a:prstGeom>
              <a:gradFill rotWithShape="0">
                <a:gsLst>
                  <a:gs pos="0">
                    <a:schemeClr val="folHlink"/>
                  </a:gs>
                  <a:gs pos="100000">
                    <a:schemeClr val="bg1"/>
                  </a:gs>
                </a:gsLst>
                <a:lin ang="0" scaled="1"/>
              </a:gra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grpSp>
        <p:grpSp>
          <p:nvGrpSpPr>
            <p:cNvPr id="2057" name="Group 6" title=""/>
            <p:cNvGrpSpPr/>
            <p:nvPr/>
          </p:nvGrpSpPr>
          <p:grpSpPr>
            <a:xfrm>
              <a:off x="263" y="1870"/>
              <a:ext cx="466" cy="299"/>
              <a:chOff x="912" y="2640"/>
              <a:chExt cx="672" cy="432"/>
            </a:xfrm>
          </p:grpSpPr>
          <p:sp>
            <p:nvSpPr>
              <p:cNvPr id="2061" name="Rectangle 7" title=""/>
              <p:cNvSpPr/>
              <p:nvPr/>
            </p:nvSpPr>
            <p:spPr>
              <a:xfrm>
                <a:off x="912" y="2640"/>
                <a:ext cx="384" cy="432"/>
              </a:xfrm>
              <a:prstGeom prst="rect">
                <a:avLst/>
              </a:prstGeom>
              <a:solidFill>
                <a:schemeClr val="accent2"/>
              </a:soli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2062" name="Rectangle 8" title=""/>
              <p:cNvSpPr/>
              <p:nvPr/>
            </p:nvSpPr>
            <p:spPr>
              <a:xfrm>
                <a:off x="1248" y="2640"/>
                <a:ext cx="336" cy="432"/>
              </a:xfrm>
              <a:prstGeom prst="rect">
                <a:avLst/>
              </a:prstGeom>
              <a:gradFill rotWithShape="0">
                <a:gsLst>
                  <a:gs pos="0">
                    <a:schemeClr val="accent2"/>
                  </a:gs>
                  <a:gs pos="100000">
                    <a:schemeClr val="bg1"/>
                  </a:gs>
                </a:gsLst>
                <a:lin ang="0" scaled="1"/>
              </a:gra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grpSp>
        <p:sp>
          <p:nvSpPr>
            <p:cNvPr id="2058" name="Rectangle 9" title=""/>
            <p:cNvSpPr/>
            <p:nvPr/>
          </p:nvSpPr>
          <p:spPr>
            <a:xfrm>
              <a:off x="0" y="1824"/>
              <a:ext cx="353" cy="266"/>
            </a:xfrm>
            <a:prstGeom prst="rect">
              <a:avLst/>
            </a:prstGeom>
            <a:gradFill rotWithShape="0">
              <a:gsLst>
                <a:gs pos="0">
                  <a:schemeClr val="bg1"/>
                </a:gs>
                <a:gs pos="100000">
                  <a:schemeClr val="hlink"/>
                </a:gs>
              </a:gsLst>
              <a:lin ang="18900000" scaled="1"/>
            </a:gra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2059" name="Rectangle 10" title=""/>
            <p:cNvSpPr/>
            <p:nvPr/>
          </p:nvSpPr>
          <p:spPr>
            <a:xfrm>
              <a:off x="400" y="1536"/>
              <a:ext cx="20" cy="663"/>
            </a:xfrm>
            <a:prstGeom prst="rect">
              <a:avLst/>
            </a:prstGeom>
            <a:solidFill>
              <a:schemeClr val="bg2"/>
            </a:soli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2060" name="Rectangle 11" title=""/>
            <p:cNvSpPr/>
            <p:nvPr/>
          </p:nvSpPr>
          <p:spPr>
            <a:xfrm flipV="1">
              <a:off x="199" y="2054"/>
              <a:ext cx="5476" cy="35"/>
            </a:xfrm>
            <a:prstGeom prst="rect">
              <a:avLst/>
            </a:prstGeom>
            <a:gradFill rotWithShape="0">
              <a:gsLst>
                <a:gs pos="0">
                  <a:schemeClr val="bg2"/>
                </a:gs>
                <a:gs pos="100000">
                  <a:schemeClr val="bg1"/>
                </a:gs>
              </a:gsLst>
              <a:lin ang="0" scaled="1"/>
            </a:gra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ltLang="zh-CN"/>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ltLang="zh-CN"/>
              <a:t>Click to edit Master subtitle style</a:t>
            </a:r>
          </a:p>
        </p:txBody>
      </p:sp>
      <p:sp>
        <p:nvSpPr>
          <p:cNvPr id="2053" name="Rectangle 14"/>
          <p:cNvSpPr>
            <a:spLocks noGrp="1" noChangeArrowheads="1"/>
          </p:cNvSpPr>
          <p:nvPr>
            <p:ph type="dt" sz="half" idx="10"/>
          </p:nvPr>
        </p:nvSpPr>
        <p:spPr bwMode="auto">
          <a:xfrm>
            <a:off x="990600" y="6248400"/>
            <a:ext cx="1905000" cy="457200"/>
          </a:xfrm>
          <a:prstGeom prst="rect">
            <a:avLst/>
          </a:prstGeom>
          <a:ln>
            <a:miter lim="800000"/>
          </a:ln>
        </p:spPr>
        <p:txBody>
          <a:bodyPr vert="horz" wrap="square" lIns="91440" tIns="45720" rIns="91440" bIns="45720" numCol="1" anchor="b" anchorCtr="0" compatLnSpc="1">
            <a:prstTxWarp prst="textNoShape">
              <a:avLst/>
            </a:prstTxWarp>
          </a:bodyPr>
          <a:lstStyle>
            <a:lvl1pPr>
              <a:defRPr sz="14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7A3C36C3-A143-4DFB-8B37-22B489B2CD3E}" type="datetime1">
              <a:rPr kumimoji="0" lang="en-US" sz="1400" b="0" i="0" u="none" strike="noStrike" kern="1200" cap="none" spc="0" normalizeH="0" baseline="0" noProof="0">
                <a:ln>
                  <a:noFill/>
                </a:ln>
                <a:solidFill>
                  <a:schemeClr val="bg2"/>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400" b="0" i="0" u="none" strike="noStrike" kern="1200" cap="none" spc="0" normalizeH="0" baseline="0" noProof="0">
              <a:ln>
                <a:noFill/>
              </a:ln>
              <a:solidFill>
                <a:schemeClr val="bg2"/>
              </a:solidFill>
              <a:effectLst/>
              <a:uLnTx/>
              <a:uFillTx/>
              <a:latin typeface="Tahoma" pitchFamily="34" charset="0"/>
              <a:ea typeface="SimSun" pitchFamily="2" charset="-122"/>
              <a:cs typeface="+mn-cs"/>
            </a:endParaRPr>
          </a:p>
        </p:txBody>
      </p:sp>
      <p:sp>
        <p:nvSpPr>
          <p:cNvPr id="2054" name="Rectangle 15"/>
          <p:cNvSpPr>
            <a:spLocks noGrp="1" noChangeArrowheads="1"/>
          </p:cNvSpPr>
          <p:nvPr>
            <p:ph type="ftr" sz="quarter" idx="11"/>
          </p:nvPr>
        </p:nvSpPr>
        <p:spPr bwMode="auto">
          <a:xfrm>
            <a:off x="3429000" y="6248400"/>
            <a:ext cx="2895600" cy="457200"/>
          </a:xfrm>
          <a:prstGeom prst="rect">
            <a:avLst/>
          </a:prstGeom>
          <a:ln>
            <a:miter lim="800000"/>
          </a:ln>
        </p:spPr>
        <p:txBody>
          <a:bodyPr vert="horz" wrap="square" lIns="91440" tIns="45720" rIns="91440" bIns="45720" numCol="1" anchor="b" anchorCtr="0" compatLnSpc="1">
            <a:prstTxWarp prst="textNoShape">
              <a:avLst/>
            </a:prstTxWarp>
          </a:bodyPr>
          <a:lstStyle>
            <a:lvl1pPr>
              <a:defRPr sz="1400">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bg2"/>
                </a:solidFill>
                <a:effectLst/>
                <a:uLnTx/>
                <a:uFillTx/>
                <a:latin typeface="Tahoma" pitchFamily="34" charset="0"/>
                <a:ea typeface="SimSun" pitchFamily="2" charset="-122"/>
                <a:cs typeface="+mn-cs"/>
              </a:rPr>
              <a:t>Data Mining: Concepts and Techniques</a:t>
            </a:r>
          </a:p>
        </p:txBody>
      </p:sp>
      <p:sp>
        <p:nvSpPr>
          <p:cNvPr id="2055" name="Rectangle 16"/>
          <p:cNvSpPr>
            <a:spLocks noGrp="1" noChangeArrowheads="1"/>
          </p:cNvSpPr>
          <p:nvPr>
            <p:ph type="sldNum" sz="quarter" idx="12"/>
          </p:nvPr>
        </p:nvSpPr>
        <p:spPr bwMode="auto">
          <a:xfrm>
            <a:off x="6858000" y="6248400"/>
            <a:ext cx="1905000" cy="457200"/>
          </a:xfrm>
          <a:prstGeom prst="rect">
            <a:avLst/>
          </a:prstGeom>
          <a:ln>
            <a:miter lim="800000"/>
          </a:ln>
        </p:spPr>
        <p:txBody>
          <a:bodyPr numCol="1" anchor="b" anchorCtr="0" compatLnSpc="1">
            <a:prstTxWarp prst="textNoShape">
              <a:avLst/>
            </a:prstTxWarp>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400" b="0" i="0" u="none" baseline="0">
                <a:solidFill>
                  <a:schemeClr val="bg2"/>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007AD06-E0DF-4BA9-B313-02CB389F7B6E}" type="slidenum">
              <a:rPr lang="zh-CN" altLang="en-US" sz="1400">
                <a:solidFill>
                  <a:schemeClr val="bg2"/>
                </a:solidFill>
                <a:ea typeface="宋体" pitchFamily="2" charset="-122"/>
              </a:rPr>
              <a:t>‹#›</a:t>
            </a:fld>
            <a:endParaRPr lang="en-US" altLang="zh-CN" sz="1400">
              <a:solidFill>
                <a:schemeClr val="bg2"/>
              </a:solidFill>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5"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6"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5"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6"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6"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7"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8"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9"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4"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5"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3"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4"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6"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7"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6"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7"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5"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6"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858000" y="381000"/>
            <a:ext cx="228600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381000"/>
            <a:ext cx="670560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5"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6"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AndObj" preserve="1">
  <p:cSld name="Title, Text, and Content">
    <p:spTree>
      <p:nvGrpSpPr>
        <p:cNvPr id="1" name=""/>
        <p:cNvGrpSpPr/>
        <p:nvPr/>
      </p:nvGrpSpPr>
      <p:grpSpPr>
        <a:xfrm>
          <a:off x="0" y="0"/>
          <a:ext cx="0" cy="0"/>
        </a:xfrm>
      </p:grpSpPr>
      <p:sp>
        <p:nvSpPr>
          <p:cNvPr id="2" name="Title 1"/>
          <p:cNvSpPr>
            <a:spLocks noGrp="1"/>
          </p:cNvSpPr>
          <p:nvPr>
            <p:ph type="title"/>
          </p:nvPr>
        </p:nvSpPr>
        <p:spPr>
          <a:xfrm>
            <a:off x="0" y="381000"/>
            <a:ext cx="91440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4478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6"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7"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xAndTwoObj" preserve="1">
  <p:cSld name="Title, Text, and 2 Content">
    <p:spTree>
      <p:nvGrpSpPr>
        <p:cNvPr id="1" name=""/>
        <p:cNvGrpSpPr/>
        <p:nvPr/>
      </p:nvGrpSpPr>
      <p:grpSpPr>
        <a:xfrm>
          <a:off x="0" y="0"/>
          <a:ext cx="0" cy="0"/>
        </a:xfrm>
      </p:grpSpPr>
      <p:sp>
        <p:nvSpPr>
          <p:cNvPr id="2" name="Title 1"/>
          <p:cNvSpPr>
            <a:spLocks noGrp="1"/>
          </p:cNvSpPr>
          <p:nvPr>
            <p:ph type="title"/>
          </p:nvPr>
        </p:nvSpPr>
        <p:spPr>
          <a:xfrm>
            <a:off x="0" y="381000"/>
            <a:ext cx="91440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4478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4478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38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7"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8"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fourObj" preserve="1">
  <p:cSld name="Title and 4 Content">
    <p:spTree>
      <p:nvGrpSpPr>
        <p:cNvPr id="1" name=""/>
        <p:cNvGrpSpPr/>
        <p:nvPr/>
      </p:nvGrpSpPr>
      <p:grpSpPr>
        <a:xfrm>
          <a:off x="0" y="0"/>
          <a:ext cx="0" cy="0"/>
        </a:xfrm>
      </p:grpSpPr>
      <p:sp>
        <p:nvSpPr>
          <p:cNvPr id="2" name="Title 1"/>
          <p:cNvSpPr>
            <a:spLocks noGrp="1"/>
          </p:cNvSpPr>
          <p:nvPr>
            <p:ph type="title" sz="quarter"/>
          </p:nvPr>
        </p:nvSpPr>
        <p:spPr>
          <a:xfrm>
            <a:off x="0" y="381000"/>
            <a:ext cx="9144000" cy="6858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381000" y="14478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4478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381000" y="4038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4038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8"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9"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AndTwoObj" preserve="1">
  <p:cSld name="Title, Content, and 2 Content">
    <p:spTree>
      <p:nvGrpSpPr>
        <p:cNvPr id="1" name=""/>
        <p:cNvGrpSpPr/>
        <p:nvPr/>
      </p:nvGrpSpPr>
      <p:grpSpPr>
        <a:xfrm>
          <a:off x="0" y="0"/>
          <a:ext cx="0" cy="0"/>
        </a:xfrm>
      </p:grpSpPr>
      <p:sp>
        <p:nvSpPr>
          <p:cNvPr id="2" name="Title 1"/>
          <p:cNvSpPr>
            <a:spLocks noGrp="1"/>
          </p:cNvSpPr>
          <p:nvPr>
            <p:ph type="title"/>
          </p:nvPr>
        </p:nvSpPr>
        <p:spPr>
          <a:xfrm>
            <a:off x="0" y="381000"/>
            <a:ext cx="9144000" cy="6858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4478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38600"/>
            <a:ext cx="41148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7"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8"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bl" preserve="1">
  <p:cSld name="Title and Table">
    <p:spTree>
      <p:nvGrpSpPr>
        <p:cNvPr id="1" name=""/>
        <p:cNvGrpSpPr/>
        <p:nvPr/>
      </p:nvGrpSpPr>
      <p:grpSpPr>
        <a:xfrm>
          <a:off x="0" y="0"/>
          <a:ext cx="0" cy="0"/>
        </a:xfrm>
      </p:grpSpPr>
      <p:sp>
        <p:nvSpPr>
          <p:cNvPr id="2" name="Title 1"/>
          <p:cNvSpPr>
            <a:spLocks noGrp="1"/>
          </p:cNvSpPr>
          <p:nvPr>
            <p:ph type="title"/>
          </p:nvPr>
        </p:nvSpPr>
        <p:spPr>
          <a:xfrm>
            <a:off x="0" y="381000"/>
            <a:ext cx="9144000" cy="6858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81000" y="1447800"/>
            <a:ext cx="8382000" cy="5029200"/>
          </a:xfrm>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itchFamily="2" charset="2"/>
              <a:buChar char="n"/>
              <a:defRPr/>
            </a:pPr>
            <a:endParaRPr kumimoji="0" lang="en-US" sz="2800" b="0" i="0" u="none" strike="noStrike" kern="0" cap="none" spc="0" normalizeH="0" baseline="0" noProof="0">
              <a:ln>
                <a:noFill/>
              </a:ln>
              <a:solidFill>
                <a:schemeClr val="tx1"/>
              </a:solidFill>
              <a:effectLst/>
              <a:uLnTx/>
              <a:uFillTx/>
              <a:latin typeface="+mn-lt"/>
              <a:ea typeface="+mn-ea"/>
              <a:cs typeface="+mn-cs"/>
            </a:endParaRPr>
          </a:p>
        </p:txBody>
      </p:sp>
      <p:sp>
        <p:nvSpPr>
          <p:cNvPr id="4" name="Rectangle 2059"/>
          <p:cNvSpPr>
            <a:spLocks noGrp="1" noChangeArrowheads="1"/>
          </p:cNvSpPr>
          <p:nvPr>
            <p:ph type="dt" sz="half" idx="10"/>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5" name="Rectangle 2060"/>
          <p:cNvSpPr>
            <a:spLocks noGrp="1" noChangeArrowheads="1"/>
          </p:cNvSpPr>
          <p:nvPr>
            <p:ph type="ftr" sz="quarter" idx="11"/>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6" name="Rectangle 2061"/>
          <p:cNvSpPr>
            <a:spLocks noGrp="1" noChangeArrowheads="1"/>
          </p:cNvSpPr>
          <p:nvPr>
            <p:ph type="sldNum" sz="quarter" idx="12"/>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Ovr>
    <a:masterClrMapping/>
  </p:clrMapOvr>
  <p:transition>
    <p:zoom/>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bg1"/>
        </a:solidFill>
      </p:bgPr>
    </p:bg>
    <p:spTree>
      <p:nvGrpSpPr>
        <p:cNvPr id="1" name="" title=""/>
        <p:cNvGrpSpPr/>
        <p:nvPr/>
      </p:nvGrpSpPr>
      <p:grpSpPr/>
      <p:sp>
        <p:nvSpPr>
          <p:cNvPr id="1026" name="Rectangle 2056" title=""/>
          <p:cNvSpPr/>
          <p:nvPr/>
        </p:nvSpPr>
        <p:spPr bwMode="gray">
          <a:xfrm>
            <a:off x="381000" y="1219200"/>
            <a:ext cx="8410575" cy="46038"/>
          </a:xfrm>
          <a:prstGeom prst="rect">
            <a:avLst/>
          </a:prstGeom>
          <a:solidFill>
            <a:schemeClr val="tx2">
              <a:alpha val="50195"/>
            </a:schemeClr>
          </a:solidFill>
          <a:ln>
            <a:no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endParaRPr kumimoji="1" lang="zh-CN" altLang="en-US" sz="2400">
              <a:ea typeface="宋体" pitchFamily="2" charset="-122"/>
            </a:endParaRPr>
          </a:p>
        </p:txBody>
      </p:sp>
      <p:sp>
        <p:nvSpPr>
          <p:cNvPr id="1027" name="Rectangle 2057" title=""/>
          <p:cNvSpPr>
            <a:spLocks noGrp="1"/>
          </p:cNvSpPr>
          <p:nvPr>
            <p:ph type="title"/>
          </p:nvPr>
        </p:nvSpPr>
        <p:spPr>
          <a:xfrm>
            <a:off x="0" y="381000"/>
            <a:ext cx="9144000" cy="685800"/>
          </a:xfrm>
          <a:prstGeom prst="rect">
            <a:avLst/>
          </a:prstGeom>
          <a:noFill/>
          <a:ln>
            <a:noFill/>
            <a:miter lim="800000"/>
          </a:ln>
        </p:spPr>
        <p:txBody>
          <a:bodyPr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a:t>Click to edit Master title style</a:t>
            </a:r>
            <a:endParaRPr lang="en-US" altLang="zh-CN"/>
          </a:p>
        </p:txBody>
      </p:sp>
      <p:sp>
        <p:nvSpPr>
          <p:cNvPr id="1028" name="Rectangle 2058" title=""/>
          <p:cNvSpPr>
            <a:spLocks noGrp="1"/>
          </p:cNvSpPr>
          <p:nvPr>
            <p:ph type="body" idx="1"/>
          </p:nvPr>
        </p:nvSpPr>
        <p:spPr>
          <a:xfrm>
            <a:off x="381000" y="1447800"/>
            <a:ext cx="8382000" cy="5029200"/>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9" name="Rectangle 2059"/>
          <p:cNvSpPr>
            <a:spLocks noGrp="1" noChangeArrowheads="1"/>
          </p:cNvSpPr>
          <p:nvPr>
            <p:ph type="dt" sz="half" idx="2"/>
          </p:nvPr>
        </p:nvSpPr>
        <p:spPr bwMode="auto">
          <a:xfrm>
            <a:off x="152400" y="6324600"/>
            <a:ext cx="19050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defRPr sz="1200">
                <a:ea typeface="SimSun"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EE2F6EE-D482-432B-ADB1-E670597C9563}" type="datetime1">
              <a:rPr kumimoji="0" lang="en-US"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pPr marL="0" marR="0" lvl="0" indent="0" algn="l" defTabSz="914400" rtl="0" eaLnBrk="1" fontAlgn="base" latinLnBrk="0" hangingPunct="1">
                <a:lnSpc>
                  <a:spcPct val="100000"/>
                </a:lnSpc>
                <a:spcBef>
                  <a:spcPct val="0"/>
                </a:spcBef>
                <a:spcAft>
                  <a:spcPct val="0"/>
                </a:spcAft>
                <a:buClrTx/>
                <a:buSzTx/>
                <a:buFontTx/>
                <a:buNone/>
                <a:defRPr/>
              </a:pPr>
              <a:t>*</a:t>
            </a:fld>
            <a:endPar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endParaRPr>
          </a:p>
        </p:txBody>
      </p:sp>
      <p:sp>
        <p:nvSpPr>
          <p:cNvPr id="1030" name="Rectangle 2060"/>
          <p:cNvSpPr>
            <a:spLocks noGrp="1" noChangeArrowheads="1"/>
          </p:cNvSpPr>
          <p:nvPr>
            <p:ph type="ftr" sz="quarter" idx="3"/>
          </p:nvPr>
        </p:nvSpPr>
        <p:spPr bwMode="auto">
          <a:xfrm>
            <a:off x="3200400" y="6324600"/>
            <a:ext cx="2895600" cy="5334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ctr">
              <a:defRPr sz="1200">
                <a:ea typeface="SimSun"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ahoma" pitchFamily="34" charset="0"/>
                <a:ea typeface="SimSun" pitchFamily="2" charset="-122"/>
                <a:cs typeface="+mn-cs"/>
              </a:rPr>
              <a:t>Data Mining: Concepts and Techniques</a:t>
            </a:r>
          </a:p>
        </p:txBody>
      </p:sp>
      <p:sp>
        <p:nvSpPr>
          <p:cNvPr id="1031" name="Rectangle 2061"/>
          <p:cNvSpPr>
            <a:spLocks noGrp="1" noChangeArrowheads="1"/>
          </p:cNvSpPr>
          <p:nvPr>
            <p:ph type="sldNum" sz="quarter" idx="4"/>
          </p:nvPr>
        </p:nvSpPr>
        <p:spPr bwMode="auto">
          <a:xfrm>
            <a:off x="7239000" y="6400800"/>
            <a:ext cx="1905000" cy="457200"/>
          </a:xfrm>
          <a:prstGeom prst="rect">
            <a:avLst/>
          </a:prstGeom>
          <a:noFill/>
          <a:ln w="9525">
            <a:noFill/>
            <a:miter lim="800000"/>
          </a:ln>
          <a:effectLst/>
        </p:spPr>
        <p:txBody>
          <a:bodyPr numCol="1" anchor="b"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chemeClr val="tx1"/>
                </a:solidFill>
                <a:effectLst/>
                <a:latin typeface="Tahoma" pitchFamily="34" charset="0"/>
                <a:ea typeface="SimSun"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5D67ADB-9D75-430C-94D1-E80316119D8F}" type="slidenum">
              <a:rPr lang="zh-CN" altLang="en-US" sz="1200">
                <a:ea typeface="宋体" pitchFamily="2" charset="-122"/>
              </a:rPr>
              <a:t>‹#›</a:t>
            </a:fld>
            <a:endParaRPr lang="en-US" altLang="zh-CN" sz="1200">
              <a:ea typeface="宋体" pitchFamily="2" charset="-122"/>
            </a:endParaRPr>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Lst>
  <mc:AlternateContent>
    <mc:Choice xmlns:p14="http://schemas.microsoft.com/office/powerpoint/2010/main" Requires="p14">
      <p:transition p14:dur="1200">
        <p:zoom/>
      </p:transition>
    </mc:Choice>
    <mc:Fallback>
      <p:transition>
        <p:zoom/>
      </p:transition>
    </mc:Fallback>
  </mc:AlternateContent>
  <p:timing/>
  <p:txStyles>
    <p:titleStyle>
      <a:lvl1pPr marL="0" indent="0" algn="ctr" defTabSz="914400" rtl="0" eaLnBrk="0" fontAlgn="base" hangingPunct="0">
        <a:lnSpc>
          <a:spcPct val="100000"/>
        </a:lnSpc>
        <a:spcBef>
          <a:spcPct val="0"/>
        </a:spcBef>
        <a:spcAft>
          <a:spcPct val="0"/>
        </a:spcAft>
        <a:buClrTx/>
        <a:buSzTx/>
        <a:buFontTx/>
        <a:buNone/>
        <a:defRPr kumimoji="0" sz="3600" b="1" i="0" u="none" baseline="0">
          <a:solidFill>
            <a:schemeClr val="tx2"/>
          </a:solidFill>
          <a:effectLst/>
          <a:latin typeface="Tahoma" pitchFamily="34" charset="0"/>
          <a:ea typeface="+mj-ea"/>
          <a:cs typeface="+mj-cs"/>
        </a:defRPr>
      </a:lvl1pPr>
    </p:titleStyle>
    <p:body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e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2.jpe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12.xml" /><Relationship Id="rId3" Type="http://schemas.openxmlformats.org/officeDocument/2006/relationships/oleObject" Target="../embeddings/oleObject1.bin" TargetMode="Internal" /><Relationship Id="rId4" Type="http://schemas.openxmlformats.org/officeDocument/2006/relationships/image" Target="../media/image3.wmf" /><Relationship Id="rId5" Type="http://schemas.openxmlformats.org/officeDocument/2006/relationships/vmlDrawing" Target="../drawings/vmlDrawing1.v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4.xml" /><Relationship Id="rId3" Type="http://schemas.openxmlformats.org/officeDocument/2006/relationships/oleObject" Target="../embeddings/oleObject2.bin" TargetMode="Internal" /><Relationship Id="rId4" Type="http://schemas.openxmlformats.org/officeDocument/2006/relationships/image" Target="../media/image4.wmf" /><Relationship Id="rId5" Type="http://schemas.openxmlformats.org/officeDocument/2006/relationships/image" Target="../media/image5.wmf" /><Relationship Id="rId6" Type="http://schemas.openxmlformats.org/officeDocument/2006/relationships/oleObject" Target="../embeddings/oleObject3.bin" TargetMode="Internal" /><Relationship Id="rId7" Type="http://schemas.openxmlformats.org/officeDocument/2006/relationships/image" Target="../media/image3.wmf" /><Relationship Id="rId8" Type="http://schemas.openxmlformats.org/officeDocument/2006/relationships/vmlDrawing" Target="../drawings/vmlDrawing2.v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6.wmf" /><Relationship Id="rId4" Type="http://schemas.openxmlformats.org/officeDocument/2006/relationships/oleObject" Target="../embeddings/oleObject4.bin" TargetMode="Internal" /><Relationship Id="rId5" Type="http://schemas.openxmlformats.org/officeDocument/2006/relationships/image" Target="../media/image7.wmf" /><Relationship Id="rId6" Type="http://schemas.openxmlformats.org/officeDocument/2006/relationships/vmlDrawing" Target="../drawings/vmlDrawing3.v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18.xml" /><Relationship Id="rId3" Type="http://schemas.openxmlformats.org/officeDocument/2006/relationships/oleObject" Target="../embeddings/oleObject5.bin" TargetMode="Internal" /><Relationship Id="rId4" Type="http://schemas.openxmlformats.org/officeDocument/2006/relationships/image" Target="../media/image8.wmf" /><Relationship Id="rId5" Type="http://schemas.openxmlformats.org/officeDocument/2006/relationships/oleObject" Target="../embeddings/oleObject6.bin" TargetMode="Internal" /><Relationship Id="rId6" Type="http://schemas.openxmlformats.org/officeDocument/2006/relationships/image" Target="../media/image9.wmf" /><Relationship Id="rId7" Type="http://schemas.openxmlformats.org/officeDocument/2006/relationships/vmlDrawing" Target="../drawings/vmlDrawing4.v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0.jpe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21.xml" /><Relationship Id="rId3" Type="http://schemas.openxmlformats.org/officeDocument/2006/relationships/oleObject" Target="../embeddings/oleObject7.bin" TargetMode="Internal" /><Relationship Id="rId4" Type="http://schemas.openxmlformats.org/officeDocument/2006/relationships/image" Target="../media/image11.wmf" /><Relationship Id="rId5" Type="http://schemas.openxmlformats.org/officeDocument/2006/relationships/vmlDrawing" Target="../drawings/vmlDrawing5.v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12.wmf"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24.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2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26.xml" /><Relationship Id="rId3" Type="http://schemas.openxmlformats.org/officeDocument/2006/relationships/image" Target="../media/image13.wmf"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7.xml" /><Relationship Id="rId3" Type="http://schemas.openxmlformats.org/officeDocument/2006/relationships/oleObject" Target="../embeddings/oleObject8.bin" TargetMode="Internal" /><Relationship Id="rId4" Type="http://schemas.openxmlformats.org/officeDocument/2006/relationships/image" Target="../media/image14.wmf" /><Relationship Id="rId5" Type="http://schemas.openxmlformats.org/officeDocument/2006/relationships/vmlDrawing" Target="../drawings/vmlDrawing6.v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15.wmf" /><Relationship Id="rId4" Type="http://schemas.openxmlformats.org/officeDocument/2006/relationships/oleObject" Target="../embeddings/oleObject9.bin" TargetMode="Internal" /><Relationship Id="rId5" Type="http://schemas.openxmlformats.org/officeDocument/2006/relationships/image" Target="../media/image16.wmf" /><Relationship Id="rId6" Type="http://schemas.openxmlformats.org/officeDocument/2006/relationships/vmlDrawing" Target="../drawings/vmlDrawing7.v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29.xml" /><Relationship Id="rId3" Type="http://schemas.openxmlformats.org/officeDocument/2006/relationships/oleObject" Target="../embeddings/oleObject10.bin" TargetMode="Internal" /><Relationship Id="rId4" Type="http://schemas.openxmlformats.org/officeDocument/2006/relationships/image" Target="../media/image17.png" /><Relationship Id="rId5" Type="http://schemas.openxmlformats.org/officeDocument/2006/relationships/oleObject" Target="../embeddings/oleObject11.bin" TargetMode="Internal" /><Relationship Id="rId6" Type="http://schemas.openxmlformats.org/officeDocument/2006/relationships/image" Target="../media/image18.png" /><Relationship Id="rId7" Type="http://schemas.openxmlformats.org/officeDocument/2006/relationships/oleObject" Target="../embeddings/oleObject12.bin" TargetMode="Internal" /><Relationship Id="rId8" Type="http://schemas.openxmlformats.org/officeDocument/2006/relationships/image" Target="../media/image19.png" /><Relationship Id="rId9" Type="http://schemas.openxmlformats.org/officeDocument/2006/relationships/vmlDrawing" Target="../drawings/vmlDrawing8.v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20.pn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4.xml" /><Relationship Id="rId10" Type="http://schemas.openxmlformats.org/officeDocument/2006/relationships/vmlDrawing" Target="../drawings/vmlDrawing9.vml" /><Relationship Id="rId2" Type="http://schemas.openxmlformats.org/officeDocument/2006/relationships/notesSlide" Target="../notesSlides/notesSlide39.xml" /><Relationship Id="rId3" Type="http://schemas.openxmlformats.org/officeDocument/2006/relationships/oleObject" Target="../embeddings/oleObject13.bin" TargetMode="Internal" /><Relationship Id="rId4" Type="http://schemas.openxmlformats.org/officeDocument/2006/relationships/image" Target="../media/image21.wmf" /><Relationship Id="rId5" Type="http://schemas.openxmlformats.org/officeDocument/2006/relationships/oleObject" Target="../embeddings/oleObject14.bin" TargetMode="Internal" /><Relationship Id="rId6" Type="http://schemas.openxmlformats.org/officeDocument/2006/relationships/oleObject" Target="../embeddings/oleObject15.bin" TargetMode="Internal" /><Relationship Id="rId7" Type="http://schemas.openxmlformats.org/officeDocument/2006/relationships/oleObject" Target="../embeddings/oleObject16.bin" TargetMode="Internal" /><Relationship Id="rId8" Type="http://schemas.openxmlformats.org/officeDocument/2006/relationships/oleObject" Target="../embeddings/oleObject17.bin" TargetMode="Internal" /><Relationship Id="rId9" Type="http://schemas.openxmlformats.org/officeDocument/2006/relationships/image" Target="../media/image22.wmf"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oleObject" Target="../embeddings/oleObject18.bin" TargetMode="Internal" /><Relationship Id="rId4" Type="http://schemas.openxmlformats.org/officeDocument/2006/relationships/image" Target="../media/image23.wmf" /><Relationship Id="rId5" Type="http://schemas.openxmlformats.org/officeDocument/2006/relationships/vmlDrawing" Target="../drawings/vmlDrawing10.v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oleObject" Target="../embeddings/oleObject19.bin" TargetMode="Internal" /><Relationship Id="rId4" Type="http://schemas.openxmlformats.org/officeDocument/2006/relationships/image" Target="../media/image24.wmf" /><Relationship Id="rId5" Type="http://schemas.openxmlformats.org/officeDocument/2006/relationships/oleObject" Target="../embeddings/oleObject20.bin" TargetMode="Internal" /><Relationship Id="rId6" Type="http://schemas.openxmlformats.org/officeDocument/2006/relationships/image" Target="../media/image25.wmf" /><Relationship Id="rId7" Type="http://schemas.openxmlformats.org/officeDocument/2006/relationships/vmlDrawing" Target="../drawings/vmlDrawing11.v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image" Target="../media/image26.png"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27.jpeg"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28.png"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29.png"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29.png"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7.xml" /><Relationship Id="rId3" Type="http://schemas.openxmlformats.org/officeDocument/2006/relationships/image" Target="../media/image29.png"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8.xml" /><Relationship Id="rId3" Type="http://schemas.openxmlformats.org/officeDocument/2006/relationships/oleObject" Target="../embeddings/oleObject21.bin" TargetMode="Internal" /><Relationship Id="rId4" Type="http://schemas.openxmlformats.org/officeDocument/2006/relationships/image" Target="../media/image30.emf" /><Relationship Id="rId5" Type="http://schemas.openxmlformats.org/officeDocument/2006/relationships/image" Target="../media/image31.png" /><Relationship Id="rId6" Type="http://schemas.openxmlformats.org/officeDocument/2006/relationships/image" Target="../media/image32.png" /><Relationship Id="rId7" Type="http://schemas.openxmlformats.org/officeDocument/2006/relationships/image" Target="../media/image33.wmf" /><Relationship Id="rId8" Type="http://schemas.openxmlformats.org/officeDocument/2006/relationships/vmlDrawing" Target="../drawings/vmlDrawing12.v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oleObject" Target="../embeddings/oleObject22.bin" TargetMode="Internal" /><Relationship Id="rId4" Type="http://schemas.openxmlformats.org/officeDocument/2006/relationships/image" Target="../media/image30.emf" /><Relationship Id="rId5" Type="http://schemas.openxmlformats.org/officeDocument/2006/relationships/image" Target="../media/image31.png" /><Relationship Id="rId6" Type="http://schemas.openxmlformats.org/officeDocument/2006/relationships/image" Target="../media/image33.wmf" /><Relationship Id="rId7" Type="http://schemas.openxmlformats.org/officeDocument/2006/relationships/image" Target="../media/image32.png" /><Relationship Id="rId8" Type="http://schemas.openxmlformats.org/officeDocument/2006/relationships/vmlDrawing" Target="../drawings/vmlDrawing13.v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0.xml" /><Relationship Id="rId3" Type="http://schemas.openxmlformats.org/officeDocument/2006/relationships/image" Target="../media/image29.png"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1.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2.xml" /><Relationship Id="rId3" Type="http://schemas.openxmlformats.org/officeDocument/2006/relationships/image" Target="../media/image29.png"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3.xml" /><Relationship Id="rId3" Type="http://schemas.openxmlformats.org/officeDocument/2006/relationships/image" Target="../media/image29.png"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4.xml" /><Relationship Id="rId3" Type="http://schemas.openxmlformats.org/officeDocument/2006/relationships/image" Target="../media/image35.png"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5.xml"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7.xml" /><Relationship Id="rId3" Type="http://schemas.openxmlformats.org/officeDocument/2006/relationships/image" Target="../media/image36.png"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8.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9.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70.xml" /><Relationship Id="rId3" Type="http://schemas.openxmlformats.org/officeDocument/2006/relationships/image" Target="../media/image37.png" /><Relationship Id="rId4" Type="http://schemas.openxmlformats.org/officeDocument/2006/relationships/image" Target="../media/image38.png" /><Relationship Id="rId5" Type="http://schemas.openxmlformats.org/officeDocument/2006/relationships/image" Target="../media/image39.png"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 Id="rId3" Type="http://schemas.openxmlformats.org/officeDocument/2006/relationships/image" Target="../media/image37.png" /><Relationship Id="rId4" Type="http://schemas.openxmlformats.org/officeDocument/2006/relationships/image" Target="../media/image39.png"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 Id="rId3" Type="http://schemas.openxmlformats.org/officeDocument/2006/relationships/image" Target="../media/image37.png" /><Relationship Id="rId4" Type="http://schemas.openxmlformats.org/officeDocument/2006/relationships/image" Target="../media/image39.png"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3.xml" /><Relationship Id="rId3" Type="http://schemas.openxmlformats.org/officeDocument/2006/relationships/image" Target="../media/image37.png"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5.xml"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6.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7.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9.x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8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1.xml" /></Relationships>
</file>

<file path=ppt/slides/_rels/slide8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2.xml" /></Relationships>
</file>

<file path=ppt/slides/_rels/slide8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3.xml" /></Relationships>
</file>

<file path=ppt/slides/_rels/slide8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4.xml" /></Relationships>
</file>

<file path=ppt/slides/_rels/slide8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5.xml" /></Relationships>
</file>

<file path=ppt/slides/_rels/slide8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6.xml" /><Relationship Id="rId3" Type="http://schemas.openxmlformats.org/officeDocument/2006/relationships/image" Target="../media/image40.png" /><Relationship Id="rId4" Type="http://schemas.openxmlformats.org/officeDocument/2006/relationships/image" Target="../media/image41.png" /><Relationship Id="rId5" Type="http://schemas.openxmlformats.org/officeDocument/2006/relationships/image" Target="../media/image42.png" /></Relationships>
</file>

<file path=ppt/slides/_rels/slide8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7.xml" /></Relationships>
</file>

<file path=ppt/slides/_rels/slide8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8.xml" /></Relationships>
</file>

<file path=ppt/slides/_rels/slide8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9.xml" /></Relationships>
</file>

<file path=ppt/slides/_rels/slide9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0.xml" /></Relationships>
</file>

<file path=ppt/slides/_rels/slide9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1.xml" /></Relationships>
</file>

<file path=ppt/slides/_rels/slide9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2.xml" /><Relationship Id="rId3" Type="http://schemas.openxmlformats.org/officeDocument/2006/relationships/image" Target="../media/image43.jpeg" /></Relationships>
</file>

<file path=ppt/slides/_rels/slide9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3.xml" /></Relationships>
</file>

<file path=ppt/slides/_rels/slide9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4.xml" /><Relationship Id="rId3" Type="http://schemas.openxmlformats.org/officeDocument/2006/relationships/image" Target="../media/image12.wmf" /><Relationship Id="rId4" Type="http://schemas.openxmlformats.org/officeDocument/2006/relationships/oleObject" Target="../embeddings/oleObject23.bin" TargetMode="Internal" /><Relationship Id="rId5" Type="http://schemas.openxmlformats.org/officeDocument/2006/relationships/image" Target="../media/image44.wmf" /><Relationship Id="rId6" Type="http://schemas.openxmlformats.org/officeDocument/2006/relationships/vmlDrawing" Target="../drawings/vmlDrawing14.vml" /></Relationships>
</file>

<file path=ppt/slides/_rels/slide9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5.xml" /></Relationships>
</file>

<file path=ppt/slides/_rels/slide9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6.xml" /></Relationships>
</file>

<file path=ppt/slides/_rels/slide9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7.xml" /></Relationships>
</file>

<file path=ppt/slides/_rels/slide9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8.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07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56241A6-20AF-45E1-8F92-41439CEC8271}" type="slidenum">
              <a:rPr lang="zh-CN" altLang="en-US" sz="1200">
                <a:ea typeface="宋体" pitchFamily="2" charset="-122"/>
              </a:rPr>
              <a:t>1</a:t>
            </a:fld>
            <a:endParaRPr lang="en-US" altLang="zh-CN" sz="1200">
              <a:ea typeface="宋体" pitchFamily="2" charset="-122"/>
            </a:endParaRPr>
          </a:p>
        </p:txBody>
      </p:sp>
      <p:sp>
        <p:nvSpPr>
          <p:cNvPr id="307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B406A23-E82A-4F15-A944-DE6114A4D3DE}" type="slidenum">
              <a:rPr lang="zh-CN" altLang="en-US" sz="1200">
                <a:ea typeface="宋体" pitchFamily="2" charset="-122"/>
              </a:rPr>
              <a:t>1</a:t>
            </a:fld>
            <a:endParaRPr lang="en-US" altLang="zh-CN" sz="1200">
              <a:ea typeface="宋体" pitchFamily="2" charset="-122"/>
            </a:endParaRPr>
          </a:p>
        </p:txBody>
      </p:sp>
      <p:sp>
        <p:nvSpPr>
          <p:cNvPr id="3076" name="Rectangle 2" title=""/>
          <p:cNvSpPr>
            <a:spLocks noGrp="1"/>
          </p:cNvSpPr>
          <p:nvPr>
            <p:ph type="title"/>
          </p:nvPr>
        </p:nvSpPr>
        <p:spPr>
          <a:xfrm>
            <a:off x="152400" y="152400"/>
            <a:ext cx="8839200" cy="38862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6000"/>
              <a:t>Data Mining: </a:t>
            </a:r>
            <a:br>
              <a:rPr sz="6000"/>
            </a:br>
            <a:r>
              <a:rPr sz="6000"/>
              <a:t> </a:t>
            </a:r>
            <a:r>
              <a:rPr sz="4800"/>
              <a:t>Concepts and Techniques</a:t>
            </a:r>
            <a:br>
              <a:rPr sz="4800"/>
            </a:br>
            <a:r>
              <a:rPr sz="4800"/>
              <a:t> </a:t>
            </a:r>
            <a:r>
              <a:rPr sz="2800"/>
              <a:t>(3</a:t>
            </a:r>
            <a:r>
              <a:rPr sz="2800" baseline="30000"/>
              <a:t>rd</a:t>
            </a:r>
            <a:r>
              <a:rPr sz="2800"/>
              <a:t> ed.)</a:t>
            </a:r>
            <a:br>
              <a:rPr sz="4800"/>
            </a:br>
            <a:br>
              <a:rPr sz="4800"/>
            </a:br>
            <a:r>
              <a:rPr sz="3200"/>
              <a:t>— Chapter 5</a:t>
            </a:r>
            <a:r>
              <a:rPr sz="2800"/>
              <a:t> —</a:t>
            </a:r>
            <a:endParaRPr sz="2800"/>
          </a:p>
        </p:txBody>
      </p:sp>
      <p:sp>
        <p:nvSpPr>
          <p:cNvPr id="3077" name="Rectangle 3" title=""/>
          <p:cNvSpPr>
            <a:spLocks noGrp="1"/>
          </p:cNvSpPr>
          <p:nvPr>
            <p:ph type="body" idx="1"/>
          </p:nvPr>
        </p:nvSpPr>
        <p:spPr>
          <a:xfrm>
            <a:off x="304800" y="4419600"/>
            <a:ext cx="8610600" cy="1905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gn="ctr">
              <a:lnSpc>
                <a:spcPct val="110000"/>
              </a:lnSpc>
              <a:buNone/>
            </a:pPr>
            <a:r>
              <a:rPr sz="2400"/>
              <a:t>Jiawei Han, Micheline Kamber, and Jian Pei</a:t>
            </a:r>
            <a:endParaRPr sz="2400"/>
          </a:p>
          <a:p>
            <a:pPr lvl="0" algn="ctr">
              <a:lnSpc>
                <a:spcPct val="110000"/>
              </a:lnSpc>
              <a:buNone/>
            </a:pPr>
            <a:r>
              <a:rPr sz="2400"/>
              <a:t>University of Illinois at Urbana-Champaign &amp;</a:t>
            </a:r>
            <a:endParaRPr sz="2400"/>
          </a:p>
          <a:p>
            <a:pPr lvl="0" algn="ctr">
              <a:lnSpc>
                <a:spcPct val="110000"/>
              </a:lnSpc>
              <a:buNone/>
            </a:pPr>
            <a:r>
              <a:rPr sz="2400"/>
              <a:t>Simon Fraser University</a:t>
            </a:r>
            <a:endParaRPr sz="2400"/>
          </a:p>
          <a:p>
            <a:pPr lvl="0" algn="ctr">
              <a:lnSpc>
                <a:spcPct val="110000"/>
              </a:lnSpc>
              <a:buNone/>
            </a:pPr>
            <a:r>
              <a:rPr sz="2400"/>
              <a:t>©2011 Han, Kamber &amp; Pei.  All rights reserved.</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09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B97C849-8DA1-43AE-BFAE-1AA162A73559}" type="slidenum">
              <a:rPr lang="zh-CN" altLang="en-US" sz="1200">
                <a:ea typeface="宋体" pitchFamily="2" charset="-122"/>
              </a:rPr>
              <a:t>2</a:t>
            </a:fld>
            <a:endParaRPr lang="en-US" altLang="zh-CN" sz="1200">
              <a:ea typeface="宋体" pitchFamily="2" charset="-122"/>
            </a:endParaRPr>
          </a:p>
        </p:txBody>
      </p:sp>
      <p:sp>
        <p:nvSpPr>
          <p:cNvPr id="4099" name="Date Placeholder 1" title=""/>
          <p:cNvSpPr txBox="1">
            <a:spLocks noGrp="1"/>
          </p:cNvSpPr>
          <p:nvPr>
            <p:ph type="dt" idx="10"/>
          </p:nvPr>
        </p:nvSpPr>
        <p:spPr>
          <a:xfrm>
            <a:off x="152400" y="6324600"/>
            <a:ext cx="1905000" cy="5334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fld id="{E4E96554-EB27-406E-A5EE-BF045C9A279B}" type="datetime1">
              <a:rPr lang="en-US" altLang="en-US" sz="1200">
                <a:ea typeface="宋体" pitchFamily="2" charset="-122"/>
              </a:rPr>
              <a:t>4/27/2026</a:t>
            </a:fld>
            <a:endParaRPr lang="en-US" altLang="zh-CN" sz="1200">
              <a:ea typeface="宋体" pitchFamily="2" charset="-122"/>
            </a:endParaRPr>
          </a:p>
        </p:txBody>
      </p:sp>
      <p:sp>
        <p:nvSpPr>
          <p:cNvPr id="4100" name="Footer Placeholder 2" title=""/>
          <p:cNvSpPr txBox="1">
            <a:spLocks noGrp="1"/>
          </p:cNvSpPr>
          <p:nvPr>
            <p:ph type="ftr" idx="11"/>
          </p:nvPr>
        </p:nvSpPr>
        <p:spPr>
          <a:xfrm>
            <a:off x="3200400" y="6324600"/>
            <a:ext cx="2895600" cy="5334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r>
              <a:rPr lang="zh-CN" altLang="en-US" sz="1200">
                <a:ea typeface="宋体" pitchFamily="2" charset="-122"/>
              </a:rPr>
              <a:t>Data Mining: Concepts and Techniques</a:t>
            </a:r>
            <a:endParaRPr lang="en-US" altLang="zh-CN" sz="1200">
              <a:ea typeface="宋体" pitchFamily="2" charset="-122"/>
            </a:endParaRPr>
          </a:p>
        </p:txBody>
      </p:sp>
      <p:sp>
        <p:nvSpPr>
          <p:cNvPr id="4101"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281AD40-611D-41C6-80F0-ED976493D815}" type="slidenum">
              <a:rPr lang="zh-CN" altLang="en-US" sz="1200">
                <a:ea typeface="宋体" pitchFamily="2" charset="-122"/>
              </a:rPr>
              <a:t>2</a:t>
            </a:fld>
            <a:endParaRPr lang="en-US" altLang="zh-CN" sz="1200">
              <a:ea typeface="宋体" pitchFamily="2" charset="-122"/>
            </a:endParaRPr>
          </a:p>
        </p:txBody>
      </p:sp>
      <p:pic>
        <p:nvPicPr>
          <p:cNvPr id="4102" name="Picture 2" descr="IMG_0025" title=""/>
          <p:cNvPicPr>
            <a:picLocks noChangeAspect="1"/>
          </p:cNvPicPr>
          <p:nvPr/>
        </p:nvPicPr>
        <p:blipFill>
          <a:blip r:embed="rId3"/>
          <a:stretch>
            <a:fillRect/>
          </a:stretch>
        </p:blipFill>
        <p:spPr>
          <a:xfrm>
            <a:off x="0" y="0"/>
            <a:ext cx="9144000" cy="68580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12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31430E8-113B-44A1-952E-526B9C3FD443}" type="slidenum">
              <a:rPr lang="zh-CN" altLang="en-US" sz="1200">
                <a:ea typeface="宋体" pitchFamily="2" charset="-122"/>
              </a:rPr>
              <a:t>3</a:t>
            </a:fld>
            <a:endParaRPr lang="en-US" altLang="zh-CN" sz="1200">
              <a:ea typeface="宋体" pitchFamily="2" charset="-122"/>
            </a:endParaRPr>
          </a:p>
        </p:txBody>
      </p:sp>
      <p:sp>
        <p:nvSpPr>
          <p:cNvPr id="512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5399ED5-BFBC-4DF5-B415-84BFB503A23F}" type="slidenum">
              <a:rPr lang="zh-CN" altLang="en-US" sz="1200">
                <a:ea typeface="宋体" pitchFamily="2" charset="-122"/>
              </a:rPr>
              <a:t>3</a:t>
            </a:fld>
            <a:endParaRPr lang="en-US" altLang="zh-CN" sz="1200">
              <a:ea typeface="宋体" pitchFamily="2" charset="-122"/>
            </a:endParaRPr>
          </a:p>
        </p:txBody>
      </p:sp>
      <p:sp>
        <p:nvSpPr>
          <p:cNvPr id="5124"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5125"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Data Cube Computation: Preliminary Concepts </a:t>
            </a:r>
            <a:endParaRPr lang="en-US" altLang="zh-CN">
              <a:ea typeface="宋体" pitchFamily="2" charset="-122"/>
            </a:endParaRPr>
          </a:p>
          <a:p>
            <a:pPr lvl="0" eaLnBrk="1" hangingPunct="1">
              <a:lnSpc>
                <a:spcPct val="170000"/>
              </a:lnSpc>
            </a:pPr>
            <a:r>
              <a:rPr lang="en-US" altLang="zh-CN">
                <a:ea typeface="宋体" pitchFamily="2" charset="-122"/>
              </a:rPr>
              <a:t>Data Cube Computation Methods</a:t>
            </a:r>
            <a:endParaRPr lang="en-US" altLang="zh-CN">
              <a:ea typeface="宋体" pitchFamily="2" charset="-122"/>
            </a:endParaRPr>
          </a:p>
          <a:p>
            <a:pPr lvl="0" eaLnBrk="1" hangingPunct="1">
              <a:lnSpc>
                <a:spcPct val="170000"/>
              </a:lnSpc>
            </a:pPr>
            <a:r>
              <a:rPr lang="en-US" altLang="zh-CN">
                <a:ea typeface="宋体" pitchFamily="2" charset="-122"/>
              </a:rPr>
              <a:t>Processing Advanced Queries by Exploring Data Cube Technology</a:t>
            </a:r>
            <a:endParaRPr lang="en-US" altLang="zh-CN">
              <a:ea typeface="宋体" pitchFamily="2" charset="-122"/>
            </a:endParaRPr>
          </a:p>
          <a:p>
            <a:pPr lvl="0" eaLnBrk="1" hangingPunct="1">
              <a:lnSpc>
                <a:spcPct val="170000"/>
              </a:lnSpc>
            </a:pPr>
            <a:r>
              <a:rPr lang="en-US" altLang="zh-CN">
                <a:ea typeface="宋体" pitchFamily="2" charset="-122"/>
              </a:rPr>
              <a:t>Multidimensional Data Analysis in Cube Space</a:t>
            </a:r>
            <a:endParaRPr lang="en-US" altLang="zh-CN">
              <a:ea typeface="宋体" pitchFamily="2" charset="-122"/>
            </a:endParaRPr>
          </a:p>
          <a:p>
            <a:pPr lvl="0" eaLnBrk="1" hangingPunct="1">
              <a:lnSpc>
                <a:spcPct val="170000"/>
              </a:lnSpc>
            </a:pPr>
            <a:r>
              <a:rPr lang="en-US" altLang="zh-CN">
                <a:ea typeface="宋体" pitchFamily="2" charset="-122"/>
              </a:rPr>
              <a:t>Summary</a:t>
            </a:r>
            <a:endParaRPr lang="en-US" altLang="zh-CN">
              <a:ea typeface="宋体" pitchFamily="2" charset="-122"/>
            </a:endParaRPr>
          </a:p>
        </p:txBody>
      </p:sp>
      <p:sp>
        <p:nvSpPr>
          <p:cNvPr id="5126" name="AutoShape 7" title=""/>
          <p:cNvSpPr/>
          <p:nvPr/>
        </p:nvSpPr>
        <p:spPr>
          <a:xfrm rot="20580000">
            <a:off x="8305800" y="16002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14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72E2FA9-CB30-4170-B89C-05C647ABA08F}" type="slidenum">
              <a:rPr lang="zh-CN" altLang="en-US" sz="1200">
                <a:ea typeface="宋体" pitchFamily="2" charset="-122"/>
              </a:rPr>
              <a:t>4</a:t>
            </a:fld>
            <a:endParaRPr lang="en-US" altLang="zh-CN" sz="1200">
              <a:ea typeface="宋体" pitchFamily="2" charset="-122"/>
            </a:endParaRPr>
          </a:p>
        </p:txBody>
      </p:sp>
      <p:sp>
        <p:nvSpPr>
          <p:cNvPr id="614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023A33B-AC9B-4163-916D-EF00A74E97CA}" type="slidenum">
              <a:rPr lang="zh-CN" altLang="en-US" sz="1200">
                <a:ea typeface="宋体" pitchFamily="2" charset="-122"/>
              </a:rPr>
              <a:t>4</a:t>
            </a:fld>
            <a:endParaRPr lang="en-US" altLang="zh-CN" sz="1200">
              <a:ea typeface="宋体" pitchFamily="2" charset="-122"/>
            </a:endParaRPr>
          </a:p>
        </p:txBody>
      </p:sp>
      <p:sp>
        <p:nvSpPr>
          <p:cNvPr id="6148" name="Rectangle 2" title=""/>
          <p:cNvSpPr>
            <a:spLocks noGrp="1"/>
          </p:cNvSpPr>
          <p:nvPr>
            <p:ph type="title"/>
          </p:nvPr>
        </p:nvSpPr>
        <p:spPr>
          <a:xfrm>
            <a:off x="627063" y="381000"/>
            <a:ext cx="7602537"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A Lattice of Cuboids</a:t>
            </a:r>
            <a:endParaRPr lang="en-US" altLang="zh-CN">
              <a:ea typeface="宋体" pitchFamily="2" charset="-122"/>
            </a:endParaRPr>
          </a:p>
        </p:txBody>
      </p:sp>
      <p:grpSp>
        <p:nvGrpSpPr>
          <p:cNvPr id="6149" name="Group 78" title=""/>
          <p:cNvGrpSpPr/>
          <p:nvPr/>
        </p:nvGrpSpPr>
        <p:grpSpPr>
          <a:xfrm>
            <a:off x="136525" y="1371600"/>
            <a:ext cx="8734425" cy="4908550"/>
            <a:chOff x="86" y="864"/>
            <a:chExt cx="5502" cy="3092"/>
          </a:xfrm>
        </p:grpSpPr>
        <p:sp>
          <p:nvSpPr>
            <p:cNvPr id="6150" name="Text Box 3" title=""/>
            <p:cNvSpPr txBox="1"/>
            <p:nvPr/>
          </p:nvSpPr>
          <p:spPr>
            <a:xfrm>
              <a:off x="86" y="2343"/>
              <a:ext cx="634"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time,item</a:t>
              </a:r>
              <a:endParaRPr lang="en-US" altLang="zh-CN" sz="2400">
                <a:latin typeface="Times New Roman" pitchFamily="18" charset="0"/>
                <a:ea typeface="宋体" pitchFamily="2" charset="-122"/>
              </a:endParaRPr>
            </a:p>
          </p:txBody>
        </p:sp>
        <p:sp>
          <p:nvSpPr>
            <p:cNvPr id="6151" name="Text Box 4" title=""/>
            <p:cNvSpPr txBox="1"/>
            <p:nvPr/>
          </p:nvSpPr>
          <p:spPr>
            <a:xfrm>
              <a:off x="86" y="3111"/>
              <a:ext cx="1101"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time,item,location</a:t>
              </a:r>
              <a:endParaRPr lang="en-US" altLang="zh-CN" sz="2400">
                <a:latin typeface="Times New Roman" pitchFamily="18" charset="0"/>
                <a:ea typeface="宋体" pitchFamily="2" charset="-122"/>
              </a:endParaRPr>
            </a:p>
          </p:txBody>
        </p:sp>
        <p:sp>
          <p:nvSpPr>
            <p:cNvPr id="6152" name="Text Box 5" title=""/>
            <p:cNvSpPr txBox="1"/>
            <p:nvPr/>
          </p:nvSpPr>
          <p:spPr>
            <a:xfrm>
              <a:off x="1248" y="3744"/>
              <a:ext cx="1735"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 item, location, supplierc</a:t>
              </a:r>
              <a:endParaRPr lang="en-US" altLang="zh-CN" sz="2400">
                <a:latin typeface="Times New Roman" pitchFamily="18" charset="0"/>
                <a:ea typeface="宋体" pitchFamily="2" charset="-122"/>
              </a:endParaRPr>
            </a:p>
          </p:txBody>
        </p:sp>
        <p:grpSp>
          <p:nvGrpSpPr>
            <p:cNvPr id="6153" name="Group 6" title=""/>
            <p:cNvGrpSpPr/>
            <p:nvPr/>
          </p:nvGrpSpPr>
          <p:grpSpPr>
            <a:xfrm>
              <a:off x="384" y="864"/>
              <a:ext cx="5204" cy="2823"/>
              <a:chOff x="384" y="1209"/>
              <a:chExt cx="5204" cy="2823"/>
            </a:xfrm>
          </p:grpSpPr>
          <p:sp>
            <p:nvSpPr>
              <p:cNvPr id="6154" name="AutoShape 7" title=""/>
              <p:cNvSpPr/>
              <p:nvPr/>
            </p:nvSpPr>
            <p:spPr>
              <a:xfrm>
                <a:off x="1872" y="1440"/>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55" name="AutoShape 8" title=""/>
              <p:cNvSpPr/>
              <p:nvPr/>
            </p:nvSpPr>
            <p:spPr>
              <a:xfrm>
                <a:off x="816" y="1968"/>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56" name="AutoShape 9" title=""/>
              <p:cNvSpPr/>
              <p:nvPr/>
            </p:nvSpPr>
            <p:spPr>
              <a:xfrm>
                <a:off x="1536" y="1968"/>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57" name="AutoShape 10" title=""/>
              <p:cNvSpPr/>
              <p:nvPr/>
            </p:nvSpPr>
            <p:spPr>
              <a:xfrm>
                <a:off x="2256" y="1968"/>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58" name="AutoShape 11" title=""/>
              <p:cNvSpPr/>
              <p:nvPr/>
            </p:nvSpPr>
            <p:spPr>
              <a:xfrm>
                <a:off x="1728"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59" name="AutoShape 12" title=""/>
              <p:cNvSpPr/>
              <p:nvPr/>
            </p:nvSpPr>
            <p:spPr>
              <a:xfrm>
                <a:off x="2976"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0" name="AutoShape 13" title=""/>
              <p:cNvSpPr/>
              <p:nvPr/>
            </p:nvSpPr>
            <p:spPr>
              <a:xfrm>
                <a:off x="2400"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1" name="AutoShape 14" title=""/>
              <p:cNvSpPr/>
              <p:nvPr/>
            </p:nvSpPr>
            <p:spPr>
              <a:xfrm>
                <a:off x="1056"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2" name="AutoShape 15" title=""/>
              <p:cNvSpPr/>
              <p:nvPr/>
            </p:nvSpPr>
            <p:spPr>
              <a:xfrm>
                <a:off x="384"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3" name="AutoShape 16" title=""/>
              <p:cNvSpPr/>
              <p:nvPr/>
            </p:nvSpPr>
            <p:spPr>
              <a:xfrm>
                <a:off x="2880" y="2016"/>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4" name="AutoShape 17" title=""/>
              <p:cNvSpPr/>
              <p:nvPr/>
            </p:nvSpPr>
            <p:spPr>
              <a:xfrm>
                <a:off x="816" y="3264"/>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5" name="AutoShape 18" title=""/>
              <p:cNvSpPr/>
              <p:nvPr/>
            </p:nvSpPr>
            <p:spPr>
              <a:xfrm>
                <a:off x="3552" y="2592"/>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6" name="AutoShape 19" title=""/>
              <p:cNvSpPr/>
              <p:nvPr/>
            </p:nvSpPr>
            <p:spPr>
              <a:xfrm>
                <a:off x="1920" y="3888"/>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7" name="AutoShape 20" title=""/>
              <p:cNvSpPr/>
              <p:nvPr/>
            </p:nvSpPr>
            <p:spPr>
              <a:xfrm>
                <a:off x="2784" y="3264"/>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8" name="AutoShape 21" title=""/>
              <p:cNvSpPr/>
              <p:nvPr/>
            </p:nvSpPr>
            <p:spPr>
              <a:xfrm>
                <a:off x="2112" y="3264"/>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69" name="AutoShape 22" title=""/>
              <p:cNvSpPr/>
              <p:nvPr/>
            </p:nvSpPr>
            <p:spPr>
              <a:xfrm>
                <a:off x="1440" y="3264"/>
                <a:ext cx="144" cy="144"/>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6170" name="Text Box 23" title=""/>
              <p:cNvSpPr txBox="1"/>
              <p:nvPr/>
            </p:nvSpPr>
            <p:spPr>
              <a:xfrm>
                <a:off x="1766" y="1209"/>
                <a:ext cx="275"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r>
                  <a:rPr lang="en-US" altLang="zh-CN" sz="2000">
                    <a:latin typeface="Times New Roman" pitchFamily="18" charset="0"/>
                    <a:ea typeface="宋体" pitchFamily="2" charset="-122"/>
                  </a:rPr>
                  <a:t>all</a:t>
                </a:r>
                <a:endParaRPr lang="en-US" altLang="zh-CN" sz="2400">
                  <a:latin typeface="Times New Roman" pitchFamily="18" charset="0"/>
                  <a:ea typeface="宋体" pitchFamily="2" charset="-122"/>
                </a:endParaRPr>
              </a:p>
            </p:txBody>
          </p:sp>
          <p:sp>
            <p:nvSpPr>
              <p:cNvPr id="6171" name="Text Box 24" title=""/>
              <p:cNvSpPr txBox="1"/>
              <p:nvPr/>
            </p:nvSpPr>
            <p:spPr>
              <a:xfrm>
                <a:off x="758" y="1737"/>
                <a:ext cx="399"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time</a:t>
                </a:r>
                <a:endParaRPr lang="en-US" altLang="zh-CN" sz="2400">
                  <a:latin typeface="Times New Roman" pitchFamily="18" charset="0"/>
                  <a:ea typeface="宋体" pitchFamily="2" charset="-122"/>
                </a:endParaRPr>
              </a:p>
            </p:txBody>
          </p:sp>
          <p:sp>
            <p:nvSpPr>
              <p:cNvPr id="6172" name="Text Box 25" title=""/>
              <p:cNvSpPr txBox="1"/>
              <p:nvPr/>
            </p:nvSpPr>
            <p:spPr>
              <a:xfrm>
                <a:off x="1478" y="1737"/>
                <a:ext cx="399"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item</a:t>
                </a:r>
                <a:endParaRPr lang="en-US" altLang="zh-CN" sz="2400">
                  <a:latin typeface="Times New Roman" pitchFamily="18" charset="0"/>
                  <a:ea typeface="宋体" pitchFamily="2" charset="-122"/>
                </a:endParaRPr>
              </a:p>
            </p:txBody>
          </p:sp>
          <p:sp>
            <p:nvSpPr>
              <p:cNvPr id="6173" name="Text Box 26" title=""/>
              <p:cNvSpPr txBox="1"/>
              <p:nvPr/>
            </p:nvSpPr>
            <p:spPr>
              <a:xfrm>
                <a:off x="2198" y="1737"/>
                <a:ext cx="6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location</a:t>
                </a:r>
                <a:endParaRPr lang="en-US" altLang="zh-CN" sz="2400">
                  <a:latin typeface="Times New Roman" pitchFamily="18" charset="0"/>
                  <a:ea typeface="宋体" pitchFamily="2" charset="-122"/>
                </a:endParaRPr>
              </a:p>
            </p:txBody>
          </p:sp>
          <p:sp>
            <p:nvSpPr>
              <p:cNvPr id="6174" name="Text Box 27" title=""/>
              <p:cNvSpPr txBox="1"/>
              <p:nvPr/>
            </p:nvSpPr>
            <p:spPr>
              <a:xfrm>
                <a:off x="2918" y="1737"/>
                <a:ext cx="6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supplier</a:t>
                </a:r>
                <a:endParaRPr lang="en-US" altLang="zh-CN" sz="2400">
                  <a:latin typeface="Times New Roman" pitchFamily="18" charset="0"/>
                  <a:ea typeface="宋体" pitchFamily="2" charset="-122"/>
                </a:endParaRPr>
              </a:p>
            </p:txBody>
          </p:sp>
          <p:sp>
            <p:nvSpPr>
              <p:cNvPr id="6175" name="Line 28" title=""/>
              <p:cNvSpPr/>
              <p:nvPr/>
            </p:nvSpPr>
            <p:spPr>
              <a:xfrm flipH="1">
                <a:off x="864" y="1488"/>
                <a:ext cx="1056" cy="528"/>
              </a:xfrm>
              <a:prstGeom prst="line">
                <a:avLst/>
              </a:prstGeom>
              <a:noFill/>
              <a:ln>
                <a:solidFill>
                  <a:schemeClr val="tx1"/>
                </a:solidFill>
                <a:miter lim="800000"/>
              </a:ln>
            </p:spPr>
          </p:sp>
          <p:sp>
            <p:nvSpPr>
              <p:cNvPr id="6176" name="Line 29" title=""/>
              <p:cNvSpPr/>
              <p:nvPr/>
            </p:nvSpPr>
            <p:spPr>
              <a:xfrm flipH="1">
                <a:off x="1632" y="1488"/>
                <a:ext cx="288" cy="528"/>
              </a:xfrm>
              <a:prstGeom prst="line">
                <a:avLst/>
              </a:prstGeom>
              <a:noFill/>
              <a:ln>
                <a:solidFill>
                  <a:schemeClr val="tx1"/>
                </a:solidFill>
                <a:miter lim="800000"/>
              </a:ln>
            </p:spPr>
          </p:sp>
          <p:sp>
            <p:nvSpPr>
              <p:cNvPr id="6177" name="Line 30" title=""/>
              <p:cNvSpPr/>
              <p:nvPr/>
            </p:nvSpPr>
            <p:spPr>
              <a:xfrm>
                <a:off x="1920" y="1488"/>
                <a:ext cx="384" cy="528"/>
              </a:xfrm>
              <a:prstGeom prst="line">
                <a:avLst/>
              </a:prstGeom>
              <a:noFill/>
              <a:ln>
                <a:solidFill>
                  <a:schemeClr val="tx1"/>
                </a:solidFill>
                <a:miter lim="800000"/>
              </a:ln>
            </p:spPr>
          </p:sp>
          <p:sp>
            <p:nvSpPr>
              <p:cNvPr id="6178" name="Line 31" title=""/>
              <p:cNvSpPr/>
              <p:nvPr/>
            </p:nvSpPr>
            <p:spPr>
              <a:xfrm>
                <a:off x="1920" y="1488"/>
                <a:ext cx="1056" cy="576"/>
              </a:xfrm>
              <a:prstGeom prst="line">
                <a:avLst/>
              </a:prstGeom>
              <a:noFill/>
              <a:ln>
                <a:solidFill>
                  <a:schemeClr val="tx1"/>
                </a:solidFill>
                <a:miter lim="800000"/>
              </a:ln>
            </p:spPr>
          </p:sp>
          <p:sp>
            <p:nvSpPr>
              <p:cNvPr id="6179" name="Line 32" title=""/>
              <p:cNvSpPr/>
              <p:nvPr/>
            </p:nvSpPr>
            <p:spPr>
              <a:xfrm flipH="1">
                <a:off x="432" y="2016"/>
                <a:ext cx="432" cy="624"/>
              </a:xfrm>
              <a:prstGeom prst="line">
                <a:avLst/>
              </a:prstGeom>
              <a:noFill/>
              <a:ln>
                <a:solidFill>
                  <a:schemeClr val="tx1"/>
                </a:solidFill>
                <a:miter lim="800000"/>
              </a:ln>
            </p:spPr>
          </p:sp>
          <p:sp>
            <p:nvSpPr>
              <p:cNvPr id="6180" name="Line 33" title=""/>
              <p:cNvSpPr/>
              <p:nvPr/>
            </p:nvSpPr>
            <p:spPr>
              <a:xfrm>
                <a:off x="864" y="2016"/>
                <a:ext cx="240" cy="624"/>
              </a:xfrm>
              <a:prstGeom prst="line">
                <a:avLst/>
              </a:prstGeom>
              <a:noFill/>
              <a:ln>
                <a:solidFill>
                  <a:schemeClr val="tx1"/>
                </a:solidFill>
                <a:miter lim="800000"/>
              </a:ln>
            </p:spPr>
          </p:sp>
          <p:sp>
            <p:nvSpPr>
              <p:cNvPr id="6181" name="Line 34" title=""/>
              <p:cNvSpPr/>
              <p:nvPr/>
            </p:nvSpPr>
            <p:spPr>
              <a:xfrm>
                <a:off x="864" y="2016"/>
                <a:ext cx="912" cy="624"/>
              </a:xfrm>
              <a:prstGeom prst="line">
                <a:avLst/>
              </a:prstGeom>
              <a:noFill/>
              <a:ln>
                <a:solidFill>
                  <a:schemeClr val="tx1"/>
                </a:solidFill>
                <a:miter lim="800000"/>
              </a:ln>
            </p:spPr>
          </p:sp>
          <p:sp>
            <p:nvSpPr>
              <p:cNvPr id="6182" name="Line 35" title=""/>
              <p:cNvSpPr/>
              <p:nvPr/>
            </p:nvSpPr>
            <p:spPr>
              <a:xfrm flipH="1">
                <a:off x="432" y="2016"/>
                <a:ext cx="1200" cy="624"/>
              </a:xfrm>
              <a:prstGeom prst="line">
                <a:avLst/>
              </a:prstGeom>
              <a:noFill/>
              <a:ln>
                <a:solidFill>
                  <a:schemeClr val="tx1"/>
                </a:solidFill>
                <a:miter lim="800000"/>
              </a:ln>
            </p:spPr>
          </p:sp>
          <p:sp>
            <p:nvSpPr>
              <p:cNvPr id="6183" name="Line 36" title=""/>
              <p:cNvSpPr/>
              <p:nvPr/>
            </p:nvSpPr>
            <p:spPr>
              <a:xfrm>
                <a:off x="1632" y="2016"/>
                <a:ext cx="816" cy="624"/>
              </a:xfrm>
              <a:prstGeom prst="line">
                <a:avLst/>
              </a:prstGeom>
              <a:noFill/>
              <a:ln>
                <a:solidFill>
                  <a:schemeClr val="tx1"/>
                </a:solidFill>
                <a:miter lim="800000"/>
              </a:ln>
            </p:spPr>
          </p:sp>
          <p:sp>
            <p:nvSpPr>
              <p:cNvPr id="6184" name="Line 37" title=""/>
              <p:cNvSpPr/>
              <p:nvPr/>
            </p:nvSpPr>
            <p:spPr>
              <a:xfrm>
                <a:off x="1632" y="2016"/>
                <a:ext cx="1392" cy="624"/>
              </a:xfrm>
              <a:prstGeom prst="line">
                <a:avLst/>
              </a:prstGeom>
              <a:noFill/>
              <a:ln>
                <a:solidFill>
                  <a:schemeClr val="tx1"/>
                </a:solidFill>
                <a:miter lim="800000"/>
              </a:ln>
            </p:spPr>
          </p:sp>
          <p:sp>
            <p:nvSpPr>
              <p:cNvPr id="6185" name="Line 38" title=""/>
              <p:cNvSpPr/>
              <p:nvPr/>
            </p:nvSpPr>
            <p:spPr>
              <a:xfrm>
                <a:off x="2304" y="2016"/>
                <a:ext cx="144" cy="624"/>
              </a:xfrm>
              <a:prstGeom prst="line">
                <a:avLst/>
              </a:prstGeom>
              <a:noFill/>
              <a:ln>
                <a:solidFill>
                  <a:schemeClr val="tx1"/>
                </a:solidFill>
                <a:miter lim="800000"/>
              </a:ln>
            </p:spPr>
          </p:sp>
          <p:sp>
            <p:nvSpPr>
              <p:cNvPr id="6186" name="Line 39" title=""/>
              <p:cNvSpPr/>
              <p:nvPr/>
            </p:nvSpPr>
            <p:spPr>
              <a:xfrm>
                <a:off x="2304" y="2016"/>
                <a:ext cx="1296" cy="624"/>
              </a:xfrm>
              <a:prstGeom prst="line">
                <a:avLst/>
              </a:prstGeom>
              <a:noFill/>
              <a:ln>
                <a:solidFill>
                  <a:schemeClr val="tx1"/>
                </a:solidFill>
                <a:miter lim="800000"/>
              </a:ln>
            </p:spPr>
          </p:sp>
          <p:sp>
            <p:nvSpPr>
              <p:cNvPr id="6187" name="Line 40" title=""/>
              <p:cNvSpPr/>
              <p:nvPr/>
            </p:nvSpPr>
            <p:spPr>
              <a:xfrm flipH="1">
                <a:off x="1104" y="2016"/>
                <a:ext cx="1200" cy="624"/>
              </a:xfrm>
              <a:prstGeom prst="line">
                <a:avLst/>
              </a:prstGeom>
              <a:noFill/>
              <a:ln>
                <a:solidFill>
                  <a:schemeClr val="tx1"/>
                </a:solidFill>
                <a:miter lim="800000"/>
              </a:ln>
            </p:spPr>
          </p:sp>
          <p:sp>
            <p:nvSpPr>
              <p:cNvPr id="6188" name="Line 41" title=""/>
              <p:cNvSpPr/>
              <p:nvPr/>
            </p:nvSpPr>
            <p:spPr>
              <a:xfrm flipH="1">
                <a:off x="1776" y="2064"/>
                <a:ext cx="1200" cy="576"/>
              </a:xfrm>
              <a:prstGeom prst="line">
                <a:avLst/>
              </a:prstGeom>
              <a:noFill/>
              <a:ln>
                <a:solidFill>
                  <a:schemeClr val="tx1"/>
                </a:solidFill>
                <a:miter lim="800000"/>
              </a:ln>
            </p:spPr>
          </p:sp>
          <p:sp>
            <p:nvSpPr>
              <p:cNvPr id="6189" name="Line 42" title=""/>
              <p:cNvSpPr/>
              <p:nvPr/>
            </p:nvSpPr>
            <p:spPr>
              <a:xfrm>
                <a:off x="2976" y="2064"/>
                <a:ext cx="48" cy="576"/>
              </a:xfrm>
              <a:prstGeom prst="line">
                <a:avLst/>
              </a:prstGeom>
              <a:noFill/>
              <a:ln>
                <a:solidFill>
                  <a:schemeClr val="tx1"/>
                </a:solidFill>
                <a:miter lim="800000"/>
              </a:ln>
            </p:spPr>
          </p:sp>
          <p:sp>
            <p:nvSpPr>
              <p:cNvPr id="6190" name="Line 43" title=""/>
              <p:cNvSpPr/>
              <p:nvPr/>
            </p:nvSpPr>
            <p:spPr>
              <a:xfrm>
                <a:off x="2976" y="2064"/>
                <a:ext cx="624" cy="576"/>
              </a:xfrm>
              <a:prstGeom prst="line">
                <a:avLst/>
              </a:prstGeom>
              <a:noFill/>
              <a:ln>
                <a:solidFill>
                  <a:schemeClr val="tx1"/>
                </a:solidFill>
                <a:miter lim="800000"/>
              </a:ln>
            </p:spPr>
          </p:sp>
          <p:sp>
            <p:nvSpPr>
              <p:cNvPr id="6191" name="Line 44" title=""/>
              <p:cNvSpPr/>
              <p:nvPr/>
            </p:nvSpPr>
            <p:spPr>
              <a:xfrm>
                <a:off x="432" y="2640"/>
                <a:ext cx="432" cy="672"/>
              </a:xfrm>
              <a:prstGeom prst="line">
                <a:avLst/>
              </a:prstGeom>
              <a:noFill/>
              <a:ln>
                <a:solidFill>
                  <a:schemeClr val="tx1"/>
                </a:solidFill>
                <a:miter lim="800000"/>
              </a:ln>
            </p:spPr>
          </p:sp>
          <p:sp>
            <p:nvSpPr>
              <p:cNvPr id="6192" name="Line 45" title=""/>
              <p:cNvSpPr/>
              <p:nvPr/>
            </p:nvSpPr>
            <p:spPr>
              <a:xfrm>
                <a:off x="432" y="2640"/>
                <a:ext cx="1056" cy="672"/>
              </a:xfrm>
              <a:prstGeom prst="line">
                <a:avLst/>
              </a:prstGeom>
              <a:noFill/>
              <a:ln>
                <a:solidFill>
                  <a:schemeClr val="tx1"/>
                </a:solidFill>
                <a:miter lim="800000"/>
              </a:ln>
            </p:spPr>
          </p:sp>
          <p:sp>
            <p:nvSpPr>
              <p:cNvPr id="6193" name="Line 46" title=""/>
              <p:cNvSpPr/>
              <p:nvPr/>
            </p:nvSpPr>
            <p:spPr>
              <a:xfrm flipH="1">
                <a:off x="864" y="2640"/>
                <a:ext cx="240" cy="720"/>
              </a:xfrm>
              <a:prstGeom prst="line">
                <a:avLst/>
              </a:prstGeom>
              <a:noFill/>
              <a:ln>
                <a:solidFill>
                  <a:schemeClr val="tx1"/>
                </a:solidFill>
                <a:miter lim="800000"/>
              </a:ln>
            </p:spPr>
          </p:sp>
          <p:sp>
            <p:nvSpPr>
              <p:cNvPr id="6194" name="Line 47" title=""/>
              <p:cNvSpPr/>
              <p:nvPr/>
            </p:nvSpPr>
            <p:spPr>
              <a:xfrm>
                <a:off x="1104" y="2640"/>
                <a:ext cx="1056" cy="672"/>
              </a:xfrm>
              <a:prstGeom prst="line">
                <a:avLst/>
              </a:prstGeom>
              <a:noFill/>
              <a:ln>
                <a:solidFill>
                  <a:schemeClr val="tx1"/>
                </a:solidFill>
                <a:miter lim="800000"/>
              </a:ln>
            </p:spPr>
          </p:sp>
          <p:sp>
            <p:nvSpPr>
              <p:cNvPr id="6195" name="Line 48" title=""/>
              <p:cNvSpPr/>
              <p:nvPr/>
            </p:nvSpPr>
            <p:spPr>
              <a:xfrm flipH="1">
                <a:off x="1488" y="2640"/>
                <a:ext cx="288" cy="720"/>
              </a:xfrm>
              <a:prstGeom prst="line">
                <a:avLst/>
              </a:prstGeom>
              <a:noFill/>
              <a:ln>
                <a:solidFill>
                  <a:schemeClr val="tx1"/>
                </a:solidFill>
                <a:miter lim="800000"/>
              </a:ln>
            </p:spPr>
          </p:sp>
          <p:sp>
            <p:nvSpPr>
              <p:cNvPr id="6196" name="Line 49" title=""/>
              <p:cNvSpPr/>
              <p:nvPr/>
            </p:nvSpPr>
            <p:spPr>
              <a:xfrm>
                <a:off x="1776" y="2640"/>
                <a:ext cx="384" cy="672"/>
              </a:xfrm>
              <a:prstGeom prst="line">
                <a:avLst/>
              </a:prstGeom>
              <a:noFill/>
              <a:ln>
                <a:solidFill>
                  <a:schemeClr val="tx1"/>
                </a:solidFill>
                <a:miter lim="800000"/>
              </a:ln>
            </p:spPr>
          </p:sp>
          <p:sp>
            <p:nvSpPr>
              <p:cNvPr id="6197" name="Line 50" title=""/>
              <p:cNvSpPr/>
              <p:nvPr/>
            </p:nvSpPr>
            <p:spPr>
              <a:xfrm flipH="1">
                <a:off x="864" y="2640"/>
                <a:ext cx="1584" cy="720"/>
              </a:xfrm>
              <a:prstGeom prst="line">
                <a:avLst/>
              </a:prstGeom>
              <a:noFill/>
              <a:ln>
                <a:solidFill>
                  <a:schemeClr val="tx1"/>
                </a:solidFill>
                <a:miter lim="800000"/>
              </a:ln>
            </p:spPr>
          </p:sp>
          <p:sp>
            <p:nvSpPr>
              <p:cNvPr id="6198" name="Line 51" title=""/>
              <p:cNvSpPr/>
              <p:nvPr/>
            </p:nvSpPr>
            <p:spPr>
              <a:xfrm>
                <a:off x="2448" y="2640"/>
                <a:ext cx="384" cy="672"/>
              </a:xfrm>
              <a:prstGeom prst="line">
                <a:avLst/>
              </a:prstGeom>
              <a:noFill/>
              <a:ln>
                <a:solidFill>
                  <a:schemeClr val="tx1"/>
                </a:solidFill>
                <a:miter lim="800000"/>
              </a:ln>
            </p:spPr>
          </p:sp>
          <p:sp>
            <p:nvSpPr>
              <p:cNvPr id="6199" name="Line 52" title=""/>
              <p:cNvSpPr/>
              <p:nvPr/>
            </p:nvSpPr>
            <p:spPr>
              <a:xfrm flipH="1">
                <a:off x="1488" y="2640"/>
                <a:ext cx="1536" cy="672"/>
              </a:xfrm>
              <a:prstGeom prst="line">
                <a:avLst/>
              </a:prstGeom>
              <a:noFill/>
              <a:ln>
                <a:solidFill>
                  <a:schemeClr val="tx1"/>
                </a:solidFill>
                <a:miter lim="800000"/>
              </a:ln>
            </p:spPr>
          </p:sp>
          <p:sp>
            <p:nvSpPr>
              <p:cNvPr id="6200" name="Line 53" title=""/>
              <p:cNvSpPr/>
              <p:nvPr/>
            </p:nvSpPr>
            <p:spPr>
              <a:xfrm flipH="1">
                <a:off x="2832" y="2640"/>
                <a:ext cx="192" cy="720"/>
              </a:xfrm>
              <a:prstGeom prst="line">
                <a:avLst/>
              </a:prstGeom>
              <a:noFill/>
              <a:ln>
                <a:solidFill>
                  <a:schemeClr val="tx1"/>
                </a:solidFill>
                <a:miter lim="800000"/>
              </a:ln>
            </p:spPr>
          </p:sp>
          <p:sp>
            <p:nvSpPr>
              <p:cNvPr id="6201" name="Line 54" title=""/>
              <p:cNvSpPr/>
              <p:nvPr/>
            </p:nvSpPr>
            <p:spPr>
              <a:xfrm flipH="1">
                <a:off x="2832" y="2640"/>
                <a:ext cx="768" cy="720"/>
              </a:xfrm>
              <a:prstGeom prst="line">
                <a:avLst/>
              </a:prstGeom>
              <a:noFill/>
              <a:ln>
                <a:solidFill>
                  <a:schemeClr val="tx1"/>
                </a:solidFill>
                <a:miter lim="800000"/>
              </a:ln>
            </p:spPr>
          </p:sp>
          <p:sp>
            <p:nvSpPr>
              <p:cNvPr id="6202" name="Line 55" title=""/>
              <p:cNvSpPr/>
              <p:nvPr/>
            </p:nvSpPr>
            <p:spPr>
              <a:xfrm flipH="1">
                <a:off x="2160" y="2640"/>
                <a:ext cx="1440" cy="672"/>
              </a:xfrm>
              <a:prstGeom prst="line">
                <a:avLst/>
              </a:prstGeom>
              <a:noFill/>
              <a:ln>
                <a:solidFill>
                  <a:schemeClr val="tx1"/>
                </a:solidFill>
                <a:miter lim="800000"/>
              </a:ln>
            </p:spPr>
          </p:sp>
          <p:sp>
            <p:nvSpPr>
              <p:cNvPr id="6203" name="Line 56" title=""/>
              <p:cNvSpPr/>
              <p:nvPr/>
            </p:nvSpPr>
            <p:spPr>
              <a:xfrm>
                <a:off x="864" y="3360"/>
                <a:ext cx="1104" cy="576"/>
              </a:xfrm>
              <a:prstGeom prst="line">
                <a:avLst/>
              </a:prstGeom>
              <a:noFill/>
              <a:ln>
                <a:solidFill>
                  <a:schemeClr val="tx1"/>
                </a:solidFill>
                <a:miter lim="800000"/>
              </a:ln>
            </p:spPr>
          </p:sp>
          <p:sp>
            <p:nvSpPr>
              <p:cNvPr id="6204" name="Line 57" title=""/>
              <p:cNvSpPr/>
              <p:nvPr/>
            </p:nvSpPr>
            <p:spPr>
              <a:xfrm>
                <a:off x="1488" y="3312"/>
                <a:ext cx="528" cy="672"/>
              </a:xfrm>
              <a:prstGeom prst="line">
                <a:avLst/>
              </a:prstGeom>
              <a:noFill/>
              <a:ln>
                <a:solidFill>
                  <a:schemeClr val="tx1"/>
                </a:solidFill>
                <a:miter lim="800000"/>
              </a:ln>
            </p:spPr>
          </p:sp>
          <p:sp>
            <p:nvSpPr>
              <p:cNvPr id="6205" name="Line 58" title=""/>
              <p:cNvSpPr/>
              <p:nvPr/>
            </p:nvSpPr>
            <p:spPr>
              <a:xfrm flipH="1">
                <a:off x="2016" y="3312"/>
                <a:ext cx="144" cy="624"/>
              </a:xfrm>
              <a:prstGeom prst="line">
                <a:avLst/>
              </a:prstGeom>
              <a:noFill/>
              <a:ln>
                <a:solidFill>
                  <a:schemeClr val="tx1"/>
                </a:solidFill>
                <a:miter lim="800000"/>
              </a:ln>
            </p:spPr>
          </p:sp>
          <p:sp>
            <p:nvSpPr>
              <p:cNvPr id="6206" name="Line 59" title=""/>
              <p:cNvSpPr/>
              <p:nvPr/>
            </p:nvSpPr>
            <p:spPr>
              <a:xfrm flipH="1">
                <a:off x="1968" y="3360"/>
                <a:ext cx="864" cy="624"/>
              </a:xfrm>
              <a:prstGeom prst="line">
                <a:avLst/>
              </a:prstGeom>
              <a:noFill/>
              <a:ln>
                <a:solidFill>
                  <a:schemeClr val="tx1"/>
                </a:solidFill>
                <a:miter lim="800000"/>
              </a:ln>
            </p:spPr>
          </p:sp>
          <p:sp>
            <p:nvSpPr>
              <p:cNvPr id="6207" name="Text Box 60" title=""/>
              <p:cNvSpPr txBox="1"/>
              <p:nvPr/>
            </p:nvSpPr>
            <p:spPr>
              <a:xfrm>
                <a:off x="806" y="2343"/>
                <a:ext cx="826"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time,location</a:t>
                </a:r>
                <a:endParaRPr lang="en-US" altLang="zh-CN" sz="2400">
                  <a:latin typeface="Times New Roman" pitchFamily="18" charset="0"/>
                  <a:ea typeface="宋体" pitchFamily="2" charset="-122"/>
                </a:endParaRPr>
              </a:p>
            </p:txBody>
          </p:sp>
          <p:sp>
            <p:nvSpPr>
              <p:cNvPr id="6208" name="Text Box 61" title=""/>
              <p:cNvSpPr txBox="1"/>
              <p:nvPr/>
            </p:nvSpPr>
            <p:spPr>
              <a:xfrm>
                <a:off x="1430" y="2679"/>
                <a:ext cx="840"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time,supplier</a:t>
                </a:r>
                <a:endParaRPr lang="en-US" altLang="zh-CN" sz="2400">
                  <a:latin typeface="Times New Roman" pitchFamily="18" charset="0"/>
                  <a:ea typeface="宋体" pitchFamily="2" charset="-122"/>
                </a:endParaRPr>
              </a:p>
            </p:txBody>
          </p:sp>
          <p:sp>
            <p:nvSpPr>
              <p:cNvPr id="6209" name="Text Box 62" title=""/>
              <p:cNvSpPr txBox="1"/>
              <p:nvPr/>
            </p:nvSpPr>
            <p:spPr>
              <a:xfrm>
                <a:off x="2102" y="2343"/>
                <a:ext cx="826"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item,location</a:t>
                </a:r>
                <a:endParaRPr lang="en-US" altLang="zh-CN" sz="2400">
                  <a:latin typeface="Times New Roman" pitchFamily="18" charset="0"/>
                  <a:ea typeface="宋体" pitchFamily="2" charset="-122"/>
                </a:endParaRPr>
              </a:p>
            </p:txBody>
          </p:sp>
          <p:sp>
            <p:nvSpPr>
              <p:cNvPr id="6210" name="Text Box 63" title=""/>
              <p:cNvSpPr txBox="1"/>
              <p:nvPr/>
            </p:nvSpPr>
            <p:spPr>
              <a:xfrm>
                <a:off x="2678" y="2727"/>
                <a:ext cx="840"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item,supplier</a:t>
                </a:r>
                <a:endParaRPr lang="en-US" altLang="zh-CN" sz="2400">
                  <a:latin typeface="Times New Roman" pitchFamily="18" charset="0"/>
                  <a:ea typeface="宋体" pitchFamily="2" charset="-122"/>
                </a:endParaRPr>
              </a:p>
            </p:txBody>
          </p:sp>
          <p:sp>
            <p:nvSpPr>
              <p:cNvPr id="6211" name="Text Box 64" title=""/>
              <p:cNvSpPr txBox="1"/>
              <p:nvPr/>
            </p:nvSpPr>
            <p:spPr>
              <a:xfrm>
                <a:off x="3398" y="2343"/>
                <a:ext cx="1032"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location,supplier</a:t>
                </a:r>
                <a:endParaRPr lang="en-US" altLang="zh-CN" sz="2400">
                  <a:latin typeface="Times New Roman" pitchFamily="18" charset="0"/>
                  <a:ea typeface="宋体" pitchFamily="2" charset="-122"/>
                </a:endParaRPr>
              </a:p>
            </p:txBody>
          </p:sp>
          <p:sp>
            <p:nvSpPr>
              <p:cNvPr id="6212" name="Text Box 65" title=""/>
              <p:cNvSpPr txBox="1"/>
              <p:nvPr/>
            </p:nvSpPr>
            <p:spPr>
              <a:xfrm>
                <a:off x="1046" y="3463"/>
                <a:ext cx="986" cy="19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400" b="1">
                    <a:latin typeface="Times New Roman" pitchFamily="18" charset="0"/>
                    <a:ea typeface="宋体" pitchFamily="2" charset="-122"/>
                  </a:rPr>
                  <a:t>time,item,supplier</a:t>
                </a:r>
                <a:endParaRPr lang="en-US" altLang="zh-CN" sz="2400">
                  <a:latin typeface="Times New Roman" pitchFamily="18" charset="0"/>
                  <a:ea typeface="宋体" pitchFamily="2" charset="-122"/>
                </a:endParaRPr>
              </a:p>
            </p:txBody>
          </p:sp>
          <p:sp>
            <p:nvSpPr>
              <p:cNvPr id="6213" name="Text Box 66" title=""/>
              <p:cNvSpPr txBox="1"/>
              <p:nvPr/>
            </p:nvSpPr>
            <p:spPr>
              <a:xfrm>
                <a:off x="1728" y="3024"/>
                <a:ext cx="1154" cy="19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400" b="1">
                    <a:latin typeface="Times New Roman" pitchFamily="18" charset="0"/>
                    <a:ea typeface="宋体" pitchFamily="2" charset="-122"/>
                  </a:rPr>
                  <a:t>time,location,supplier</a:t>
                </a:r>
                <a:endParaRPr lang="en-US" altLang="zh-CN" sz="2400">
                  <a:latin typeface="Times New Roman" pitchFamily="18" charset="0"/>
                  <a:ea typeface="宋体" pitchFamily="2" charset="-122"/>
                </a:endParaRPr>
              </a:p>
            </p:txBody>
          </p:sp>
          <p:sp>
            <p:nvSpPr>
              <p:cNvPr id="6214" name="Text Box 67" title=""/>
              <p:cNvSpPr txBox="1"/>
              <p:nvPr/>
            </p:nvSpPr>
            <p:spPr>
              <a:xfrm>
                <a:off x="2486" y="3447"/>
                <a:ext cx="1307"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item,location,supplier</a:t>
                </a:r>
                <a:endParaRPr lang="en-US" altLang="zh-CN" sz="2400">
                  <a:latin typeface="Times New Roman" pitchFamily="18" charset="0"/>
                  <a:ea typeface="宋体" pitchFamily="2" charset="-122"/>
                </a:endParaRPr>
              </a:p>
            </p:txBody>
          </p:sp>
          <p:sp>
            <p:nvSpPr>
              <p:cNvPr id="6215" name="Text Box 68" title=""/>
              <p:cNvSpPr txBox="1"/>
              <p:nvPr/>
            </p:nvSpPr>
            <p:spPr>
              <a:xfrm>
                <a:off x="4320" y="1296"/>
                <a:ext cx="1248"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0-</a:t>
                </a:r>
                <a:r>
                  <a:rPr lang="en-US" altLang="zh-CN" sz="2000">
                    <a:latin typeface="Times New Roman" pitchFamily="18" charset="0"/>
                    <a:ea typeface="宋体" pitchFamily="2" charset="-122"/>
                  </a:rPr>
                  <a:t>D(apex) cuboid</a:t>
                </a:r>
                <a:endParaRPr lang="en-US" altLang="zh-CN" sz="2400">
                  <a:latin typeface="Times New Roman" pitchFamily="18" charset="0"/>
                  <a:ea typeface="宋体" pitchFamily="2" charset="-122"/>
                </a:endParaRPr>
              </a:p>
            </p:txBody>
          </p:sp>
          <p:sp>
            <p:nvSpPr>
              <p:cNvPr id="6216" name="Text Box 69" title=""/>
              <p:cNvSpPr txBox="1"/>
              <p:nvPr/>
            </p:nvSpPr>
            <p:spPr>
              <a:xfrm>
                <a:off x="4310" y="1881"/>
                <a:ext cx="902"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1-</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6217" name="Text Box 70" title=""/>
              <p:cNvSpPr txBox="1"/>
              <p:nvPr/>
            </p:nvSpPr>
            <p:spPr>
              <a:xfrm>
                <a:off x="4310" y="2553"/>
                <a:ext cx="902"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2-</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6218" name="Text Box 71" title=""/>
              <p:cNvSpPr txBox="1"/>
              <p:nvPr/>
            </p:nvSpPr>
            <p:spPr>
              <a:xfrm>
                <a:off x="4310" y="3129"/>
                <a:ext cx="902"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3-</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6219" name="Text Box 72" title=""/>
              <p:cNvSpPr txBox="1"/>
              <p:nvPr/>
            </p:nvSpPr>
            <p:spPr>
              <a:xfrm>
                <a:off x="4358" y="3705"/>
                <a:ext cx="12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4-</a:t>
                </a:r>
                <a:r>
                  <a:rPr lang="en-US" altLang="zh-CN" sz="2000">
                    <a:latin typeface="Times New Roman" pitchFamily="18" charset="0"/>
                    <a:ea typeface="宋体" pitchFamily="2" charset="-122"/>
                  </a:rPr>
                  <a:t>D(base) cuboid</a:t>
                </a:r>
                <a:endParaRPr lang="en-US" altLang="zh-CN" sz="2400">
                  <a:latin typeface="Times New Roman" pitchFamily="18" charset="0"/>
                  <a:ea typeface="宋体" pitchFamily="2" charset="-122"/>
                </a:endParaRPr>
              </a:p>
            </p:txBody>
          </p:sp>
        </p:grpSp>
      </p:gr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17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211A3E6-8974-42DF-8855-952523F3AC54}" type="slidenum">
              <a:rPr lang="zh-CN" altLang="en-US" sz="1200">
                <a:ea typeface="宋体" pitchFamily="2" charset="-122"/>
              </a:rPr>
              <a:t>5</a:t>
            </a:fld>
            <a:endParaRPr lang="en-US" altLang="zh-CN" sz="1200">
              <a:ea typeface="宋体" pitchFamily="2" charset="-122"/>
            </a:endParaRPr>
          </a:p>
        </p:txBody>
      </p:sp>
      <p:sp>
        <p:nvSpPr>
          <p:cNvPr id="7171" name="Rectangle 2" title=""/>
          <p:cNvSpPr>
            <a:spLocks noGrp="1"/>
          </p:cNvSpPr>
          <p:nvPr>
            <p:ph type="title"/>
          </p:nvPr>
        </p:nvSpPr>
        <p:spPr>
          <a:xfrm>
            <a:off x="0" y="2286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a:ea typeface="宋体" pitchFamily="2" charset="-122"/>
              </a:rPr>
              <a:t>Data Cube: A Lattice of Cuboids</a:t>
            </a:r>
            <a:endParaRPr lang="en-US" altLang="zh-CN">
              <a:ea typeface="宋体" pitchFamily="2" charset="-122"/>
            </a:endParaRPr>
          </a:p>
        </p:txBody>
      </p:sp>
      <p:sp>
        <p:nvSpPr>
          <p:cNvPr id="7172" name="Rectangle 3" title=""/>
          <p:cNvSpPr>
            <a:spLocks noGrp="1"/>
          </p:cNvSpPr>
          <p:nvPr>
            <p:ph type="body" idx="1"/>
          </p:nvPr>
        </p:nvSpPr>
        <p:spPr>
          <a:xfrm>
            <a:off x="457200" y="4648200"/>
            <a:ext cx="8382000" cy="1981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342900" lvl="0" indent="-342900">
              <a:lnSpc>
                <a:spcPct val="80000"/>
              </a:lnSpc>
              <a:buChar char="n"/>
            </a:pPr>
            <a:r>
              <a:rPr sz="1800"/>
              <a:t>Base vs. aggregate cells; ancestor vs. descendant cells; parent vs. child cells</a:t>
            </a:r>
            <a:endParaRPr sz="1800"/>
          </a:p>
          <a:p>
            <a:pPr marL="800100" lvl="1" indent="-342900">
              <a:lnSpc>
                <a:spcPct val="80000"/>
              </a:lnSpc>
              <a:buSzPct val="80000"/>
              <a:buFont typeface="Wingdings" pitchFamily="2" charset="2"/>
              <a:buAutoNum type="arabicPeriod"/>
            </a:pPr>
            <a:r>
              <a:rPr sz="1800"/>
              <a:t>(9/15, milk, Urbana, Dairy_land) </a:t>
            </a:r>
            <a:endParaRPr sz="1800"/>
          </a:p>
          <a:p>
            <a:pPr marL="800100" lvl="1" indent="-342900">
              <a:lnSpc>
                <a:spcPct val="80000"/>
              </a:lnSpc>
              <a:buSzPct val="80000"/>
              <a:buFont typeface="Wingdings" pitchFamily="2" charset="2"/>
              <a:buAutoNum type="arabicPeriod"/>
            </a:pPr>
            <a:r>
              <a:rPr sz="1800"/>
              <a:t>(9/15, milk, Urbana, *) </a:t>
            </a:r>
            <a:endParaRPr sz="1800"/>
          </a:p>
          <a:p>
            <a:pPr marL="800100" lvl="1" indent="-342900">
              <a:lnSpc>
                <a:spcPct val="80000"/>
              </a:lnSpc>
              <a:buSzPct val="80000"/>
              <a:buFont typeface="Wingdings" pitchFamily="2" charset="2"/>
              <a:buAutoNum type="arabicPeriod"/>
            </a:pPr>
            <a:r>
              <a:rPr sz="1800"/>
              <a:t>(*, milk, Urbana, *) </a:t>
            </a:r>
            <a:endParaRPr sz="1800"/>
          </a:p>
          <a:p>
            <a:pPr marL="800100" lvl="1" indent="-342900">
              <a:lnSpc>
                <a:spcPct val="80000"/>
              </a:lnSpc>
              <a:buSzPct val="80000"/>
              <a:buFont typeface="Wingdings" pitchFamily="2" charset="2"/>
              <a:buAutoNum type="arabicPeriod"/>
            </a:pPr>
            <a:r>
              <a:rPr sz="1800"/>
              <a:t>(*, milk, Urbana, *)</a:t>
            </a:r>
            <a:endParaRPr sz="1800"/>
          </a:p>
          <a:p>
            <a:pPr marL="800100" lvl="1" indent="-342900">
              <a:lnSpc>
                <a:spcPct val="80000"/>
              </a:lnSpc>
              <a:buSzPct val="80000"/>
              <a:buFont typeface="Wingdings" pitchFamily="2" charset="2"/>
              <a:buAutoNum type="arabicPeriod"/>
            </a:pPr>
            <a:r>
              <a:rPr sz="1800"/>
              <a:t>(*, milk, Chicago, *)</a:t>
            </a:r>
            <a:endParaRPr sz="1800"/>
          </a:p>
          <a:p>
            <a:pPr marL="800100" lvl="1" indent="-342900">
              <a:lnSpc>
                <a:spcPct val="80000"/>
              </a:lnSpc>
              <a:buSzPct val="80000"/>
              <a:buFont typeface="Wingdings" pitchFamily="2" charset="2"/>
              <a:buAutoNum type="arabicPeriod"/>
            </a:pPr>
            <a:r>
              <a:rPr sz="1800"/>
              <a:t>(*, milk, *, *) </a:t>
            </a:r>
            <a:endParaRPr sz="1800"/>
          </a:p>
        </p:txBody>
      </p:sp>
      <p:sp>
        <p:nvSpPr>
          <p:cNvPr id="7173" name="Text Box 23" title=""/>
          <p:cNvSpPr txBox="1"/>
          <p:nvPr/>
        </p:nvSpPr>
        <p:spPr>
          <a:xfrm>
            <a:off x="2801938" y="1219200"/>
            <a:ext cx="436562" cy="396875"/>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r>
              <a:rPr lang="en-US" altLang="zh-CN" sz="2000">
                <a:latin typeface="Times New Roman" pitchFamily="18" charset="0"/>
                <a:ea typeface="宋体" pitchFamily="2" charset="-122"/>
              </a:rPr>
              <a:t>all</a:t>
            </a:r>
            <a:endParaRPr lang="en-US" altLang="zh-CN" sz="2400">
              <a:latin typeface="Times New Roman" pitchFamily="18" charset="0"/>
              <a:ea typeface="宋体" pitchFamily="2" charset="-122"/>
            </a:endParaRPr>
          </a:p>
        </p:txBody>
      </p:sp>
      <p:grpSp>
        <p:nvGrpSpPr>
          <p:cNvPr id="7174" name="Group 210" title=""/>
          <p:cNvGrpSpPr/>
          <p:nvPr/>
        </p:nvGrpSpPr>
        <p:grpSpPr>
          <a:xfrm>
            <a:off x="0" y="1387475"/>
            <a:ext cx="9053513" cy="2955925"/>
            <a:chOff x="0" y="874"/>
            <a:chExt cx="5703" cy="1862"/>
          </a:xfrm>
        </p:grpSpPr>
        <p:sp>
          <p:nvSpPr>
            <p:cNvPr id="7175" name="Text Box 3" title=""/>
            <p:cNvSpPr txBox="1"/>
            <p:nvPr/>
          </p:nvSpPr>
          <p:spPr>
            <a:xfrm>
              <a:off x="0" y="1536"/>
              <a:ext cx="634"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time,item</a:t>
              </a:r>
              <a:endParaRPr lang="en-US" altLang="zh-CN" sz="2400">
                <a:latin typeface="Times New Roman" pitchFamily="18" charset="0"/>
                <a:ea typeface="宋体" pitchFamily="2" charset="-122"/>
              </a:endParaRPr>
            </a:p>
          </p:txBody>
        </p:sp>
        <p:sp>
          <p:nvSpPr>
            <p:cNvPr id="7176" name="Text Box 4" title=""/>
            <p:cNvSpPr txBox="1"/>
            <p:nvPr/>
          </p:nvSpPr>
          <p:spPr>
            <a:xfrm>
              <a:off x="0" y="2208"/>
              <a:ext cx="1101"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time,item,location</a:t>
              </a:r>
              <a:endParaRPr lang="en-US" altLang="zh-CN" sz="2400">
                <a:latin typeface="Times New Roman" pitchFamily="18" charset="0"/>
                <a:ea typeface="宋体" pitchFamily="2" charset="-122"/>
              </a:endParaRPr>
            </a:p>
          </p:txBody>
        </p:sp>
        <p:sp>
          <p:nvSpPr>
            <p:cNvPr id="7177" name="Text Box 5" title=""/>
            <p:cNvSpPr txBox="1"/>
            <p:nvPr/>
          </p:nvSpPr>
          <p:spPr>
            <a:xfrm>
              <a:off x="2119" y="2524"/>
              <a:ext cx="1817" cy="212"/>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 item, location, supplier</a:t>
              </a:r>
              <a:endParaRPr lang="en-US" altLang="zh-CN" sz="2400">
                <a:latin typeface="Times New Roman" pitchFamily="18" charset="0"/>
                <a:ea typeface="宋体" pitchFamily="2" charset="-122"/>
              </a:endParaRPr>
            </a:p>
          </p:txBody>
        </p:sp>
        <p:sp>
          <p:nvSpPr>
            <p:cNvPr id="7178" name="AutoShape 7" title=""/>
            <p:cNvSpPr/>
            <p:nvPr/>
          </p:nvSpPr>
          <p:spPr>
            <a:xfrm>
              <a:off x="1870" y="970"/>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79" name="AutoShape 8" title=""/>
            <p:cNvSpPr/>
            <p:nvPr/>
          </p:nvSpPr>
          <p:spPr>
            <a:xfrm>
              <a:off x="764" y="1323"/>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0" name="AutoShape 9" title=""/>
            <p:cNvSpPr/>
            <p:nvPr/>
          </p:nvSpPr>
          <p:spPr>
            <a:xfrm>
              <a:off x="1518" y="1323"/>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1" name="AutoShape 10" title=""/>
            <p:cNvSpPr/>
            <p:nvPr/>
          </p:nvSpPr>
          <p:spPr>
            <a:xfrm>
              <a:off x="2272" y="1323"/>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2" name="AutoShape 11" title=""/>
            <p:cNvSpPr/>
            <p:nvPr/>
          </p:nvSpPr>
          <p:spPr>
            <a:xfrm>
              <a:off x="1719" y="1739"/>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3" name="AutoShape 12" title=""/>
            <p:cNvSpPr/>
            <p:nvPr/>
          </p:nvSpPr>
          <p:spPr>
            <a:xfrm>
              <a:off x="3026" y="1739"/>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4" name="AutoShape 13" title=""/>
            <p:cNvSpPr/>
            <p:nvPr/>
          </p:nvSpPr>
          <p:spPr>
            <a:xfrm>
              <a:off x="2423" y="1739"/>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5" name="AutoShape 14" title=""/>
            <p:cNvSpPr/>
            <p:nvPr/>
          </p:nvSpPr>
          <p:spPr>
            <a:xfrm>
              <a:off x="1016" y="1739"/>
              <a:ext cx="150"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6" name="AutoShape 15" title=""/>
            <p:cNvSpPr/>
            <p:nvPr/>
          </p:nvSpPr>
          <p:spPr>
            <a:xfrm>
              <a:off x="312" y="1739"/>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7" name="AutoShape 16" title=""/>
            <p:cNvSpPr/>
            <p:nvPr/>
          </p:nvSpPr>
          <p:spPr>
            <a:xfrm>
              <a:off x="2925" y="1355"/>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8" name="AutoShape 17" title=""/>
            <p:cNvSpPr/>
            <p:nvPr/>
          </p:nvSpPr>
          <p:spPr>
            <a:xfrm>
              <a:off x="764" y="2188"/>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89" name="AutoShape 18" title=""/>
            <p:cNvSpPr/>
            <p:nvPr/>
          </p:nvSpPr>
          <p:spPr>
            <a:xfrm>
              <a:off x="3629" y="1739"/>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90" name="AutoShape 19" title=""/>
            <p:cNvSpPr/>
            <p:nvPr/>
          </p:nvSpPr>
          <p:spPr>
            <a:xfrm>
              <a:off x="1920" y="2604"/>
              <a:ext cx="151" cy="97"/>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91" name="AutoShape 20" title=""/>
            <p:cNvSpPr/>
            <p:nvPr/>
          </p:nvSpPr>
          <p:spPr>
            <a:xfrm>
              <a:off x="2825" y="2188"/>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92" name="AutoShape 21" title=""/>
            <p:cNvSpPr/>
            <p:nvPr/>
          </p:nvSpPr>
          <p:spPr>
            <a:xfrm>
              <a:off x="2121" y="2188"/>
              <a:ext cx="151"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93" name="AutoShape 22" title=""/>
            <p:cNvSpPr/>
            <p:nvPr/>
          </p:nvSpPr>
          <p:spPr>
            <a:xfrm>
              <a:off x="1418" y="2188"/>
              <a:ext cx="150" cy="96"/>
            </a:xfrm>
            <a:prstGeom prst="flowChartConnector">
              <a:avLst/>
            </a:prstGeom>
            <a:solidFill>
              <a:schemeClr val="bg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94" name="Text Box 24" title=""/>
            <p:cNvSpPr txBox="1"/>
            <p:nvPr/>
          </p:nvSpPr>
          <p:spPr>
            <a:xfrm>
              <a:off x="704" y="1094"/>
              <a:ext cx="398"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time</a:t>
              </a:r>
              <a:endParaRPr lang="en-US" altLang="zh-CN" sz="2400">
                <a:latin typeface="Times New Roman" pitchFamily="18" charset="0"/>
                <a:ea typeface="宋体" pitchFamily="2" charset="-122"/>
              </a:endParaRPr>
            </a:p>
          </p:txBody>
        </p:sp>
        <p:sp>
          <p:nvSpPr>
            <p:cNvPr id="7195" name="Text Box 25" title=""/>
            <p:cNvSpPr txBox="1"/>
            <p:nvPr/>
          </p:nvSpPr>
          <p:spPr>
            <a:xfrm>
              <a:off x="1457" y="1104"/>
              <a:ext cx="399"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item</a:t>
              </a:r>
              <a:endParaRPr lang="en-US" altLang="zh-CN" sz="2400">
                <a:latin typeface="Times New Roman" pitchFamily="18" charset="0"/>
                <a:ea typeface="宋体" pitchFamily="2" charset="-122"/>
              </a:endParaRPr>
            </a:p>
          </p:txBody>
        </p:sp>
        <p:sp>
          <p:nvSpPr>
            <p:cNvPr id="7196" name="Text Box 26" title=""/>
            <p:cNvSpPr txBox="1"/>
            <p:nvPr/>
          </p:nvSpPr>
          <p:spPr>
            <a:xfrm>
              <a:off x="2211" y="1104"/>
              <a:ext cx="6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location</a:t>
              </a:r>
              <a:endParaRPr lang="en-US" altLang="zh-CN" sz="2400">
                <a:latin typeface="Times New Roman" pitchFamily="18" charset="0"/>
                <a:ea typeface="宋体" pitchFamily="2" charset="-122"/>
              </a:endParaRPr>
            </a:p>
          </p:txBody>
        </p:sp>
        <p:sp>
          <p:nvSpPr>
            <p:cNvPr id="7197" name="Text Box 27" title=""/>
            <p:cNvSpPr txBox="1"/>
            <p:nvPr/>
          </p:nvSpPr>
          <p:spPr>
            <a:xfrm>
              <a:off x="2966" y="1104"/>
              <a:ext cx="6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000">
                  <a:latin typeface="Times New Roman" pitchFamily="18" charset="0"/>
                  <a:ea typeface="宋体" pitchFamily="2" charset="-122"/>
                </a:rPr>
                <a:t>supplier</a:t>
              </a:r>
              <a:endParaRPr lang="en-US" altLang="zh-CN" sz="2400">
                <a:latin typeface="Times New Roman" pitchFamily="18" charset="0"/>
                <a:ea typeface="宋体" pitchFamily="2" charset="-122"/>
              </a:endParaRPr>
            </a:p>
          </p:txBody>
        </p:sp>
        <p:sp>
          <p:nvSpPr>
            <p:cNvPr id="7198" name="Line 28" title=""/>
            <p:cNvSpPr/>
            <p:nvPr/>
          </p:nvSpPr>
          <p:spPr>
            <a:xfrm flipH="1">
              <a:off x="815" y="1002"/>
              <a:ext cx="1105" cy="353"/>
            </a:xfrm>
            <a:prstGeom prst="line">
              <a:avLst/>
            </a:prstGeom>
            <a:noFill/>
            <a:ln>
              <a:solidFill>
                <a:schemeClr val="tx1"/>
              </a:solidFill>
              <a:miter lim="800000"/>
            </a:ln>
          </p:spPr>
        </p:sp>
        <p:sp>
          <p:nvSpPr>
            <p:cNvPr id="7199" name="Line 29" title=""/>
            <p:cNvSpPr/>
            <p:nvPr/>
          </p:nvSpPr>
          <p:spPr>
            <a:xfrm flipH="1">
              <a:off x="1619" y="1002"/>
              <a:ext cx="301" cy="353"/>
            </a:xfrm>
            <a:prstGeom prst="line">
              <a:avLst/>
            </a:prstGeom>
            <a:noFill/>
            <a:ln>
              <a:solidFill>
                <a:schemeClr val="tx1"/>
              </a:solidFill>
              <a:miter lim="800000"/>
            </a:ln>
          </p:spPr>
        </p:sp>
        <p:sp>
          <p:nvSpPr>
            <p:cNvPr id="7200" name="Line 30" title=""/>
            <p:cNvSpPr/>
            <p:nvPr/>
          </p:nvSpPr>
          <p:spPr>
            <a:xfrm>
              <a:off x="1920" y="1002"/>
              <a:ext cx="402" cy="353"/>
            </a:xfrm>
            <a:prstGeom prst="line">
              <a:avLst/>
            </a:prstGeom>
            <a:noFill/>
            <a:ln>
              <a:solidFill>
                <a:schemeClr val="tx1"/>
              </a:solidFill>
              <a:miter lim="800000"/>
            </a:ln>
          </p:spPr>
        </p:sp>
        <p:sp>
          <p:nvSpPr>
            <p:cNvPr id="7201" name="Line 31" title=""/>
            <p:cNvSpPr/>
            <p:nvPr/>
          </p:nvSpPr>
          <p:spPr>
            <a:xfrm>
              <a:off x="1920" y="1002"/>
              <a:ext cx="1106" cy="385"/>
            </a:xfrm>
            <a:prstGeom prst="line">
              <a:avLst/>
            </a:prstGeom>
            <a:noFill/>
            <a:ln>
              <a:solidFill>
                <a:schemeClr val="tx1"/>
              </a:solidFill>
              <a:miter lim="800000"/>
            </a:ln>
          </p:spPr>
        </p:sp>
        <p:sp>
          <p:nvSpPr>
            <p:cNvPr id="7202" name="Line 32" title=""/>
            <p:cNvSpPr/>
            <p:nvPr/>
          </p:nvSpPr>
          <p:spPr>
            <a:xfrm flipH="1">
              <a:off x="362" y="1355"/>
              <a:ext cx="453" cy="416"/>
            </a:xfrm>
            <a:prstGeom prst="line">
              <a:avLst/>
            </a:prstGeom>
            <a:noFill/>
            <a:ln>
              <a:solidFill>
                <a:schemeClr val="tx1"/>
              </a:solidFill>
              <a:miter lim="800000"/>
            </a:ln>
          </p:spPr>
        </p:sp>
        <p:sp>
          <p:nvSpPr>
            <p:cNvPr id="7203" name="Line 33" title=""/>
            <p:cNvSpPr/>
            <p:nvPr/>
          </p:nvSpPr>
          <p:spPr>
            <a:xfrm>
              <a:off x="815" y="1355"/>
              <a:ext cx="251" cy="416"/>
            </a:xfrm>
            <a:prstGeom prst="line">
              <a:avLst/>
            </a:prstGeom>
            <a:noFill/>
            <a:ln>
              <a:solidFill>
                <a:schemeClr val="tx1"/>
              </a:solidFill>
              <a:miter lim="800000"/>
            </a:ln>
          </p:spPr>
        </p:sp>
        <p:sp>
          <p:nvSpPr>
            <p:cNvPr id="7204" name="Line 34" title=""/>
            <p:cNvSpPr/>
            <p:nvPr/>
          </p:nvSpPr>
          <p:spPr>
            <a:xfrm>
              <a:off x="815" y="1355"/>
              <a:ext cx="954" cy="416"/>
            </a:xfrm>
            <a:prstGeom prst="line">
              <a:avLst/>
            </a:prstGeom>
            <a:noFill/>
            <a:ln>
              <a:solidFill>
                <a:schemeClr val="tx1"/>
              </a:solidFill>
              <a:miter lim="800000"/>
            </a:ln>
          </p:spPr>
        </p:sp>
        <p:sp>
          <p:nvSpPr>
            <p:cNvPr id="7205" name="Line 35" title=""/>
            <p:cNvSpPr/>
            <p:nvPr/>
          </p:nvSpPr>
          <p:spPr>
            <a:xfrm flipH="1">
              <a:off x="362" y="1355"/>
              <a:ext cx="1257" cy="416"/>
            </a:xfrm>
            <a:prstGeom prst="line">
              <a:avLst/>
            </a:prstGeom>
            <a:noFill/>
            <a:ln>
              <a:solidFill>
                <a:schemeClr val="tx1"/>
              </a:solidFill>
              <a:miter lim="800000"/>
            </a:ln>
          </p:spPr>
        </p:sp>
        <p:sp>
          <p:nvSpPr>
            <p:cNvPr id="7206" name="Line 36" title=""/>
            <p:cNvSpPr/>
            <p:nvPr/>
          </p:nvSpPr>
          <p:spPr>
            <a:xfrm>
              <a:off x="1619" y="1355"/>
              <a:ext cx="854" cy="416"/>
            </a:xfrm>
            <a:prstGeom prst="line">
              <a:avLst/>
            </a:prstGeom>
            <a:noFill/>
            <a:ln>
              <a:solidFill>
                <a:schemeClr val="tx1"/>
              </a:solidFill>
              <a:miter lim="800000"/>
            </a:ln>
          </p:spPr>
        </p:sp>
        <p:sp>
          <p:nvSpPr>
            <p:cNvPr id="7207" name="Line 37" title=""/>
            <p:cNvSpPr/>
            <p:nvPr/>
          </p:nvSpPr>
          <p:spPr>
            <a:xfrm>
              <a:off x="1619" y="1355"/>
              <a:ext cx="1457" cy="416"/>
            </a:xfrm>
            <a:prstGeom prst="line">
              <a:avLst/>
            </a:prstGeom>
            <a:noFill/>
            <a:ln>
              <a:solidFill>
                <a:schemeClr val="tx1"/>
              </a:solidFill>
              <a:miter lim="800000"/>
            </a:ln>
          </p:spPr>
        </p:sp>
        <p:sp>
          <p:nvSpPr>
            <p:cNvPr id="7208" name="Line 38" title=""/>
            <p:cNvSpPr/>
            <p:nvPr/>
          </p:nvSpPr>
          <p:spPr>
            <a:xfrm>
              <a:off x="2322" y="1355"/>
              <a:ext cx="151" cy="416"/>
            </a:xfrm>
            <a:prstGeom prst="line">
              <a:avLst/>
            </a:prstGeom>
            <a:noFill/>
            <a:ln>
              <a:solidFill>
                <a:schemeClr val="tx1"/>
              </a:solidFill>
              <a:miter lim="800000"/>
            </a:ln>
          </p:spPr>
        </p:sp>
        <p:sp>
          <p:nvSpPr>
            <p:cNvPr id="7209" name="Line 39" title=""/>
            <p:cNvSpPr/>
            <p:nvPr/>
          </p:nvSpPr>
          <p:spPr>
            <a:xfrm>
              <a:off x="2322" y="1355"/>
              <a:ext cx="1357" cy="416"/>
            </a:xfrm>
            <a:prstGeom prst="line">
              <a:avLst/>
            </a:prstGeom>
            <a:noFill/>
            <a:ln>
              <a:solidFill>
                <a:schemeClr val="tx1"/>
              </a:solidFill>
              <a:miter lim="800000"/>
            </a:ln>
          </p:spPr>
        </p:sp>
        <p:sp>
          <p:nvSpPr>
            <p:cNvPr id="7210" name="Line 40" title=""/>
            <p:cNvSpPr/>
            <p:nvPr/>
          </p:nvSpPr>
          <p:spPr>
            <a:xfrm flipH="1">
              <a:off x="1066" y="1355"/>
              <a:ext cx="1256" cy="416"/>
            </a:xfrm>
            <a:prstGeom prst="line">
              <a:avLst/>
            </a:prstGeom>
            <a:noFill/>
            <a:ln>
              <a:solidFill>
                <a:schemeClr val="tx1"/>
              </a:solidFill>
              <a:miter lim="800000"/>
            </a:ln>
          </p:spPr>
        </p:sp>
        <p:sp>
          <p:nvSpPr>
            <p:cNvPr id="7211" name="Line 41" title=""/>
            <p:cNvSpPr/>
            <p:nvPr/>
          </p:nvSpPr>
          <p:spPr>
            <a:xfrm flipH="1">
              <a:off x="1769" y="1387"/>
              <a:ext cx="1257" cy="384"/>
            </a:xfrm>
            <a:prstGeom prst="line">
              <a:avLst/>
            </a:prstGeom>
            <a:noFill/>
            <a:ln>
              <a:solidFill>
                <a:schemeClr val="tx1"/>
              </a:solidFill>
              <a:miter lim="800000"/>
            </a:ln>
          </p:spPr>
        </p:sp>
        <p:sp>
          <p:nvSpPr>
            <p:cNvPr id="7212" name="Line 42" title=""/>
            <p:cNvSpPr/>
            <p:nvPr/>
          </p:nvSpPr>
          <p:spPr>
            <a:xfrm>
              <a:off x="3026" y="1387"/>
              <a:ext cx="50" cy="384"/>
            </a:xfrm>
            <a:prstGeom prst="line">
              <a:avLst/>
            </a:prstGeom>
            <a:noFill/>
            <a:ln>
              <a:solidFill>
                <a:schemeClr val="tx1"/>
              </a:solidFill>
              <a:miter lim="800000"/>
            </a:ln>
          </p:spPr>
        </p:sp>
        <p:sp>
          <p:nvSpPr>
            <p:cNvPr id="7213" name="Line 43" title=""/>
            <p:cNvSpPr/>
            <p:nvPr/>
          </p:nvSpPr>
          <p:spPr>
            <a:xfrm>
              <a:off x="3026" y="1387"/>
              <a:ext cx="653" cy="384"/>
            </a:xfrm>
            <a:prstGeom prst="line">
              <a:avLst/>
            </a:prstGeom>
            <a:noFill/>
            <a:ln>
              <a:solidFill>
                <a:schemeClr val="tx1"/>
              </a:solidFill>
              <a:miter lim="800000"/>
            </a:ln>
          </p:spPr>
        </p:sp>
        <p:sp>
          <p:nvSpPr>
            <p:cNvPr id="7214" name="Line 44" title=""/>
            <p:cNvSpPr/>
            <p:nvPr/>
          </p:nvSpPr>
          <p:spPr>
            <a:xfrm>
              <a:off x="362" y="1771"/>
              <a:ext cx="453" cy="449"/>
            </a:xfrm>
            <a:prstGeom prst="line">
              <a:avLst/>
            </a:prstGeom>
            <a:noFill/>
            <a:ln>
              <a:solidFill>
                <a:schemeClr val="tx1"/>
              </a:solidFill>
              <a:miter lim="800000"/>
            </a:ln>
          </p:spPr>
        </p:sp>
        <p:sp>
          <p:nvSpPr>
            <p:cNvPr id="7215" name="Line 45" title=""/>
            <p:cNvSpPr/>
            <p:nvPr/>
          </p:nvSpPr>
          <p:spPr>
            <a:xfrm>
              <a:off x="362" y="1771"/>
              <a:ext cx="1106" cy="449"/>
            </a:xfrm>
            <a:prstGeom prst="line">
              <a:avLst/>
            </a:prstGeom>
            <a:noFill/>
            <a:ln>
              <a:solidFill>
                <a:schemeClr val="tx1"/>
              </a:solidFill>
              <a:miter lim="800000"/>
            </a:ln>
          </p:spPr>
        </p:sp>
        <p:sp>
          <p:nvSpPr>
            <p:cNvPr id="7216" name="Line 46" title=""/>
            <p:cNvSpPr/>
            <p:nvPr/>
          </p:nvSpPr>
          <p:spPr>
            <a:xfrm flipH="1">
              <a:off x="815" y="1771"/>
              <a:ext cx="251" cy="481"/>
            </a:xfrm>
            <a:prstGeom prst="line">
              <a:avLst/>
            </a:prstGeom>
            <a:noFill/>
            <a:ln>
              <a:solidFill>
                <a:schemeClr val="tx1"/>
              </a:solidFill>
              <a:miter lim="800000"/>
            </a:ln>
          </p:spPr>
        </p:sp>
        <p:sp>
          <p:nvSpPr>
            <p:cNvPr id="7217" name="Line 47" title=""/>
            <p:cNvSpPr/>
            <p:nvPr/>
          </p:nvSpPr>
          <p:spPr>
            <a:xfrm>
              <a:off x="1066" y="1771"/>
              <a:ext cx="1105" cy="449"/>
            </a:xfrm>
            <a:prstGeom prst="line">
              <a:avLst/>
            </a:prstGeom>
            <a:noFill/>
            <a:ln>
              <a:solidFill>
                <a:schemeClr val="tx1"/>
              </a:solidFill>
              <a:miter lim="800000"/>
            </a:ln>
          </p:spPr>
        </p:sp>
        <p:sp>
          <p:nvSpPr>
            <p:cNvPr id="7218" name="Line 48" title=""/>
            <p:cNvSpPr/>
            <p:nvPr/>
          </p:nvSpPr>
          <p:spPr>
            <a:xfrm flipH="1">
              <a:off x="1468" y="1771"/>
              <a:ext cx="301" cy="481"/>
            </a:xfrm>
            <a:prstGeom prst="line">
              <a:avLst/>
            </a:prstGeom>
            <a:noFill/>
            <a:ln>
              <a:solidFill>
                <a:schemeClr val="tx1"/>
              </a:solidFill>
              <a:miter lim="800000"/>
            </a:ln>
          </p:spPr>
        </p:sp>
        <p:sp>
          <p:nvSpPr>
            <p:cNvPr id="7219" name="Line 49" title=""/>
            <p:cNvSpPr/>
            <p:nvPr/>
          </p:nvSpPr>
          <p:spPr>
            <a:xfrm>
              <a:off x="1769" y="1771"/>
              <a:ext cx="402" cy="449"/>
            </a:xfrm>
            <a:prstGeom prst="line">
              <a:avLst/>
            </a:prstGeom>
            <a:noFill/>
            <a:ln>
              <a:solidFill>
                <a:schemeClr val="tx1"/>
              </a:solidFill>
              <a:miter lim="800000"/>
            </a:ln>
          </p:spPr>
        </p:sp>
        <p:sp>
          <p:nvSpPr>
            <p:cNvPr id="7220" name="Line 50" title=""/>
            <p:cNvSpPr/>
            <p:nvPr/>
          </p:nvSpPr>
          <p:spPr>
            <a:xfrm flipH="1">
              <a:off x="815" y="1771"/>
              <a:ext cx="1658" cy="481"/>
            </a:xfrm>
            <a:prstGeom prst="line">
              <a:avLst/>
            </a:prstGeom>
            <a:noFill/>
            <a:ln>
              <a:solidFill>
                <a:schemeClr val="tx1"/>
              </a:solidFill>
              <a:miter lim="800000"/>
            </a:ln>
          </p:spPr>
        </p:sp>
        <p:sp>
          <p:nvSpPr>
            <p:cNvPr id="7221" name="Line 51" title=""/>
            <p:cNvSpPr/>
            <p:nvPr/>
          </p:nvSpPr>
          <p:spPr>
            <a:xfrm>
              <a:off x="2473" y="1771"/>
              <a:ext cx="402" cy="449"/>
            </a:xfrm>
            <a:prstGeom prst="line">
              <a:avLst/>
            </a:prstGeom>
            <a:noFill/>
            <a:ln>
              <a:solidFill>
                <a:schemeClr val="tx1"/>
              </a:solidFill>
              <a:miter lim="800000"/>
            </a:ln>
          </p:spPr>
        </p:sp>
        <p:sp>
          <p:nvSpPr>
            <p:cNvPr id="7222" name="Line 52" title=""/>
            <p:cNvSpPr/>
            <p:nvPr/>
          </p:nvSpPr>
          <p:spPr>
            <a:xfrm flipH="1">
              <a:off x="1468" y="1771"/>
              <a:ext cx="1608" cy="449"/>
            </a:xfrm>
            <a:prstGeom prst="line">
              <a:avLst/>
            </a:prstGeom>
            <a:noFill/>
            <a:ln>
              <a:solidFill>
                <a:schemeClr val="tx1"/>
              </a:solidFill>
              <a:miter lim="800000"/>
            </a:ln>
          </p:spPr>
        </p:sp>
        <p:sp>
          <p:nvSpPr>
            <p:cNvPr id="7223" name="Line 53" title=""/>
            <p:cNvSpPr/>
            <p:nvPr/>
          </p:nvSpPr>
          <p:spPr>
            <a:xfrm flipH="1">
              <a:off x="2875" y="1771"/>
              <a:ext cx="201" cy="481"/>
            </a:xfrm>
            <a:prstGeom prst="line">
              <a:avLst/>
            </a:prstGeom>
            <a:noFill/>
            <a:ln>
              <a:solidFill>
                <a:schemeClr val="tx1"/>
              </a:solidFill>
              <a:miter lim="800000"/>
            </a:ln>
          </p:spPr>
        </p:sp>
        <p:sp>
          <p:nvSpPr>
            <p:cNvPr id="7224" name="Line 54" title=""/>
            <p:cNvSpPr/>
            <p:nvPr/>
          </p:nvSpPr>
          <p:spPr>
            <a:xfrm flipH="1">
              <a:off x="2875" y="1771"/>
              <a:ext cx="804" cy="481"/>
            </a:xfrm>
            <a:prstGeom prst="line">
              <a:avLst/>
            </a:prstGeom>
            <a:noFill/>
            <a:ln>
              <a:solidFill>
                <a:schemeClr val="tx1"/>
              </a:solidFill>
              <a:miter lim="800000"/>
            </a:ln>
          </p:spPr>
        </p:sp>
        <p:sp>
          <p:nvSpPr>
            <p:cNvPr id="7225" name="Line 55" title=""/>
            <p:cNvSpPr/>
            <p:nvPr/>
          </p:nvSpPr>
          <p:spPr>
            <a:xfrm flipH="1">
              <a:off x="2171" y="1771"/>
              <a:ext cx="1508" cy="449"/>
            </a:xfrm>
            <a:prstGeom prst="line">
              <a:avLst/>
            </a:prstGeom>
            <a:noFill/>
            <a:ln>
              <a:solidFill>
                <a:schemeClr val="tx1"/>
              </a:solidFill>
              <a:miter lim="800000"/>
            </a:ln>
          </p:spPr>
        </p:sp>
        <p:sp>
          <p:nvSpPr>
            <p:cNvPr id="7226" name="Line 56" title=""/>
            <p:cNvSpPr/>
            <p:nvPr/>
          </p:nvSpPr>
          <p:spPr>
            <a:xfrm>
              <a:off x="815" y="2252"/>
              <a:ext cx="1155" cy="385"/>
            </a:xfrm>
            <a:prstGeom prst="line">
              <a:avLst/>
            </a:prstGeom>
            <a:noFill/>
            <a:ln>
              <a:solidFill>
                <a:schemeClr val="tx1"/>
              </a:solidFill>
              <a:miter lim="800000"/>
            </a:ln>
          </p:spPr>
        </p:sp>
        <p:sp>
          <p:nvSpPr>
            <p:cNvPr id="7227" name="Line 57" title=""/>
            <p:cNvSpPr/>
            <p:nvPr/>
          </p:nvSpPr>
          <p:spPr>
            <a:xfrm>
              <a:off x="1468" y="2220"/>
              <a:ext cx="553" cy="449"/>
            </a:xfrm>
            <a:prstGeom prst="line">
              <a:avLst/>
            </a:prstGeom>
            <a:noFill/>
            <a:ln>
              <a:solidFill>
                <a:schemeClr val="tx1"/>
              </a:solidFill>
              <a:miter lim="800000"/>
            </a:ln>
          </p:spPr>
        </p:sp>
        <p:sp>
          <p:nvSpPr>
            <p:cNvPr id="7228" name="Line 58" title=""/>
            <p:cNvSpPr/>
            <p:nvPr/>
          </p:nvSpPr>
          <p:spPr>
            <a:xfrm flipH="1">
              <a:off x="2021" y="2220"/>
              <a:ext cx="150" cy="417"/>
            </a:xfrm>
            <a:prstGeom prst="line">
              <a:avLst/>
            </a:prstGeom>
            <a:noFill/>
            <a:ln>
              <a:solidFill>
                <a:schemeClr val="tx1"/>
              </a:solidFill>
              <a:miter lim="800000"/>
            </a:ln>
          </p:spPr>
        </p:sp>
        <p:sp>
          <p:nvSpPr>
            <p:cNvPr id="7229" name="Line 59" title=""/>
            <p:cNvSpPr/>
            <p:nvPr/>
          </p:nvSpPr>
          <p:spPr>
            <a:xfrm flipH="1">
              <a:off x="1970" y="2252"/>
              <a:ext cx="905" cy="417"/>
            </a:xfrm>
            <a:prstGeom prst="line">
              <a:avLst/>
            </a:prstGeom>
            <a:noFill/>
            <a:ln>
              <a:solidFill>
                <a:schemeClr val="tx1"/>
              </a:solidFill>
              <a:miter lim="800000"/>
            </a:ln>
          </p:spPr>
        </p:sp>
        <p:sp>
          <p:nvSpPr>
            <p:cNvPr id="7230" name="Text Box 60" title=""/>
            <p:cNvSpPr txBox="1"/>
            <p:nvPr/>
          </p:nvSpPr>
          <p:spPr>
            <a:xfrm>
              <a:off x="755" y="1536"/>
              <a:ext cx="826"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time,location</a:t>
              </a:r>
              <a:endParaRPr lang="en-US" altLang="zh-CN" sz="2400">
                <a:latin typeface="Times New Roman" pitchFamily="18" charset="0"/>
                <a:ea typeface="宋体" pitchFamily="2" charset="-122"/>
              </a:endParaRPr>
            </a:p>
          </p:txBody>
        </p:sp>
        <p:sp>
          <p:nvSpPr>
            <p:cNvPr id="7231" name="Text Box 61" title=""/>
            <p:cNvSpPr txBox="1"/>
            <p:nvPr/>
          </p:nvSpPr>
          <p:spPr>
            <a:xfrm>
              <a:off x="1407" y="1776"/>
              <a:ext cx="840"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time,supplier</a:t>
              </a:r>
              <a:endParaRPr lang="en-US" altLang="zh-CN" sz="2400">
                <a:latin typeface="Times New Roman" pitchFamily="18" charset="0"/>
                <a:ea typeface="宋体" pitchFamily="2" charset="-122"/>
              </a:endParaRPr>
            </a:p>
          </p:txBody>
        </p:sp>
        <p:sp>
          <p:nvSpPr>
            <p:cNvPr id="7232" name="Text Box 62" title=""/>
            <p:cNvSpPr txBox="1"/>
            <p:nvPr/>
          </p:nvSpPr>
          <p:spPr>
            <a:xfrm>
              <a:off x="2111" y="1573"/>
              <a:ext cx="826"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item,location</a:t>
              </a:r>
              <a:endParaRPr lang="en-US" altLang="zh-CN" sz="2400">
                <a:latin typeface="Times New Roman" pitchFamily="18" charset="0"/>
                <a:ea typeface="宋体" pitchFamily="2" charset="-122"/>
              </a:endParaRPr>
            </a:p>
          </p:txBody>
        </p:sp>
        <p:sp>
          <p:nvSpPr>
            <p:cNvPr id="7233" name="Text Box 63" title=""/>
            <p:cNvSpPr txBox="1"/>
            <p:nvPr/>
          </p:nvSpPr>
          <p:spPr>
            <a:xfrm>
              <a:off x="2714" y="1756"/>
              <a:ext cx="840"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item,supplier</a:t>
              </a:r>
              <a:endParaRPr lang="en-US" altLang="zh-CN" sz="2400">
                <a:latin typeface="Times New Roman" pitchFamily="18" charset="0"/>
                <a:ea typeface="宋体" pitchFamily="2" charset="-122"/>
              </a:endParaRPr>
            </a:p>
          </p:txBody>
        </p:sp>
        <p:sp>
          <p:nvSpPr>
            <p:cNvPr id="7234" name="Text Box 64" title=""/>
            <p:cNvSpPr txBox="1"/>
            <p:nvPr/>
          </p:nvSpPr>
          <p:spPr>
            <a:xfrm>
              <a:off x="3468" y="1573"/>
              <a:ext cx="1032"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location,supplier</a:t>
              </a:r>
              <a:endParaRPr lang="en-US" altLang="zh-CN" sz="2400">
                <a:latin typeface="Times New Roman" pitchFamily="18" charset="0"/>
                <a:ea typeface="宋体" pitchFamily="2" charset="-122"/>
              </a:endParaRPr>
            </a:p>
          </p:txBody>
        </p:sp>
        <p:sp>
          <p:nvSpPr>
            <p:cNvPr id="7235" name="Text Box 65" title=""/>
            <p:cNvSpPr txBox="1"/>
            <p:nvPr/>
          </p:nvSpPr>
          <p:spPr>
            <a:xfrm>
              <a:off x="1149" y="2256"/>
              <a:ext cx="1059" cy="192"/>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400" b="1">
                  <a:latin typeface="Times New Roman" pitchFamily="18" charset="0"/>
                  <a:ea typeface="宋体" pitchFamily="2" charset="-122"/>
                </a:rPr>
                <a:t>time,item,supplier</a:t>
              </a:r>
              <a:endParaRPr lang="en-US" altLang="zh-CN" sz="2400">
                <a:latin typeface="Times New Roman" pitchFamily="18" charset="0"/>
                <a:ea typeface="宋体" pitchFamily="2" charset="-122"/>
              </a:endParaRPr>
            </a:p>
          </p:txBody>
        </p:sp>
        <p:sp>
          <p:nvSpPr>
            <p:cNvPr id="7236" name="Text Box 66" title=""/>
            <p:cNvSpPr txBox="1"/>
            <p:nvPr/>
          </p:nvSpPr>
          <p:spPr>
            <a:xfrm>
              <a:off x="1719" y="1968"/>
              <a:ext cx="1451" cy="192"/>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400" b="1">
                  <a:latin typeface="Times New Roman" pitchFamily="18" charset="0"/>
                  <a:ea typeface="宋体" pitchFamily="2" charset="-122"/>
                </a:rPr>
                <a:t>time,location,supplier</a:t>
              </a:r>
              <a:endParaRPr lang="en-US" altLang="zh-CN" sz="2400">
                <a:latin typeface="Times New Roman" pitchFamily="18" charset="0"/>
                <a:ea typeface="宋体" pitchFamily="2" charset="-122"/>
              </a:endParaRPr>
            </a:p>
          </p:txBody>
        </p:sp>
        <p:sp>
          <p:nvSpPr>
            <p:cNvPr id="7237" name="Text Box 67" title=""/>
            <p:cNvSpPr txBox="1"/>
            <p:nvPr/>
          </p:nvSpPr>
          <p:spPr>
            <a:xfrm>
              <a:off x="2677" y="2208"/>
              <a:ext cx="1307" cy="212"/>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b="1">
                  <a:latin typeface="Times New Roman" pitchFamily="18" charset="0"/>
                  <a:ea typeface="宋体" pitchFamily="2" charset="-122"/>
                </a:rPr>
                <a:t>item,location,supplier</a:t>
              </a:r>
              <a:endParaRPr lang="en-US" altLang="zh-CN" sz="2400">
                <a:latin typeface="Times New Roman" pitchFamily="18" charset="0"/>
                <a:ea typeface="宋体" pitchFamily="2" charset="-122"/>
              </a:endParaRPr>
            </a:p>
          </p:txBody>
        </p:sp>
        <p:sp>
          <p:nvSpPr>
            <p:cNvPr id="7238" name="Text Box 68" title=""/>
            <p:cNvSpPr txBox="1"/>
            <p:nvPr/>
          </p:nvSpPr>
          <p:spPr>
            <a:xfrm>
              <a:off x="4433" y="874"/>
              <a:ext cx="1248"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0-</a:t>
              </a:r>
              <a:r>
                <a:rPr lang="en-US" altLang="zh-CN" sz="2000">
                  <a:latin typeface="Times New Roman" pitchFamily="18" charset="0"/>
                  <a:ea typeface="宋体" pitchFamily="2" charset="-122"/>
                </a:rPr>
                <a:t>D(apex) cuboid</a:t>
              </a:r>
              <a:endParaRPr lang="en-US" altLang="zh-CN" sz="2400">
                <a:latin typeface="Times New Roman" pitchFamily="18" charset="0"/>
                <a:ea typeface="宋体" pitchFamily="2" charset="-122"/>
              </a:endParaRPr>
            </a:p>
          </p:txBody>
        </p:sp>
        <p:sp>
          <p:nvSpPr>
            <p:cNvPr id="7239" name="Text Box 69" title=""/>
            <p:cNvSpPr txBox="1"/>
            <p:nvPr/>
          </p:nvSpPr>
          <p:spPr>
            <a:xfrm>
              <a:off x="4421" y="1265"/>
              <a:ext cx="903"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1-</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7240" name="Text Box 70" title=""/>
            <p:cNvSpPr txBox="1"/>
            <p:nvPr/>
          </p:nvSpPr>
          <p:spPr>
            <a:xfrm>
              <a:off x="4421" y="1713"/>
              <a:ext cx="903"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2-</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7241" name="Text Box 71" title=""/>
            <p:cNvSpPr txBox="1"/>
            <p:nvPr/>
          </p:nvSpPr>
          <p:spPr>
            <a:xfrm>
              <a:off x="4421" y="2098"/>
              <a:ext cx="903"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3-</a:t>
              </a:r>
              <a:r>
                <a:rPr lang="en-US" altLang="zh-CN" sz="2000">
                  <a:latin typeface="Times New Roman" pitchFamily="18" charset="0"/>
                  <a:ea typeface="宋体" pitchFamily="2" charset="-122"/>
                </a:rPr>
                <a:t>D cuboids</a:t>
              </a:r>
              <a:endParaRPr lang="en-US" altLang="zh-CN" sz="2400">
                <a:latin typeface="Times New Roman" pitchFamily="18" charset="0"/>
                <a:ea typeface="宋体" pitchFamily="2" charset="-122"/>
              </a:endParaRPr>
            </a:p>
          </p:txBody>
        </p:sp>
        <p:sp>
          <p:nvSpPr>
            <p:cNvPr id="7242" name="Text Box 72" title=""/>
            <p:cNvSpPr txBox="1"/>
            <p:nvPr/>
          </p:nvSpPr>
          <p:spPr>
            <a:xfrm>
              <a:off x="4473" y="2482"/>
              <a:ext cx="1230" cy="2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2000">
                  <a:latin typeface="Times New Roman" pitchFamily="18" charset="0"/>
                  <a:ea typeface="宋体" pitchFamily="2" charset="-122"/>
                </a:rPr>
                <a:t>4-</a:t>
              </a:r>
              <a:r>
                <a:rPr lang="en-US" altLang="zh-CN" sz="2000">
                  <a:latin typeface="Times New Roman" pitchFamily="18" charset="0"/>
                  <a:ea typeface="宋体" pitchFamily="2" charset="-122"/>
                </a:rPr>
                <a:t>D(base) cuboid</a:t>
              </a:r>
              <a:endParaRPr lang="en-US" altLang="zh-CN" sz="2400">
                <a:latin typeface="Times New Roman" pitchFamily="18" charset="0"/>
                <a:ea typeface="宋体" pitchFamily="2" charset="-122"/>
              </a:endParaRPr>
            </a:p>
          </p:txBody>
        </p:sp>
      </p:gr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19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A29F2F8-1198-4E15-95C4-232620EB7F62}" type="slidenum">
              <a:rPr lang="zh-CN" altLang="en-US" sz="1200">
                <a:ea typeface="宋体" pitchFamily="2" charset="-122"/>
              </a:rPr>
              <a:t>6</a:t>
            </a:fld>
            <a:endParaRPr lang="en-US" altLang="zh-CN" sz="1200">
              <a:ea typeface="宋体" pitchFamily="2" charset="-122"/>
            </a:endParaRPr>
          </a:p>
        </p:txBody>
      </p:sp>
      <p:sp>
        <p:nvSpPr>
          <p:cNvPr id="819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2457B1A-94F5-4077-8C63-670864CC9AC8}" type="slidenum">
              <a:rPr sz="1200"/>
              <a:t>6</a:t>
            </a:fld>
            <a:endParaRPr sz="1200"/>
          </a:p>
        </p:txBody>
      </p:sp>
      <p:sp>
        <p:nvSpPr>
          <p:cNvPr id="8196" name="Rectangle 1026" title=""/>
          <p:cNvSpPr>
            <a:spLocks noGrp="1"/>
          </p:cNvSpPr>
          <p:nvPr>
            <p:ph type="title"/>
          </p:nvPr>
        </p:nvSpPr>
        <p:spPr>
          <a:xfrm>
            <a:off x="0" y="381000"/>
            <a:ext cx="6732588"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3200"/>
              <a:t>Cube Materialization: </a:t>
            </a:r>
            <a:br>
              <a:rPr sz="3200"/>
            </a:br>
            <a:r>
              <a:rPr sz="3200"/>
              <a:t>Full Cube vs. Iceberg Cube</a:t>
            </a:r>
            <a:endParaRPr sz="3200"/>
          </a:p>
        </p:txBody>
      </p:sp>
      <p:sp>
        <p:nvSpPr>
          <p:cNvPr id="8197" name="Rectangle 1027" title=""/>
          <p:cNvSpPr>
            <a:spLocks noGrp="1"/>
          </p:cNvSpPr>
          <p:nvPr>
            <p:ph type="body" idx="1"/>
          </p:nvPr>
        </p:nvSpPr>
        <p:spPr>
          <a:xfrm>
            <a:off x="381000" y="1371600"/>
            <a:ext cx="6477000" cy="1981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90000"/>
              </a:lnSpc>
            </a:pPr>
            <a:r>
              <a:rPr sz="2400"/>
              <a:t>Full cube vs. iceberg cube</a:t>
            </a:r>
            <a:endParaRPr sz="2400"/>
          </a:p>
          <a:p>
            <a:pPr lvl="2">
              <a:lnSpc>
                <a:spcPct val="90000"/>
              </a:lnSpc>
              <a:buNone/>
            </a:pPr>
            <a:r>
              <a:rPr sz="2000">
                <a:solidFill>
                  <a:srgbClr val="006666"/>
                </a:solidFill>
              </a:rPr>
              <a:t>compute cube sales iceberg as</a:t>
            </a:r>
            <a:endParaRPr sz="2000">
              <a:solidFill>
                <a:srgbClr val="006666"/>
              </a:solidFill>
            </a:endParaRPr>
          </a:p>
          <a:p>
            <a:pPr lvl="2">
              <a:lnSpc>
                <a:spcPct val="90000"/>
              </a:lnSpc>
              <a:buNone/>
            </a:pPr>
            <a:r>
              <a:rPr sz="2000">
                <a:solidFill>
                  <a:srgbClr val="006666"/>
                </a:solidFill>
              </a:rPr>
              <a:t>select month, city, customer group, count(*)</a:t>
            </a:r>
            <a:endParaRPr sz="2000">
              <a:solidFill>
                <a:srgbClr val="006666"/>
              </a:solidFill>
            </a:endParaRPr>
          </a:p>
          <a:p>
            <a:pPr lvl="2">
              <a:lnSpc>
                <a:spcPct val="90000"/>
              </a:lnSpc>
              <a:buNone/>
            </a:pPr>
            <a:r>
              <a:rPr sz="2000">
                <a:solidFill>
                  <a:srgbClr val="006666"/>
                </a:solidFill>
              </a:rPr>
              <a:t>from salesInfo</a:t>
            </a:r>
            <a:endParaRPr sz="2000">
              <a:solidFill>
                <a:srgbClr val="006666"/>
              </a:solidFill>
            </a:endParaRPr>
          </a:p>
          <a:p>
            <a:pPr lvl="2">
              <a:lnSpc>
                <a:spcPct val="90000"/>
              </a:lnSpc>
              <a:buNone/>
            </a:pPr>
            <a:r>
              <a:rPr sz="2000">
                <a:solidFill>
                  <a:srgbClr val="006666"/>
                </a:solidFill>
              </a:rPr>
              <a:t>cube by month, city, customer group</a:t>
            </a:r>
            <a:endParaRPr sz="2000">
              <a:solidFill>
                <a:srgbClr val="006666"/>
              </a:solidFill>
            </a:endParaRPr>
          </a:p>
          <a:p>
            <a:pPr lvl="2">
              <a:lnSpc>
                <a:spcPct val="90000"/>
              </a:lnSpc>
              <a:buNone/>
            </a:pPr>
            <a:r>
              <a:rPr sz="2000">
                <a:solidFill>
                  <a:srgbClr val="006666"/>
                </a:solidFill>
              </a:rPr>
              <a:t>having </a:t>
            </a:r>
            <a:r>
              <a:rPr sz="2000">
                <a:solidFill>
                  <a:schemeClr val="hlink"/>
                </a:solidFill>
              </a:rPr>
              <a:t>count(*) &gt;= min support</a:t>
            </a:r>
            <a:endParaRPr sz="2000">
              <a:solidFill>
                <a:schemeClr val="hlink"/>
              </a:solidFill>
            </a:endParaRPr>
          </a:p>
        </p:txBody>
      </p:sp>
      <p:pic>
        <p:nvPicPr>
          <p:cNvPr id="8198" name="Picture 1028" descr="iceberg" title=""/>
          <p:cNvPicPr>
            <a:picLocks noChangeAspect="1"/>
          </p:cNvPicPr>
          <p:nvPr/>
        </p:nvPicPr>
        <p:blipFill>
          <a:blip r:embed="rId3"/>
          <a:stretch>
            <a:fillRect/>
          </a:stretch>
        </p:blipFill>
        <p:spPr>
          <a:xfrm>
            <a:off x="6623050" y="0"/>
            <a:ext cx="2520950" cy="2590800"/>
          </a:xfrm>
          <a:prstGeom prst="rect">
            <a:avLst/>
          </a:prstGeom>
          <a:noFill/>
          <a:ln>
            <a:noFill/>
            <a:miter lim="800000"/>
          </a:ln>
        </p:spPr>
      </p:pic>
      <p:sp>
        <p:nvSpPr>
          <p:cNvPr id="8199" name="Rectangle 1029" title=""/>
          <p:cNvSpPr/>
          <p:nvPr/>
        </p:nvSpPr>
        <p:spPr>
          <a:xfrm>
            <a:off x="381000" y="3505200"/>
            <a:ext cx="8610600" cy="3200400"/>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342900" lvl="0" indent="-342900" eaLnBrk="1" hangingPunct="1">
              <a:lnSpc>
                <a:spcPct val="90000"/>
              </a:lnSpc>
              <a:buClr>
                <a:schemeClr val="folHlink"/>
              </a:buClr>
              <a:buFont typeface="Wingdings" pitchFamily="2" charset="2"/>
              <a:buChar char="§"/>
            </a:pPr>
            <a:r>
              <a:rPr sz="2400">
                <a:latin typeface="Calibri" pitchFamily="34" charset="0"/>
              </a:rPr>
              <a:t>Computing </a:t>
            </a:r>
            <a:r>
              <a:rPr sz="2400" i="1">
                <a:latin typeface="Calibri" pitchFamily="34" charset="0"/>
              </a:rPr>
              <a:t>only</a:t>
            </a:r>
            <a:r>
              <a:rPr sz="2400">
                <a:latin typeface="Calibri" pitchFamily="34" charset="0"/>
              </a:rPr>
              <a:t> the cuboid cells whose measure satisfies the iceberg condition </a:t>
            </a:r>
            <a:endParaRPr sz="2400">
              <a:latin typeface="Calibri" pitchFamily="34" charset="0"/>
            </a:endParaRPr>
          </a:p>
          <a:p>
            <a:pPr marL="342900" lvl="0" indent="-342900" eaLnBrk="1" hangingPunct="1">
              <a:lnSpc>
                <a:spcPct val="90000"/>
              </a:lnSpc>
              <a:buClr>
                <a:schemeClr val="folHlink"/>
              </a:buClr>
              <a:buFont typeface="Wingdings" pitchFamily="2" charset="2"/>
              <a:buChar char="§"/>
            </a:pPr>
            <a:r>
              <a:rPr sz="2400">
                <a:latin typeface="Calibri" pitchFamily="34" charset="0"/>
              </a:rPr>
              <a:t>Only a small portion of cells may be “above the water’’ in a sparse cube</a:t>
            </a:r>
            <a:endParaRPr sz="2400">
              <a:latin typeface="Calibri" pitchFamily="34" charset="0"/>
            </a:endParaRPr>
          </a:p>
          <a:p>
            <a:pPr marL="342900" lvl="0" indent="-342900" eaLnBrk="1" hangingPunct="1">
              <a:lnSpc>
                <a:spcPct val="90000"/>
              </a:lnSpc>
              <a:spcBef>
                <a:spcPct val="20000"/>
              </a:spcBef>
              <a:buClr>
                <a:schemeClr val="hlink"/>
              </a:buClr>
              <a:buSzPct val="55000"/>
              <a:buFont typeface="Wingdings" pitchFamily="2" charset="2"/>
              <a:buChar char="n"/>
            </a:pPr>
            <a:r>
              <a:rPr sz="2400">
                <a:latin typeface="Calibri" pitchFamily="34" charset="0"/>
              </a:rPr>
              <a:t>Avoid explosive growth: A cube with 100 dimensions</a:t>
            </a:r>
            <a:endParaRPr sz="2400">
              <a:latin typeface="Calibri" pitchFamily="34" charset="0"/>
            </a:endParaRPr>
          </a:p>
          <a:p>
            <a:pPr marL="742950" lvl="1" indent="-285750" eaLnBrk="1" hangingPunct="1">
              <a:lnSpc>
                <a:spcPct val="90000"/>
              </a:lnSpc>
              <a:spcBef>
                <a:spcPct val="20000"/>
              </a:spcBef>
              <a:buClr>
                <a:schemeClr val="hlink"/>
              </a:buClr>
              <a:buSzPct val="55000"/>
              <a:buFont typeface="Wingdings" pitchFamily="2" charset="2"/>
              <a:buChar char="n"/>
            </a:pPr>
            <a:r>
              <a:rPr sz="2400">
                <a:latin typeface="Calibri" pitchFamily="34" charset="0"/>
              </a:rPr>
              <a:t>2 base cells: (a1, a2, …., a100), (b1, b2, …, b100)  </a:t>
            </a:r>
            <a:endParaRPr sz="2400">
              <a:latin typeface="Calibri" pitchFamily="34" charset="0"/>
            </a:endParaRPr>
          </a:p>
          <a:p>
            <a:pPr marL="742950" lvl="1" indent="-285750" eaLnBrk="1" hangingPunct="1">
              <a:lnSpc>
                <a:spcPct val="90000"/>
              </a:lnSpc>
              <a:spcBef>
                <a:spcPct val="20000"/>
              </a:spcBef>
              <a:buClr>
                <a:schemeClr val="folHlink"/>
              </a:buClr>
              <a:buSzPct val="50000"/>
              <a:buFont typeface="Wingdings" pitchFamily="2" charset="2"/>
              <a:buChar char="n"/>
            </a:pPr>
            <a:r>
              <a:rPr sz="2400">
                <a:latin typeface="Calibri" pitchFamily="34" charset="0"/>
              </a:rPr>
              <a:t>How many aggregate cells if “having count &gt;= 1”? </a:t>
            </a:r>
            <a:endParaRPr sz="2400">
              <a:latin typeface="Calibri" pitchFamily="34" charset="0"/>
            </a:endParaRPr>
          </a:p>
          <a:p>
            <a:pPr marL="742950" lvl="1" indent="-285750" eaLnBrk="1" hangingPunct="1">
              <a:lnSpc>
                <a:spcPct val="90000"/>
              </a:lnSpc>
              <a:spcBef>
                <a:spcPct val="20000"/>
              </a:spcBef>
              <a:buClr>
                <a:schemeClr val="folHlink"/>
              </a:buClr>
              <a:buSzPct val="50000"/>
              <a:buFont typeface="Wingdings" pitchFamily="2" charset="2"/>
              <a:buChar char="n"/>
            </a:pPr>
            <a:r>
              <a:rPr sz="2400">
                <a:latin typeface="Calibri" pitchFamily="34" charset="0"/>
              </a:rPr>
              <a:t>What about “having count &gt;= 2”?</a:t>
            </a:r>
            <a:endParaRPr sz="2400">
              <a:latin typeface="Calibri" pitchFamily="34" charset="0"/>
            </a:endParaRPr>
          </a:p>
        </p:txBody>
      </p:sp>
      <p:sp>
        <p:nvSpPr>
          <p:cNvPr id="8200" name="Text Box 10" title=""/>
          <p:cNvSpPr txBox="1"/>
          <p:nvPr/>
        </p:nvSpPr>
        <p:spPr>
          <a:xfrm>
            <a:off x="76200" y="2390775"/>
            <a:ext cx="1143000" cy="581025"/>
          </a:xfrm>
          <a:prstGeom prst="rect">
            <a:avLst/>
          </a:prstGeom>
          <a:solidFill>
            <a:schemeClr val="accent2"/>
          </a:solid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50000"/>
              </a:spcBef>
            </a:pPr>
            <a:r>
              <a:rPr sz="1600">
                <a:solidFill>
                  <a:schemeClr val="hlink"/>
                </a:solidFill>
                <a:sym typeface="Wingdings" pitchFamily="2" charset="2"/>
              </a:rPr>
              <a:t>iceberg condition</a:t>
            </a:r>
            <a:endParaRPr sz="1600">
              <a:solidFill>
                <a:schemeClr val="hlink"/>
              </a:solidFill>
              <a:sym typeface="Wingdings" pitchFamily="2" charset="2"/>
            </a:endParaRPr>
          </a:p>
        </p:txBody>
      </p:sp>
      <p:sp>
        <p:nvSpPr>
          <p:cNvPr id="8201" name="AutoShape 12" title=""/>
          <p:cNvSpPr/>
          <p:nvPr/>
        </p:nvSpPr>
        <p:spPr bwMode="auto">
          <a:xfrm flipV="1">
            <a:off x="533400" y="2971800"/>
            <a:ext cx="762000" cy="381000"/>
          </a:xfrm>
          <a:custGeom>
            <a:gdLst>
              <a:gd name="GT0" fmla="*/ 12427 w 21600"/>
              <a:gd name="GT1" fmla="+- l GT0 0"/>
              <a:gd name="GT2" fmla="*/ 2912 h 21600"/>
              <a:gd name="GT3" fmla="+- t GT2 0"/>
              <a:gd name="GT4" fmla="*/ 18227 w 21600"/>
              <a:gd name="GT5" fmla="+- l GT4 0"/>
              <a:gd name="GT6" fmla="*/ 9246 h 21600"/>
              <a:gd name="GT7" fmla="+- t GT6 0"/>
            </a:gdLst>
            <a:cxnLst>
              <a:cxn ang="0">
                <a:pos x="2147483647" y="0"/>
              </a:cxn>
              <a:cxn ang="0">
                <a:pos x="2147483647" y="1176922300"/>
              </a:cxn>
              <a:cxn ang="0">
                <a:pos x="2147483647" y="2090926042"/>
              </a:cxn>
              <a:cxn ang="0">
                <a:pos x="2147483647" y="588461150"/>
              </a:cxn>
            </a:cxnLst>
            <a:rect l="GT1" t="GT3" r="GT5" b="GT7"/>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9900">
              <a:alpha val="61960"/>
            </a:srgbClr>
          </a:solidFill>
          <a:ln w="9525">
            <a:solidFill>
              <a:schemeClr val="tx1"/>
            </a:solidFill>
            <a:miter lim="800000"/>
          </a:ln>
          <a:effectLst/>
        </p:spPr>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21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2467792-A301-4E7D-A73A-9EDC9AC47664}" type="slidenum">
              <a:rPr lang="zh-CN" altLang="en-US" sz="1200">
                <a:ea typeface="宋体" pitchFamily="2" charset="-122"/>
              </a:rPr>
              <a:t>7</a:t>
            </a:fld>
            <a:endParaRPr lang="en-US" altLang="zh-CN" sz="1200">
              <a:ea typeface="宋体" pitchFamily="2" charset="-122"/>
            </a:endParaRPr>
          </a:p>
        </p:txBody>
      </p:sp>
      <p:sp>
        <p:nvSpPr>
          <p:cNvPr id="9219" name="Rectangle 2" title=""/>
          <p:cNvSpPr>
            <a:spLocks noGrp="1"/>
          </p:cNvSpPr>
          <p:nvPr>
            <p:ph type="title"/>
          </p:nvPr>
        </p:nvSpPr>
        <p:spPr>
          <a:xfrm>
            <a:off x="0" y="3048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3200"/>
              <a:t>Iceberg Cube, Closed Cube &amp; Cube Shell</a:t>
            </a:r>
            <a:endParaRPr sz="3200"/>
          </a:p>
        </p:txBody>
      </p:sp>
      <p:sp>
        <p:nvSpPr>
          <p:cNvPr id="9220" name="Rectangle 3" title=""/>
          <p:cNvSpPr>
            <a:spLocks noGrp="1"/>
          </p:cNvSpPr>
          <p:nvPr>
            <p:ph type="body" idx="1"/>
          </p:nvPr>
        </p:nvSpPr>
        <p:spPr>
          <a:xfrm>
            <a:off x="381000" y="1295400"/>
            <a:ext cx="8458200" cy="5410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110000"/>
              </a:lnSpc>
            </a:pPr>
            <a:r>
              <a:rPr sz="2000"/>
              <a:t>Is iceberg cube good enough?</a:t>
            </a:r>
            <a:endParaRPr sz="2000"/>
          </a:p>
          <a:p>
            <a:pPr lvl="1">
              <a:lnSpc>
                <a:spcPct val="110000"/>
              </a:lnSpc>
            </a:pPr>
            <a:r>
              <a:rPr sz="2000"/>
              <a:t>2 base cells:  {(a</a:t>
            </a:r>
            <a:r>
              <a:rPr sz="2000" baseline="-25000"/>
              <a:t>1</a:t>
            </a:r>
            <a:r>
              <a:rPr sz="2000"/>
              <a:t>, a</a:t>
            </a:r>
            <a:r>
              <a:rPr sz="2000" baseline="-25000"/>
              <a:t>2</a:t>
            </a:r>
            <a:r>
              <a:rPr sz="2000"/>
              <a:t>, a</a:t>
            </a:r>
            <a:r>
              <a:rPr sz="2000" baseline="-25000"/>
              <a:t>3</a:t>
            </a:r>
            <a:r>
              <a:rPr sz="2000"/>
              <a:t> . . . , a</a:t>
            </a:r>
            <a:r>
              <a:rPr sz="2000" baseline="-25000"/>
              <a:t>100</a:t>
            </a:r>
            <a:r>
              <a:rPr sz="2000"/>
              <a:t>):10, (a</a:t>
            </a:r>
            <a:r>
              <a:rPr sz="2000" baseline="-25000"/>
              <a:t>1</a:t>
            </a:r>
            <a:r>
              <a:rPr sz="2000"/>
              <a:t>, a</a:t>
            </a:r>
            <a:r>
              <a:rPr sz="2000" baseline="-25000"/>
              <a:t>2</a:t>
            </a:r>
            <a:r>
              <a:rPr sz="2000"/>
              <a:t>, b</a:t>
            </a:r>
            <a:r>
              <a:rPr sz="2000" baseline="-25000"/>
              <a:t>3</a:t>
            </a:r>
            <a:r>
              <a:rPr sz="2000"/>
              <a:t>, . . . , b</a:t>
            </a:r>
            <a:r>
              <a:rPr sz="2000" baseline="-25000"/>
              <a:t>100</a:t>
            </a:r>
            <a:r>
              <a:rPr sz="2000"/>
              <a:t>):10}</a:t>
            </a:r>
            <a:endParaRPr sz="2000"/>
          </a:p>
          <a:p>
            <a:pPr lvl="1">
              <a:lnSpc>
                <a:spcPct val="110000"/>
              </a:lnSpc>
            </a:pPr>
            <a:r>
              <a:rPr sz="2000"/>
              <a:t>How many cells will the iceberg cube have if having count(*) &gt;= 10? </a:t>
            </a:r>
            <a:r>
              <a:rPr sz="2000">
                <a:solidFill>
                  <a:srgbClr val="006666"/>
                </a:solidFill>
              </a:rPr>
              <a:t>Hint: A huge but tricky number!</a:t>
            </a:r>
            <a:endParaRPr sz="2000"/>
          </a:p>
          <a:p>
            <a:pPr lvl="0">
              <a:lnSpc>
                <a:spcPct val="110000"/>
              </a:lnSpc>
            </a:pPr>
            <a:r>
              <a:rPr sz="2000"/>
              <a:t>Close cube:</a:t>
            </a:r>
            <a:endParaRPr sz="2000"/>
          </a:p>
          <a:p>
            <a:pPr lvl="1">
              <a:lnSpc>
                <a:spcPct val="110000"/>
              </a:lnSpc>
            </a:pPr>
            <a:r>
              <a:rPr sz="2000"/>
              <a:t>Closed cell c: if there exists no cell d, s.t. d is a descendant of c, and d has the same measure value as c.</a:t>
            </a:r>
            <a:endParaRPr sz="2000"/>
          </a:p>
          <a:p>
            <a:pPr lvl="1">
              <a:lnSpc>
                <a:spcPct val="110000"/>
              </a:lnSpc>
            </a:pPr>
            <a:r>
              <a:rPr sz="2000"/>
              <a:t>Closed cube: a cube consisting of only closed cells</a:t>
            </a:r>
            <a:endParaRPr sz="2000"/>
          </a:p>
          <a:p>
            <a:pPr lvl="1">
              <a:lnSpc>
                <a:spcPct val="110000"/>
              </a:lnSpc>
            </a:pPr>
            <a:r>
              <a:rPr sz="2000"/>
              <a:t>What is the closed cube of the above base cuboid?  </a:t>
            </a:r>
            <a:r>
              <a:rPr sz="2000">
                <a:solidFill>
                  <a:srgbClr val="006666"/>
                </a:solidFill>
              </a:rPr>
              <a:t>Hint: only 3 cells</a:t>
            </a:r>
            <a:endParaRPr sz="2000">
              <a:solidFill>
                <a:srgbClr val="006666"/>
              </a:solidFill>
            </a:endParaRPr>
          </a:p>
          <a:p>
            <a:pPr lvl="0">
              <a:lnSpc>
                <a:spcPct val="110000"/>
              </a:lnSpc>
            </a:pPr>
            <a:r>
              <a:rPr sz="2000"/>
              <a:t>Cube Shell</a:t>
            </a:r>
            <a:endParaRPr sz="2000"/>
          </a:p>
          <a:p>
            <a:pPr lvl="1">
              <a:lnSpc>
                <a:spcPct val="110000"/>
              </a:lnSpc>
            </a:pPr>
            <a:r>
              <a:rPr sz="2000"/>
              <a:t>Precompute only the cuboids involving a small # of dimensions, e.g., 3</a:t>
            </a:r>
            <a:endParaRPr sz="2000"/>
          </a:p>
          <a:p>
            <a:pPr lvl="1">
              <a:lnSpc>
                <a:spcPct val="110000"/>
              </a:lnSpc>
            </a:pPr>
            <a:r>
              <a:rPr sz="2000"/>
              <a:t>More dimension combinations will need to be computed on the fly</a:t>
            </a:r>
            <a:endParaRPr sz="2000"/>
          </a:p>
        </p:txBody>
      </p:sp>
      <p:sp>
        <p:nvSpPr>
          <p:cNvPr id="9221" name="Text Box 5" title=""/>
          <p:cNvSpPr txBox="1"/>
          <p:nvPr/>
        </p:nvSpPr>
        <p:spPr>
          <a:xfrm>
            <a:off x="2514600" y="5867400"/>
            <a:ext cx="6019800" cy="366713"/>
          </a:xfrm>
          <a:prstGeom prst="rect">
            <a:avLst/>
          </a:prstGeom>
          <a:solidFill>
            <a:schemeClr val="accent2"/>
          </a:solid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sz="1800"/>
              <a:t> For (A</a:t>
            </a:r>
            <a:r>
              <a:rPr sz="1800" baseline="-25000"/>
              <a:t>1</a:t>
            </a:r>
            <a:r>
              <a:rPr sz="1800"/>
              <a:t>, A</a:t>
            </a:r>
            <a:r>
              <a:rPr sz="1800" baseline="-25000"/>
              <a:t>2</a:t>
            </a:r>
            <a:r>
              <a:rPr sz="1800"/>
              <a:t>, … A</a:t>
            </a:r>
            <a:r>
              <a:rPr sz="1800" baseline="-25000"/>
              <a:t>10</a:t>
            </a:r>
            <a:r>
              <a:rPr sz="1800"/>
              <a:t>), how many combinations to compute?</a:t>
            </a:r>
            <a:endParaRPr sz="1800"/>
          </a:p>
        </p:txBody>
      </p:sp>
      <p:sp>
        <p:nvSpPr>
          <p:cNvPr id="9222" name="AutoShape 6" title=""/>
          <p:cNvSpPr/>
          <p:nvPr/>
        </p:nvSpPr>
        <p:spPr bwMode="auto">
          <a:xfrm rot="840000">
            <a:off x="2089150" y="5876925"/>
            <a:ext cx="381000" cy="304800"/>
          </a:xfrm>
          <a:custGeom>
            <a:gdLst>
              <a:gd name="GT0" fmla="*/ 3375 w 21600"/>
              <a:gd name="GT1" fmla="+- l GT0 0"/>
              <a:gd name="GT2" fmla="*/ 5400 h 21600"/>
              <a:gd name="GT3" fmla="+- t GT2 0"/>
              <a:gd name="GT4" fmla="*/ 18900 w 21600"/>
              <a:gd name="GT5" fmla="+- l GT4 0"/>
              <a:gd name="GT6" fmla="*/ 16200 h 21600"/>
              <a:gd name="GT7" fmla="+- t GT6 0"/>
            </a:gdLst>
            <a:cxnLst>
              <a:cxn ang="0">
                <a:pos x="1568194607" y="0"/>
              </a:cxn>
              <a:cxn ang="0">
                <a:pos x="0" y="428221563"/>
              </a:cxn>
              <a:cxn ang="0">
                <a:pos x="1568194607" y="856443324"/>
              </a:cxn>
              <a:cxn ang="0">
                <a:pos x="2090926042" y="428221563"/>
              </a:cxn>
            </a:cxnLst>
            <a:rect l="GT1" t="GT3" r="GT5" b="GT7"/>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ln>
          <a:effectLst/>
        </p:spPr>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024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7AEEBE5-4E33-4153-8163-DAD6E876D5EE}" type="slidenum">
              <a:rPr lang="zh-CN" altLang="en-US" sz="1200">
                <a:ea typeface="宋体" pitchFamily="2" charset="-122"/>
              </a:rPr>
              <a:t>8</a:t>
            </a:fld>
            <a:endParaRPr lang="en-US" altLang="zh-CN" sz="1200">
              <a:ea typeface="宋体" pitchFamily="2" charset="-122"/>
            </a:endParaRPr>
          </a:p>
        </p:txBody>
      </p:sp>
      <p:sp>
        <p:nvSpPr>
          <p:cNvPr id="1024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417AD0A-AA3B-41E3-876A-35BECF928CF3}" type="slidenum">
              <a:rPr lang="zh-CN" altLang="en-US" sz="1200">
                <a:ea typeface="宋体" pitchFamily="2" charset="-122"/>
              </a:rPr>
              <a:t>8</a:t>
            </a:fld>
            <a:endParaRPr lang="en-US" altLang="zh-CN" sz="1200">
              <a:ea typeface="宋体" pitchFamily="2" charset="-122"/>
            </a:endParaRPr>
          </a:p>
        </p:txBody>
      </p:sp>
      <p:sp>
        <p:nvSpPr>
          <p:cNvPr id="10244" name="Rectangle 2" title=""/>
          <p:cNvSpPr>
            <a:spLocks noGrp="1"/>
          </p:cNvSpPr>
          <p:nvPr>
            <p:ph type="title"/>
          </p:nvPr>
        </p:nvSpPr>
        <p:spPr>
          <a:xfrm>
            <a:off x="0" y="430213"/>
            <a:ext cx="9144000" cy="560387"/>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Roadmap for Efficient Computation</a:t>
            </a:r>
            <a:endParaRPr lang="en-US" altLang="zh-CN">
              <a:ea typeface="宋体" pitchFamily="2" charset="-122"/>
            </a:endParaRPr>
          </a:p>
        </p:txBody>
      </p:sp>
      <p:sp>
        <p:nvSpPr>
          <p:cNvPr id="10245" name="Rectangle 3" title=""/>
          <p:cNvSpPr>
            <a:spLocks noGrp="1"/>
          </p:cNvSpPr>
          <p:nvPr>
            <p:ph type="body" idx="1"/>
          </p:nvPr>
        </p:nvSpPr>
        <p:spPr>
          <a:xfrm>
            <a:off x="381000" y="1295400"/>
            <a:ext cx="8534400" cy="516255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20000"/>
              </a:lnSpc>
            </a:pPr>
            <a:r>
              <a:rPr lang="en-US" altLang="zh-CN" sz="2000">
                <a:ea typeface="宋体" pitchFamily="2" charset="-122"/>
              </a:rPr>
              <a:t>General cube computation heuristics (Agarwal et al.’96)</a:t>
            </a:r>
            <a:endParaRPr lang="en-US" altLang="zh-CN" sz="2000">
              <a:ea typeface="宋体" pitchFamily="2" charset="-122"/>
            </a:endParaRPr>
          </a:p>
          <a:p>
            <a:pPr lvl="0" eaLnBrk="1" hangingPunct="1">
              <a:lnSpc>
                <a:spcPct val="120000"/>
              </a:lnSpc>
            </a:pPr>
            <a:r>
              <a:rPr lang="en-US" altLang="zh-CN" sz="2000">
                <a:ea typeface="宋体" pitchFamily="2" charset="-122"/>
              </a:rPr>
              <a:t>Computing full/iceberg cubes: 3 methodologies </a:t>
            </a:r>
            <a:endParaRPr lang="en-US" altLang="zh-CN" sz="2000">
              <a:ea typeface="宋体" pitchFamily="2" charset="-122"/>
            </a:endParaRPr>
          </a:p>
          <a:p>
            <a:pPr lvl="1" eaLnBrk="1" hangingPunct="1">
              <a:lnSpc>
                <a:spcPct val="120000"/>
              </a:lnSpc>
            </a:pPr>
            <a:r>
              <a:rPr lang="en-US" altLang="zh-CN" sz="2000">
                <a:ea typeface="宋体" pitchFamily="2" charset="-122"/>
              </a:rPr>
              <a:t>Bottom-Up: </a:t>
            </a:r>
            <a:r>
              <a:rPr lang="en-US" altLang="zh-CN" sz="2000">
                <a:solidFill>
                  <a:srgbClr val="0000FF"/>
                </a:solidFill>
                <a:ea typeface="宋体" pitchFamily="2" charset="-122"/>
              </a:rPr>
              <a:t>Multi-Way</a:t>
            </a:r>
            <a:r>
              <a:rPr lang="en-US" altLang="zh-CN" sz="2000">
                <a:ea typeface="宋体" pitchFamily="2" charset="-122"/>
              </a:rPr>
              <a:t> array aggregation (Zhao, Deshpande &amp; Naughton, SIGMOD’97) </a:t>
            </a:r>
            <a:endParaRPr lang="en-US" altLang="zh-CN" sz="2000">
              <a:ea typeface="宋体" pitchFamily="2" charset="-122"/>
            </a:endParaRPr>
          </a:p>
          <a:p>
            <a:pPr lvl="1" eaLnBrk="1" hangingPunct="1">
              <a:lnSpc>
                <a:spcPct val="120000"/>
              </a:lnSpc>
            </a:pPr>
            <a:r>
              <a:rPr lang="en-US" altLang="zh-CN" sz="2000">
                <a:ea typeface="宋体" pitchFamily="2" charset="-122"/>
              </a:rPr>
              <a:t>Top-down: </a:t>
            </a:r>
            <a:endParaRPr lang="en-US" altLang="zh-CN" sz="2000">
              <a:ea typeface="宋体" pitchFamily="2" charset="-122"/>
            </a:endParaRPr>
          </a:p>
          <a:p>
            <a:pPr lvl="2" eaLnBrk="1" hangingPunct="1">
              <a:lnSpc>
                <a:spcPct val="120000"/>
              </a:lnSpc>
            </a:pPr>
            <a:r>
              <a:rPr lang="en-US" altLang="zh-CN" sz="2000">
                <a:ea typeface="宋体" pitchFamily="2" charset="-122"/>
              </a:rPr>
              <a:t>BUC (Beyer &amp; Ramarkrishnan, SIGMOD’99)</a:t>
            </a:r>
            <a:endParaRPr lang="en-US" altLang="zh-CN" sz="2000">
              <a:ea typeface="宋体" pitchFamily="2" charset="-122"/>
            </a:endParaRPr>
          </a:p>
          <a:p>
            <a:pPr lvl="2" eaLnBrk="1" hangingPunct="1">
              <a:lnSpc>
                <a:spcPct val="120000"/>
              </a:lnSpc>
            </a:pPr>
            <a:r>
              <a:rPr lang="en-US" altLang="zh-CN" sz="2000">
                <a:ea typeface="宋体" pitchFamily="2" charset="-122"/>
              </a:rPr>
              <a:t>H-cubing technique (Han, Pei, Dong &amp; Wang: SIGMOD’01)</a:t>
            </a:r>
            <a:endParaRPr lang="en-US" altLang="zh-CN" sz="2000">
              <a:ea typeface="宋体" pitchFamily="2" charset="-122"/>
            </a:endParaRPr>
          </a:p>
          <a:p>
            <a:pPr lvl="1" eaLnBrk="1" hangingPunct="1">
              <a:lnSpc>
                <a:spcPct val="120000"/>
              </a:lnSpc>
            </a:pPr>
            <a:r>
              <a:rPr lang="en-US" altLang="zh-CN" sz="2000">
                <a:ea typeface="宋体" pitchFamily="2" charset="-122"/>
              </a:rPr>
              <a:t>Integrating Top-Down and Bottom-Up: </a:t>
            </a:r>
            <a:endParaRPr lang="en-US" altLang="zh-CN" sz="2000">
              <a:ea typeface="宋体" pitchFamily="2" charset="-122"/>
            </a:endParaRPr>
          </a:p>
          <a:p>
            <a:pPr lvl="2" eaLnBrk="1" hangingPunct="1">
              <a:lnSpc>
                <a:spcPct val="120000"/>
              </a:lnSpc>
            </a:pPr>
            <a:r>
              <a:rPr lang="en-US" altLang="zh-CN" sz="2000">
                <a:ea typeface="宋体" pitchFamily="2" charset="-122"/>
              </a:rPr>
              <a:t>Star-cubing algorithm (Xin, Han, Li &amp; Wah: VLDB’03)</a:t>
            </a:r>
            <a:endParaRPr lang="en-US" altLang="zh-CN" sz="2000">
              <a:ea typeface="宋体" pitchFamily="2" charset="-122"/>
            </a:endParaRPr>
          </a:p>
          <a:p>
            <a:pPr lvl="0" eaLnBrk="1" hangingPunct="1">
              <a:lnSpc>
                <a:spcPct val="120000"/>
              </a:lnSpc>
            </a:pPr>
            <a:r>
              <a:rPr lang="en-US" altLang="zh-CN" sz="2000">
                <a:ea typeface="宋体" pitchFamily="2" charset="-122"/>
              </a:rPr>
              <a:t>High-dimensional OLAP: A Minimal Cubing Approach (Li, et al. VLDB’04)</a:t>
            </a:r>
            <a:endParaRPr lang="en-US" altLang="zh-CN" sz="2000">
              <a:ea typeface="宋体" pitchFamily="2" charset="-122"/>
            </a:endParaRPr>
          </a:p>
          <a:p>
            <a:pPr lvl="0" eaLnBrk="1" hangingPunct="1">
              <a:lnSpc>
                <a:spcPct val="120000"/>
              </a:lnSpc>
            </a:pPr>
            <a:r>
              <a:rPr lang="en-US" altLang="zh-CN" sz="2000">
                <a:ea typeface="宋体" pitchFamily="2" charset="-122"/>
              </a:rPr>
              <a:t>Computing alternative kinds of cubes: </a:t>
            </a:r>
            <a:endParaRPr lang="en-US" altLang="zh-CN" sz="2000">
              <a:ea typeface="宋体" pitchFamily="2" charset="-122"/>
            </a:endParaRPr>
          </a:p>
          <a:p>
            <a:pPr lvl="1" eaLnBrk="1" hangingPunct="1">
              <a:lnSpc>
                <a:spcPct val="120000"/>
              </a:lnSpc>
            </a:pPr>
            <a:r>
              <a:rPr lang="en-US" altLang="zh-CN" sz="2000">
                <a:ea typeface="宋体" pitchFamily="2" charset="-122"/>
              </a:rPr>
              <a:t>Partial cube, closed cube, approximate cube, etc.</a:t>
            </a:r>
            <a:endParaRPr lang="en-US" altLang="zh-CN" sz="20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126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2857AF9-DEB3-407E-A4A1-2D0AC5BF592A}" type="slidenum">
              <a:rPr lang="zh-CN" altLang="en-US" sz="1200">
                <a:ea typeface="宋体" pitchFamily="2" charset="-122"/>
              </a:rPr>
              <a:t>9</a:t>
            </a:fld>
            <a:endParaRPr lang="en-US" altLang="zh-CN" sz="1200">
              <a:ea typeface="宋体" pitchFamily="2" charset="-122"/>
            </a:endParaRPr>
          </a:p>
        </p:txBody>
      </p:sp>
      <p:sp>
        <p:nvSpPr>
          <p:cNvPr id="1126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C82126A-3C99-4B06-BE81-705EAFC4EA13}" type="slidenum">
              <a:rPr lang="zh-CN" altLang="en-US" sz="1200">
                <a:ea typeface="宋体" pitchFamily="2" charset="-122"/>
              </a:rPr>
              <a:t>9</a:t>
            </a:fld>
            <a:endParaRPr lang="en-US" altLang="zh-CN" sz="1200">
              <a:ea typeface="宋体" pitchFamily="2" charset="-122"/>
            </a:endParaRPr>
          </a:p>
        </p:txBody>
      </p:sp>
      <p:sp>
        <p:nvSpPr>
          <p:cNvPr id="11268" name="Rectangle 1026" title=""/>
          <p:cNvSpPr>
            <a:spLocks noGrp="1"/>
          </p:cNvSpPr>
          <p:nvPr>
            <p:ph type="title"/>
          </p:nvPr>
        </p:nvSpPr>
        <p:spPr>
          <a:xfrm>
            <a:off x="0" y="228600"/>
            <a:ext cx="9144000" cy="7620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General Heuristics (Agarwal et al. VLDB’96)</a:t>
            </a:r>
            <a:endParaRPr lang="en-US" altLang="zh-CN" sz="3200">
              <a:ea typeface="宋体" pitchFamily="2" charset="-122"/>
            </a:endParaRPr>
          </a:p>
        </p:txBody>
      </p:sp>
      <p:sp>
        <p:nvSpPr>
          <p:cNvPr id="11269" name="Rectangle 1027" title=""/>
          <p:cNvSpPr>
            <a:spLocks noGrp="1"/>
          </p:cNvSpPr>
          <p:nvPr>
            <p:ph type="body" idx="1"/>
          </p:nvPr>
        </p:nvSpPr>
        <p:spPr>
          <a:xfrm>
            <a:off x="304800" y="1371600"/>
            <a:ext cx="8610600" cy="5257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000">
                <a:ea typeface="宋体" pitchFamily="2" charset="-122"/>
              </a:rPr>
              <a:t>Sorting, hashing, and grouping operations are applied to the dimension attributes in order to reorder and cluster related tuples</a:t>
            </a:r>
            <a:endParaRPr lang="en-US" altLang="zh-CN" sz="2000">
              <a:ea typeface="宋体" pitchFamily="2" charset="-122"/>
            </a:endParaRPr>
          </a:p>
          <a:p>
            <a:pPr lvl="0" eaLnBrk="1" hangingPunct="1">
              <a:lnSpc>
                <a:spcPct val="110000"/>
              </a:lnSpc>
            </a:pPr>
            <a:r>
              <a:rPr lang="en-US" altLang="zh-CN" sz="2000">
                <a:ea typeface="宋体" pitchFamily="2" charset="-122"/>
              </a:rPr>
              <a:t>Aggregates may be computed from previously computed aggregates, rather than from the base fact table</a:t>
            </a:r>
            <a:endParaRPr lang="en-US" altLang="zh-CN" sz="2000">
              <a:ea typeface="宋体" pitchFamily="2" charset="-122"/>
            </a:endParaRPr>
          </a:p>
          <a:p>
            <a:pPr lvl="1" eaLnBrk="1" hangingPunct="1">
              <a:lnSpc>
                <a:spcPct val="110000"/>
              </a:lnSpc>
            </a:pPr>
            <a:r>
              <a:rPr lang="en-US" altLang="zh-CN" sz="2000" b="1">
                <a:ea typeface="宋体" pitchFamily="2" charset="-122"/>
              </a:rPr>
              <a:t>Smallest-child:</a:t>
            </a:r>
            <a:r>
              <a:rPr lang="en-US" altLang="zh-CN" sz="2000">
                <a:ea typeface="宋体" pitchFamily="2" charset="-122"/>
              </a:rPr>
              <a:t> computing a cuboid from the smallest, previously computed cuboid</a:t>
            </a:r>
            <a:endParaRPr lang="en-US" altLang="zh-CN" sz="2000">
              <a:ea typeface="宋体" pitchFamily="2" charset="-122"/>
            </a:endParaRPr>
          </a:p>
          <a:p>
            <a:pPr lvl="1" eaLnBrk="1" hangingPunct="1">
              <a:lnSpc>
                <a:spcPct val="110000"/>
              </a:lnSpc>
            </a:pPr>
            <a:r>
              <a:rPr lang="en-US" altLang="zh-CN" sz="2000" b="1">
                <a:ea typeface="宋体" pitchFamily="2" charset="-122"/>
              </a:rPr>
              <a:t>Cache-results:</a:t>
            </a:r>
            <a:r>
              <a:rPr lang="en-US" altLang="zh-CN" sz="2000">
                <a:ea typeface="宋体" pitchFamily="2" charset="-122"/>
              </a:rPr>
              <a:t>  caching results of a cuboid from which other cuboids are computed to reduce disk I/Os</a:t>
            </a:r>
            <a:endParaRPr lang="en-US" altLang="zh-CN" sz="2000">
              <a:ea typeface="宋体" pitchFamily="2" charset="-122"/>
            </a:endParaRPr>
          </a:p>
          <a:p>
            <a:pPr lvl="1" eaLnBrk="1" hangingPunct="1">
              <a:lnSpc>
                <a:spcPct val="110000"/>
              </a:lnSpc>
            </a:pPr>
            <a:r>
              <a:rPr lang="en-US" altLang="zh-CN" sz="2000" b="1">
                <a:ea typeface="宋体" pitchFamily="2" charset="-122"/>
              </a:rPr>
              <a:t>Amortize-scans:</a:t>
            </a:r>
            <a:r>
              <a:rPr lang="en-US" altLang="zh-CN" sz="2000">
                <a:ea typeface="宋体" pitchFamily="2" charset="-122"/>
              </a:rPr>
              <a:t> computing as many as possible cuboids at the same time to amortize disk reads</a:t>
            </a:r>
            <a:endParaRPr lang="en-US" altLang="zh-CN" sz="2000">
              <a:ea typeface="宋体" pitchFamily="2" charset="-122"/>
            </a:endParaRPr>
          </a:p>
          <a:p>
            <a:pPr lvl="1" eaLnBrk="1" hangingPunct="1">
              <a:lnSpc>
                <a:spcPct val="110000"/>
              </a:lnSpc>
            </a:pPr>
            <a:r>
              <a:rPr lang="en-US" altLang="zh-CN" sz="2000" b="1">
                <a:ea typeface="宋体" pitchFamily="2" charset="-122"/>
              </a:rPr>
              <a:t>Share-sorts:</a:t>
            </a:r>
            <a:r>
              <a:rPr lang="en-US" altLang="zh-CN" sz="2000">
                <a:ea typeface="宋体" pitchFamily="2" charset="-122"/>
              </a:rPr>
              <a:t>  sharing sorting costs cross multiple cuboids when sort-based method is used</a:t>
            </a:r>
            <a:endParaRPr lang="en-US" altLang="zh-CN" sz="2000">
              <a:ea typeface="宋体" pitchFamily="2" charset="-122"/>
            </a:endParaRPr>
          </a:p>
          <a:p>
            <a:pPr lvl="1" eaLnBrk="1" hangingPunct="1">
              <a:lnSpc>
                <a:spcPct val="110000"/>
              </a:lnSpc>
            </a:pPr>
            <a:r>
              <a:rPr lang="en-US" altLang="zh-CN" sz="2000" b="1">
                <a:ea typeface="宋体" pitchFamily="2" charset="-122"/>
              </a:rPr>
              <a:t>Share-partitions:</a:t>
            </a:r>
            <a:r>
              <a:rPr lang="en-US" altLang="zh-CN" sz="2000">
                <a:ea typeface="宋体" pitchFamily="2" charset="-122"/>
              </a:rPr>
              <a:t> sharing the partitioning cost across multiple cuboids when hash-based algorithms are used</a:t>
            </a:r>
            <a:endParaRPr lang="en-US" altLang="zh-CN" sz="20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229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B250540-ECDE-45F6-AC86-AB058F1471BA}" type="slidenum">
              <a:rPr lang="zh-CN" altLang="en-US" sz="1200">
                <a:ea typeface="宋体" pitchFamily="2" charset="-122"/>
              </a:rPr>
              <a:t>10</a:t>
            </a:fld>
            <a:endParaRPr lang="en-US" altLang="zh-CN" sz="1200">
              <a:ea typeface="宋体" pitchFamily="2" charset="-122"/>
            </a:endParaRPr>
          </a:p>
        </p:txBody>
      </p:sp>
      <p:sp>
        <p:nvSpPr>
          <p:cNvPr id="1229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A3176FE-0A28-43CC-8DC8-3C62B6F99EA4}" type="slidenum">
              <a:rPr lang="zh-CN" altLang="en-US" sz="1200">
                <a:ea typeface="宋体" pitchFamily="2" charset="-122"/>
              </a:rPr>
              <a:t>10</a:t>
            </a:fld>
            <a:endParaRPr lang="en-US" altLang="zh-CN" sz="1200">
              <a:ea typeface="宋体" pitchFamily="2" charset="-122"/>
            </a:endParaRPr>
          </a:p>
        </p:txBody>
      </p:sp>
      <p:sp>
        <p:nvSpPr>
          <p:cNvPr id="12292"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12293"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Data Cube Computation: Preliminary Concepts </a:t>
            </a:r>
            <a:endParaRPr lang="en-US" altLang="zh-CN">
              <a:ea typeface="宋体" pitchFamily="2" charset="-122"/>
            </a:endParaRPr>
          </a:p>
          <a:p>
            <a:pPr lvl="0" eaLnBrk="1" hangingPunct="1">
              <a:lnSpc>
                <a:spcPct val="170000"/>
              </a:lnSpc>
            </a:pPr>
            <a:r>
              <a:rPr lang="en-US" altLang="zh-CN">
                <a:ea typeface="宋体" pitchFamily="2" charset="-122"/>
              </a:rPr>
              <a:t>Data Cube Computation Methods</a:t>
            </a:r>
            <a:endParaRPr lang="en-US" altLang="zh-CN">
              <a:ea typeface="宋体" pitchFamily="2" charset="-122"/>
            </a:endParaRPr>
          </a:p>
          <a:p>
            <a:pPr lvl="0" eaLnBrk="1" hangingPunct="1">
              <a:lnSpc>
                <a:spcPct val="170000"/>
              </a:lnSpc>
            </a:pPr>
            <a:r>
              <a:rPr lang="en-US" altLang="zh-CN">
                <a:ea typeface="宋体" pitchFamily="2" charset="-122"/>
              </a:rPr>
              <a:t>Processing Advanced Queries by Exploring Data Cube Technology</a:t>
            </a:r>
            <a:endParaRPr lang="en-US" altLang="zh-CN">
              <a:ea typeface="宋体" pitchFamily="2" charset="-122"/>
            </a:endParaRPr>
          </a:p>
          <a:p>
            <a:pPr lvl="0" eaLnBrk="1" hangingPunct="1">
              <a:lnSpc>
                <a:spcPct val="170000"/>
              </a:lnSpc>
            </a:pPr>
            <a:r>
              <a:rPr lang="en-US" altLang="zh-CN">
                <a:ea typeface="宋体" pitchFamily="2" charset="-122"/>
              </a:rPr>
              <a:t>Multidimensional Data Analysis in Cube Space</a:t>
            </a:r>
            <a:endParaRPr lang="en-US" altLang="zh-CN">
              <a:ea typeface="宋体" pitchFamily="2" charset="-122"/>
            </a:endParaRPr>
          </a:p>
          <a:p>
            <a:pPr lvl="0" eaLnBrk="1" hangingPunct="1">
              <a:lnSpc>
                <a:spcPct val="170000"/>
              </a:lnSpc>
            </a:pPr>
            <a:r>
              <a:rPr lang="en-US" altLang="zh-CN">
                <a:ea typeface="宋体" pitchFamily="2" charset="-122"/>
              </a:rPr>
              <a:t>Summary</a:t>
            </a:r>
            <a:endParaRPr lang="en-US" altLang="zh-CN">
              <a:ea typeface="宋体" pitchFamily="2" charset="-122"/>
            </a:endParaRPr>
          </a:p>
        </p:txBody>
      </p:sp>
      <p:sp>
        <p:nvSpPr>
          <p:cNvPr id="12294" name="AutoShape 5" title=""/>
          <p:cNvSpPr/>
          <p:nvPr/>
        </p:nvSpPr>
        <p:spPr>
          <a:xfrm rot="20580000">
            <a:off x="6477000" y="23622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331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DE7A9DA-8AF4-4283-BF21-D4E0238930EF}" type="slidenum">
              <a:rPr lang="zh-CN" altLang="en-US" sz="1200">
                <a:ea typeface="宋体" pitchFamily="2" charset="-122"/>
              </a:rPr>
              <a:t>11</a:t>
            </a:fld>
            <a:endParaRPr lang="en-US" altLang="zh-CN" sz="1200">
              <a:ea typeface="宋体" pitchFamily="2" charset="-122"/>
            </a:endParaRPr>
          </a:p>
        </p:txBody>
      </p:sp>
      <p:sp>
        <p:nvSpPr>
          <p:cNvPr id="1331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1C5E5D0-F085-494D-B3A3-3463870A0F14}" type="slidenum">
              <a:rPr lang="zh-CN" altLang="en-US" sz="1200">
                <a:ea typeface="宋体" pitchFamily="2" charset="-122"/>
              </a:rPr>
              <a:t>11</a:t>
            </a:fld>
            <a:endParaRPr lang="en-US" altLang="zh-CN" sz="1200">
              <a:ea typeface="宋体" pitchFamily="2" charset="-122"/>
            </a:endParaRPr>
          </a:p>
        </p:txBody>
      </p:sp>
      <p:sp>
        <p:nvSpPr>
          <p:cNvPr id="13316" name="Rectangle 2" title=""/>
          <p:cNvSpPr>
            <a:spLocks noGrp="1"/>
          </p:cNvSpPr>
          <p:nvPr>
            <p:ph type="title"/>
          </p:nvPr>
        </p:nvSpPr>
        <p:spPr>
          <a:xfrm>
            <a:off x="304800" y="152400"/>
            <a:ext cx="85344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Computation Methods</a:t>
            </a:r>
            <a:endParaRPr lang="en-US" altLang="zh-CN">
              <a:ea typeface="宋体" pitchFamily="2" charset="-122"/>
            </a:endParaRPr>
          </a:p>
        </p:txBody>
      </p:sp>
      <p:sp>
        <p:nvSpPr>
          <p:cNvPr id="13317" name="Rectangle 3" title=""/>
          <p:cNvSpPr>
            <a:spLocks noGrp="1"/>
          </p:cNvSpPr>
          <p:nvPr>
            <p:ph type="body" idx="1"/>
          </p:nvPr>
        </p:nvSpPr>
        <p:spPr>
          <a:xfrm>
            <a:off x="457200" y="1524000"/>
            <a:ext cx="8382000" cy="49530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90000"/>
              </a:lnSpc>
            </a:pPr>
            <a:r>
              <a:rPr lang="en-US" altLang="zh-CN" sz="3200">
                <a:ea typeface="宋体" pitchFamily="2" charset="-122"/>
              </a:rPr>
              <a:t>Multi-Way Array Aggregation</a:t>
            </a:r>
            <a:endParaRPr lang="en-US" altLang="zh-CN" sz="3200">
              <a:ea typeface="宋体" pitchFamily="2" charset="-122"/>
            </a:endParaRPr>
          </a:p>
          <a:p>
            <a:pPr lvl="0" eaLnBrk="1" hangingPunct="1">
              <a:lnSpc>
                <a:spcPct val="190000"/>
              </a:lnSpc>
            </a:pPr>
            <a:r>
              <a:rPr lang="en-US" altLang="zh-CN" sz="3200">
                <a:ea typeface="宋体" pitchFamily="2" charset="-122"/>
              </a:rPr>
              <a:t>BUC</a:t>
            </a:r>
            <a:endParaRPr lang="en-US" altLang="zh-CN" sz="3200">
              <a:ea typeface="宋体" pitchFamily="2" charset="-122"/>
            </a:endParaRPr>
          </a:p>
          <a:p>
            <a:pPr lvl="0" eaLnBrk="1" hangingPunct="1">
              <a:lnSpc>
                <a:spcPct val="190000"/>
              </a:lnSpc>
            </a:pPr>
            <a:r>
              <a:rPr lang="en-US" altLang="zh-CN" sz="3200">
                <a:ea typeface="宋体" pitchFamily="2" charset="-122"/>
              </a:rPr>
              <a:t>Star-Cubing</a:t>
            </a:r>
            <a:endParaRPr lang="en-US" altLang="zh-CN" sz="3200">
              <a:ea typeface="宋体" pitchFamily="2" charset="-122"/>
            </a:endParaRPr>
          </a:p>
          <a:p>
            <a:pPr lvl="0" eaLnBrk="1" hangingPunct="1">
              <a:lnSpc>
                <a:spcPct val="190000"/>
              </a:lnSpc>
            </a:pPr>
            <a:r>
              <a:rPr lang="en-US" altLang="zh-CN" sz="3200">
                <a:ea typeface="宋体" pitchFamily="2" charset="-122"/>
              </a:rPr>
              <a:t>High-Dimensional OLAP</a:t>
            </a:r>
            <a:endParaRPr lang="en-US" altLang="zh-CN" sz="3200">
              <a:ea typeface="宋体" pitchFamily="2" charset="-122"/>
            </a:endParaRPr>
          </a:p>
        </p:txBody>
      </p:sp>
      <p:sp>
        <p:nvSpPr>
          <p:cNvPr id="13318" name="AutoShape 4" title=""/>
          <p:cNvSpPr/>
          <p:nvPr/>
        </p:nvSpPr>
        <p:spPr>
          <a:xfrm rot="20640000">
            <a:off x="6248400" y="1828800"/>
            <a:ext cx="381000" cy="427038"/>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433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38A34DC-3C3C-4B54-A580-05C63290FB2E}" type="slidenum">
              <a:rPr lang="zh-CN" altLang="en-US" sz="1200">
                <a:ea typeface="宋体" pitchFamily="2" charset="-122"/>
              </a:rPr>
              <a:t>12</a:t>
            </a:fld>
            <a:endParaRPr lang="en-US" altLang="zh-CN" sz="1200">
              <a:ea typeface="宋体" pitchFamily="2" charset="-122"/>
            </a:endParaRPr>
          </a:p>
        </p:txBody>
      </p:sp>
      <p:sp>
        <p:nvSpPr>
          <p:cNvPr id="14339"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7AD26F0-BD9E-430E-A38E-4161E547D899}" type="slidenum">
              <a:rPr lang="zh-CN" altLang="en-US" sz="1200">
                <a:ea typeface="宋体" pitchFamily="2" charset="-122"/>
              </a:rPr>
              <a:t>12</a:t>
            </a:fld>
            <a:endParaRPr lang="en-US" altLang="zh-CN" sz="1200">
              <a:ea typeface="宋体" pitchFamily="2" charset="-122"/>
            </a:endParaRPr>
          </a:p>
        </p:txBody>
      </p:sp>
      <p:sp>
        <p:nvSpPr>
          <p:cNvPr id="14340" name="Rectangle 1026"/>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Multi-Way Array Aggregation</a:t>
            </a:r>
          </a:p>
        </p:txBody>
      </p:sp>
      <p:sp>
        <p:nvSpPr>
          <p:cNvPr id="14341" name="Rectangle 1027" title=""/>
          <p:cNvSpPr>
            <a:spLocks noGrp="1"/>
          </p:cNvSpPr>
          <p:nvPr>
            <p:ph type="body" sz="half" idx="1"/>
          </p:nvPr>
        </p:nvSpPr>
        <p:spPr>
          <a:xfrm>
            <a:off x="381000" y="1524000"/>
            <a:ext cx="5715000" cy="4953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20000"/>
              </a:lnSpc>
            </a:pPr>
            <a:r>
              <a:rPr lang="en-US" altLang="zh-CN">
                <a:ea typeface="宋体" pitchFamily="2" charset="-122"/>
              </a:rPr>
              <a:t>Array-based </a:t>
            </a:r>
            <a:r>
              <a:rPr lang="en-US" altLang="zh-CN">
                <a:solidFill>
                  <a:srgbClr val="006666"/>
                </a:solidFill>
                <a:ea typeface="宋体" pitchFamily="2" charset="-122"/>
              </a:rPr>
              <a:t>“bottom-up”</a:t>
            </a:r>
            <a:r>
              <a:rPr lang="en-US" altLang="zh-CN">
                <a:ea typeface="宋体" pitchFamily="2" charset="-122"/>
              </a:rPr>
              <a:t> algorithm</a:t>
            </a:r>
            <a:endParaRPr lang="en-US" altLang="zh-CN">
              <a:ea typeface="宋体" pitchFamily="2" charset="-122"/>
            </a:endParaRPr>
          </a:p>
          <a:p>
            <a:pPr lvl="0" eaLnBrk="1" hangingPunct="1">
              <a:lnSpc>
                <a:spcPct val="120000"/>
              </a:lnSpc>
            </a:pPr>
            <a:r>
              <a:rPr lang="en-US" altLang="zh-CN">
                <a:ea typeface="宋体" pitchFamily="2" charset="-122"/>
              </a:rPr>
              <a:t>Using multi-dimensional chunks</a:t>
            </a:r>
            <a:endParaRPr lang="en-US" altLang="zh-CN">
              <a:ea typeface="宋体" pitchFamily="2" charset="-122"/>
            </a:endParaRPr>
          </a:p>
          <a:p>
            <a:pPr lvl="0" eaLnBrk="1" hangingPunct="1">
              <a:lnSpc>
                <a:spcPct val="120000"/>
              </a:lnSpc>
            </a:pPr>
            <a:r>
              <a:rPr lang="en-US" altLang="zh-CN">
                <a:ea typeface="宋体" pitchFamily="2" charset="-122"/>
              </a:rPr>
              <a:t>No direct tuple comparisons</a:t>
            </a:r>
            <a:endParaRPr lang="en-US" altLang="zh-CN">
              <a:ea typeface="宋体" pitchFamily="2" charset="-122"/>
            </a:endParaRPr>
          </a:p>
          <a:p>
            <a:pPr lvl="0" eaLnBrk="1" hangingPunct="1">
              <a:lnSpc>
                <a:spcPct val="120000"/>
              </a:lnSpc>
            </a:pPr>
            <a:r>
              <a:rPr lang="en-US" altLang="zh-CN">
                <a:ea typeface="宋体" pitchFamily="2" charset="-122"/>
              </a:rPr>
              <a:t>Simultaneous aggregation on multiple dimensions</a:t>
            </a:r>
            <a:endParaRPr lang="en-US" altLang="zh-CN">
              <a:ea typeface="宋体" pitchFamily="2" charset="-122"/>
            </a:endParaRPr>
          </a:p>
          <a:p>
            <a:pPr lvl="0" eaLnBrk="1" hangingPunct="1">
              <a:lnSpc>
                <a:spcPct val="120000"/>
              </a:lnSpc>
            </a:pPr>
            <a:r>
              <a:rPr lang="en-US" altLang="zh-CN">
                <a:ea typeface="宋体" pitchFamily="2" charset="-122"/>
              </a:rPr>
              <a:t>Intermediate aggregate values are re-used for computing ancestor cuboids</a:t>
            </a:r>
            <a:endParaRPr lang="en-US" altLang="zh-CN">
              <a:ea typeface="宋体" pitchFamily="2" charset="-122"/>
            </a:endParaRPr>
          </a:p>
          <a:p>
            <a:pPr lvl="0" eaLnBrk="1" hangingPunct="1">
              <a:lnSpc>
                <a:spcPct val="120000"/>
              </a:lnSpc>
            </a:pPr>
            <a:r>
              <a:rPr lang="en-US" altLang="zh-CN">
                <a:ea typeface="宋体" pitchFamily="2" charset="-122"/>
              </a:rPr>
              <a:t>Cannot do </a:t>
            </a:r>
            <a:r>
              <a:rPr lang="en-US" altLang="zh-CN" i="1">
                <a:ea typeface="宋体" pitchFamily="2" charset="-122"/>
              </a:rPr>
              <a:t>Apriori</a:t>
            </a:r>
            <a:r>
              <a:rPr lang="en-US" altLang="zh-CN">
                <a:ea typeface="宋体" pitchFamily="2" charset="-122"/>
              </a:rPr>
              <a:t> pruning: No iceberg optimization</a:t>
            </a:r>
            <a:endParaRPr lang="en-US" altLang="zh-CN">
              <a:ea typeface="宋体" pitchFamily="2" charset="-122"/>
            </a:endParaRPr>
          </a:p>
        </p:txBody>
      </p:sp>
      <p:graphicFrame>
        <p:nvGraphicFramePr>
          <p:cNvPr id="14342" name="Object 10" title=""/>
          <p:cNvGraphicFramePr>
            <a:graphicFrameLocks noChangeAspect="1"/>
          </p:cNvGraphicFramePr>
          <p:nvPr/>
        </p:nvGraphicFramePr>
        <p:xfrm>
          <a:off x="5943600" y="1524000"/>
          <a:ext cx="3200400" cy="3044825"/>
        </p:xfrm>
        <a:graphic>
          <a:graphicData uri="http://schemas.openxmlformats.org/presentationml/2006/ole">
            <mc:AlternateContent>
              <mc:Choice xmlns:v="urn:schemas-microsoft-com:vml" Requires="v">
                <p:oleObj spid="_x0000_s1038" name="SmartDraw" r:id="rId3" imgW="3200400" imgH="3044825" progId="SmartDraw.2">
                  <p:embed/>
                </p:oleObj>
              </mc:Choice>
              <mc:Fallback>
                <p:oleObj name="SmartDraw" r:id="rId3" imgW="3200400" imgH="3044825" progId="SmartDraw.2">
                  <p:embed/>
                  <p:pic>
                    <p:nvPicPr>
                      <p:cNvPr id="0" name="OLE substitute image"/>
                      <p:cNvPicPr/>
                      <p:nvPr/>
                    </p:nvPicPr>
                    <p:blipFill>
                      <a:blip r:embed="rId4"/>
                      <a:stretch>
                        <a:fillRect/>
                      </a:stretch>
                    </p:blipFill>
                    <p:spPr>
                      <a:xfrm>
                        <a:off x="5943600" y="1524000"/>
                        <a:ext cx="3200400" cy="3044825"/>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536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AAC0EFA-0ECA-404D-ADDB-BEB8A33E774B}" type="slidenum">
              <a:rPr lang="zh-CN" altLang="en-US" sz="1200">
                <a:ea typeface="宋体" pitchFamily="2" charset="-122"/>
              </a:rPr>
              <a:t>13</a:t>
            </a:fld>
            <a:endParaRPr lang="en-US" altLang="zh-CN" sz="1200">
              <a:ea typeface="宋体" pitchFamily="2" charset="-122"/>
            </a:endParaRPr>
          </a:p>
        </p:txBody>
      </p:sp>
      <p:sp>
        <p:nvSpPr>
          <p:cNvPr id="1536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0AFCCC6-54EA-42B0-8CA7-1B924BD0E5D8}" type="slidenum">
              <a:rPr lang="zh-CN" altLang="en-US" sz="1200">
                <a:ea typeface="宋体" pitchFamily="2" charset="-122"/>
              </a:rPr>
              <a:t>13</a:t>
            </a:fld>
            <a:endParaRPr lang="en-US" altLang="zh-CN" sz="1200">
              <a:ea typeface="宋体" pitchFamily="2" charset="-122"/>
            </a:endParaRPr>
          </a:p>
        </p:txBody>
      </p:sp>
      <p:sp>
        <p:nvSpPr>
          <p:cNvPr id="15364" name="Rectangle 2" title=""/>
          <p:cNvSpPr>
            <a:spLocks noGrp="1"/>
          </p:cNvSpPr>
          <p:nvPr>
            <p:ph type="title"/>
          </p:nvPr>
        </p:nvSpPr>
        <p:spPr>
          <a:xfrm>
            <a:off x="0" y="228600"/>
            <a:ext cx="9144000" cy="990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Multi-way Array Aggregation for Cube Computation (MOLAP)</a:t>
            </a:r>
            <a:endParaRPr lang="en-US" altLang="zh-CN">
              <a:ea typeface="宋体" pitchFamily="2" charset="-122"/>
            </a:endParaRPr>
          </a:p>
        </p:txBody>
      </p:sp>
      <p:sp>
        <p:nvSpPr>
          <p:cNvPr id="15365" name="Rectangle 3" title=""/>
          <p:cNvSpPr>
            <a:spLocks noGrp="1"/>
          </p:cNvSpPr>
          <p:nvPr>
            <p:ph type="body" idx="1"/>
          </p:nvPr>
        </p:nvSpPr>
        <p:spPr>
          <a:xfrm>
            <a:off x="533400" y="1533525"/>
            <a:ext cx="8382000" cy="1676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000">
                <a:ea typeface="宋体" pitchFamily="2" charset="-122"/>
              </a:rPr>
              <a:t>Partition arrays into chunks (a small subcube which fits in memory). </a:t>
            </a:r>
            <a:endParaRPr lang="en-US" altLang="zh-CN" sz="2000">
              <a:ea typeface="宋体" pitchFamily="2" charset="-122"/>
            </a:endParaRPr>
          </a:p>
          <a:p>
            <a:pPr lvl="0" eaLnBrk="1" hangingPunct="1">
              <a:lnSpc>
                <a:spcPct val="110000"/>
              </a:lnSpc>
            </a:pPr>
            <a:r>
              <a:rPr lang="en-US" altLang="zh-CN" sz="2000">
                <a:ea typeface="宋体" pitchFamily="2" charset="-122"/>
              </a:rPr>
              <a:t>Compressed sparse array addressing: (chunk_id, offset)</a:t>
            </a:r>
            <a:endParaRPr lang="en-US" altLang="zh-CN" sz="2000">
              <a:ea typeface="宋体" pitchFamily="2" charset="-122"/>
            </a:endParaRPr>
          </a:p>
          <a:p>
            <a:pPr lvl="0" eaLnBrk="1" hangingPunct="1">
              <a:lnSpc>
                <a:spcPct val="110000"/>
              </a:lnSpc>
            </a:pPr>
            <a:r>
              <a:rPr lang="en-US" altLang="zh-CN" sz="2000">
                <a:ea typeface="宋体" pitchFamily="2" charset="-122"/>
              </a:rPr>
              <a:t>Compute aggregates in “multiway” by visiting cube cells in the order which minimizes the # of times to visit each cell, and reduces memory access and storage cost.</a:t>
            </a:r>
            <a:endParaRPr lang="en-US" altLang="zh-CN" sz="2000">
              <a:ea typeface="宋体" pitchFamily="2" charset="-122"/>
            </a:endParaRPr>
          </a:p>
        </p:txBody>
      </p:sp>
      <p:sp>
        <p:nvSpPr>
          <p:cNvPr id="15366" name="Text Box 4" title=""/>
          <p:cNvSpPr txBox="1"/>
          <p:nvPr/>
        </p:nvSpPr>
        <p:spPr>
          <a:xfrm>
            <a:off x="5943600" y="3886200"/>
            <a:ext cx="2362200" cy="1552575"/>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50000"/>
              </a:spcBef>
            </a:pPr>
            <a:r>
              <a:rPr lang="en-US" altLang="zh-CN" sz="2400" b="1">
                <a:solidFill>
                  <a:srgbClr val="006666"/>
                </a:solidFill>
                <a:latin typeface="Times New Roman" pitchFamily="18" charset="0"/>
                <a:ea typeface="宋体" pitchFamily="2" charset="-122"/>
              </a:rPr>
              <a:t>What is the best traversing order to do multi-way aggregation?</a:t>
            </a:r>
            <a:endParaRPr lang="en-US" altLang="zh-CN" sz="2400" b="1">
              <a:solidFill>
                <a:srgbClr val="006666"/>
              </a:solidFill>
              <a:latin typeface="Times New Roman" pitchFamily="18" charset="0"/>
              <a:ea typeface="宋体" pitchFamily="2" charset="-122"/>
            </a:endParaRPr>
          </a:p>
        </p:txBody>
      </p:sp>
      <p:grpSp>
        <p:nvGrpSpPr>
          <p:cNvPr id="15367" name="Group 5" title=""/>
          <p:cNvGrpSpPr/>
          <p:nvPr/>
        </p:nvGrpSpPr>
        <p:grpSpPr>
          <a:xfrm>
            <a:off x="304800" y="3505200"/>
            <a:ext cx="4383088" cy="3321050"/>
            <a:chOff x="624" y="1056"/>
            <a:chExt cx="3949" cy="3185"/>
          </a:xfrm>
        </p:grpSpPr>
        <p:sp>
          <p:nvSpPr>
            <p:cNvPr id="15368" name="Text Box 6" title=""/>
            <p:cNvSpPr txBox="1"/>
            <p:nvPr/>
          </p:nvSpPr>
          <p:spPr>
            <a:xfrm>
              <a:off x="2255" y="3890"/>
              <a:ext cx="198" cy="351"/>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400">
                  <a:latin typeface="Times New Roman" pitchFamily="18" charset="0"/>
                  <a:ea typeface="宋体" pitchFamily="2" charset="-122"/>
                </a:rPr>
                <a:t>A</a:t>
              </a:r>
              <a:endParaRPr lang="en-US" altLang="zh-CN" sz="2400">
                <a:latin typeface="Times New Roman" pitchFamily="18" charset="0"/>
                <a:ea typeface="宋体" pitchFamily="2" charset="-122"/>
              </a:endParaRPr>
            </a:p>
          </p:txBody>
        </p:sp>
        <p:sp>
          <p:nvSpPr>
            <p:cNvPr id="15369" name="Text Box 7" title=""/>
            <p:cNvSpPr txBox="1"/>
            <p:nvPr/>
          </p:nvSpPr>
          <p:spPr>
            <a:xfrm>
              <a:off x="1312" y="1776"/>
              <a:ext cx="349" cy="438"/>
            </a:xfrm>
            <a:prstGeom prst="rect">
              <a:avLst/>
            </a:prstGeom>
            <a:noFill/>
            <a:ln w="12700">
              <a:noFill/>
              <a:miter lim="800000"/>
            </a:ln>
          </p:spPr>
          <p:txBody>
            <a:bodyPr wrap="none" anchor="ctr" anchorCtr="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r>
                <a:rPr lang="en-US" altLang="zh-CN" sz="2400">
                  <a:latin typeface="Times New Roman" pitchFamily="18" charset="0"/>
                  <a:ea typeface="宋体" pitchFamily="2" charset="-122"/>
                </a:rPr>
                <a:t>B</a:t>
              </a:r>
              <a:endParaRPr lang="en-US" altLang="zh-CN" sz="2400">
                <a:latin typeface="Times New Roman" pitchFamily="18" charset="0"/>
                <a:ea typeface="宋体" pitchFamily="2" charset="-122"/>
              </a:endParaRPr>
            </a:p>
          </p:txBody>
        </p:sp>
        <p:sp>
          <p:nvSpPr>
            <p:cNvPr id="15370" name="AutoShape 8" title=""/>
            <p:cNvSpPr/>
            <p:nvPr/>
          </p:nvSpPr>
          <p:spPr>
            <a:xfrm>
              <a:off x="3739" y="2526"/>
              <a:ext cx="753" cy="560"/>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1" name="AutoShape 9" title=""/>
            <p:cNvSpPr/>
            <p:nvPr/>
          </p:nvSpPr>
          <p:spPr>
            <a:xfrm>
              <a:off x="3739" y="2068"/>
              <a:ext cx="753"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2" name="AutoShape 10" title=""/>
            <p:cNvSpPr/>
            <p:nvPr/>
          </p:nvSpPr>
          <p:spPr>
            <a:xfrm>
              <a:off x="3739" y="1611"/>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3" name="AutoShape 11" title=""/>
            <p:cNvSpPr/>
            <p:nvPr/>
          </p:nvSpPr>
          <p:spPr>
            <a:xfrm>
              <a:off x="3531" y="2695"/>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4" name="AutoShape 12" title=""/>
            <p:cNvSpPr/>
            <p:nvPr/>
          </p:nvSpPr>
          <p:spPr>
            <a:xfrm>
              <a:off x="3531" y="2239"/>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5" name="AutoShape 13" title=""/>
            <p:cNvSpPr/>
            <p:nvPr/>
          </p:nvSpPr>
          <p:spPr>
            <a:xfrm>
              <a:off x="3531" y="1783"/>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6" name="AutoShape 14" title=""/>
            <p:cNvSpPr/>
            <p:nvPr/>
          </p:nvSpPr>
          <p:spPr>
            <a:xfrm>
              <a:off x="3321" y="2868"/>
              <a:ext cx="754" cy="560"/>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7" name="AutoShape 15" title=""/>
            <p:cNvSpPr/>
            <p:nvPr/>
          </p:nvSpPr>
          <p:spPr>
            <a:xfrm>
              <a:off x="3321" y="2412"/>
              <a:ext cx="754" cy="560"/>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8" name="AutoShape 16" title=""/>
            <p:cNvSpPr/>
            <p:nvPr/>
          </p:nvSpPr>
          <p:spPr>
            <a:xfrm>
              <a:off x="3321" y="1954"/>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79" name="AutoShape 17" title=""/>
            <p:cNvSpPr/>
            <p:nvPr/>
          </p:nvSpPr>
          <p:spPr>
            <a:xfrm>
              <a:off x="1862" y="1171"/>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0" name="AutoShape 18" title=""/>
            <p:cNvSpPr/>
            <p:nvPr/>
          </p:nvSpPr>
          <p:spPr>
            <a:xfrm>
              <a:off x="1653" y="1341"/>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1" name="AutoShape 19" title=""/>
            <p:cNvSpPr/>
            <p:nvPr/>
          </p:nvSpPr>
          <p:spPr>
            <a:xfrm>
              <a:off x="1444" y="1513"/>
              <a:ext cx="755"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2" name="AutoShape 20" title=""/>
            <p:cNvSpPr/>
            <p:nvPr/>
          </p:nvSpPr>
          <p:spPr>
            <a:xfrm>
              <a:off x="2487" y="1171"/>
              <a:ext cx="754"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3" name="AutoShape 21" title=""/>
            <p:cNvSpPr/>
            <p:nvPr/>
          </p:nvSpPr>
          <p:spPr>
            <a:xfrm>
              <a:off x="2279" y="1341"/>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4" name="AutoShape 22" title=""/>
            <p:cNvSpPr/>
            <p:nvPr/>
          </p:nvSpPr>
          <p:spPr>
            <a:xfrm>
              <a:off x="2070" y="1513"/>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5" name="AutoShape 23" title=""/>
            <p:cNvSpPr/>
            <p:nvPr/>
          </p:nvSpPr>
          <p:spPr>
            <a:xfrm>
              <a:off x="3113" y="1171"/>
              <a:ext cx="754"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6" name="AutoShape 24" title=""/>
            <p:cNvSpPr/>
            <p:nvPr/>
          </p:nvSpPr>
          <p:spPr>
            <a:xfrm>
              <a:off x="2906" y="1341"/>
              <a:ext cx="753"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7" name="AutoShape 25" title=""/>
            <p:cNvSpPr/>
            <p:nvPr/>
          </p:nvSpPr>
          <p:spPr>
            <a:xfrm>
              <a:off x="2696" y="1513"/>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8" name="AutoShape 26" title=""/>
            <p:cNvSpPr/>
            <p:nvPr/>
          </p:nvSpPr>
          <p:spPr>
            <a:xfrm>
              <a:off x="3740" y="1171"/>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89" name="AutoShape 27" title=""/>
            <p:cNvSpPr/>
            <p:nvPr/>
          </p:nvSpPr>
          <p:spPr>
            <a:xfrm>
              <a:off x="3531" y="1341"/>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0" name="AutoShape 28" title=""/>
            <p:cNvSpPr/>
            <p:nvPr/>
          </p:nvSpPr>
          <p:spPr>
            <a:xfrm>
              <a:off x="3322" y="1513"/>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1" name="AutoShape 29" title=""/>
            <p:cNvSpPr/>
            <p:nvPr/>
          </p:nvSpPr>
          <p:spPr>
            <a:xfrm>
              <a:off x="1248" y="3037"/>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2400">
                <a:latin typeface="Times New Roman" pitchFamily="18" charset="0"/>
                <a:ea typeface="宋体" pitchFamily="2" charset="-122"/>
              </a:endParaRPr>
            </a:p>
          </p:txBody>
        </p:sp>
        <p:sp>
          <p:nvSpPr>
            <p:cNvPr id="15392" name="AutoShape 30" title=""/>
            <p:cNvSpPr/>
            <p:nvPr/>
          </p:nvSpPr>
          <p:spPr>
            <a:xfrm>
              <a:off x="1248" y="2581"/>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3" name="AutoShape 31" title=""/>
            <p:cNvSpPr/>
            <p:nvPr/>
          </p:nvSpPr>
          <p:spPr>
            <a:xfrm>
              <a:off x="1248" y="2124"/>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4" name="AutoShape 32" title=""/>
            <p:cNvSpPr/>
            <p:nvPr/>
          </p:nvSpPr>
          <p:spPr>
            <a:xfrm>
              <a:off x="1873" y="3037"/>
              <a:ext cx="754"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5" name="AutoShape 33" title=""/>
            <p:cNvSpPr/>
            <p:nvPr/>
          </p:nvSpPr>
          <p:spPr>
            <a:xfrm>
              <a:off x="1873" y="2581"/>
              <a:ext cx="754"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6" name="AutoShape 34" title=""/>
            <p:cNvSpPr/>
            <p:nvPr/>
          </p:nvSpPr>
          <p:spPr>
            <a:xfrm>
              <a:off x="1873" y="2124"/>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2400">
                <a:latin typeface="Times New Roman" pitchFamily="18" charset="0"/>
                <a:ea typeface="宋体" pitchFamily="2" charset="-122"/>
              </a:endParaRPr>
            </a:p>
          </p:txBody>
        </p:sp>
        <p:sp>
          <p:nvSpPr>
            <p:cNvPr id="15397" name="AutoShape 35" title=""/>
            <p:cNvSpPr/>
            <p:nvPr/>
          </p:nvSpPr>
          <p:spPr>
            <a:xfrm>
              <a:off x="2499" y="3037"/>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8" name="AutoShape 36" title=""/>
            <p:cNvSpPr/>
            <p:nvPr/>
          </p:nvSpPr>
          <p:spPr>
            <a:xfrm>
              <a:off x="2499" y="2581"/>
              <a:ext cx="753"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399" name="AutoShape 37" title=""/>
            <p:cNvSpPr/>
            <p:nvPr/>
          </p:nvSpPr>
          <p:spPr>
            <a:xfrm>
              <a:off x="2499" y="2124"/>
              <a:ext cx="753"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0" name="AutoShape 38" title=""/>
            <p:cNvSpPr/>
            <p:nvPr/>
          </p:nvSpPr>
          <p:spPr>
            <a:xfrm>
              <a:off x="3126" y="3037"/>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1" name="AutoShape 39" title=""/>
            <p:cNvSpPr/>
            <p:nvPr/>
          </p:nvSpPr>
          <p:spPr>
            <a:xfrm>
              <a:off x="3126" y="2581"/>
              <a:ext cx="752" cy="561"/>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2" name="AutoShape 40" title=""/>
            <p:cNvSpPr/>
            <p:nvPr/>
          </p:nvSpPr>
          <p:spPr>
            <a:xfrm>
              <a:off x="3126" y="2124"/>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3" name="AutoShape 41" title=""/>
            <p:cNvSpPr/>
            <p:nvPr/>
          </p:nvSpPr>
          <p:spPr>
            <a:xfrm>
              <a:off x="1249" y="1683"/>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2400">
                <a:latin typeface="Times New Roman" pitchFamily="18" charset="0"/>
                <a:ea typeface="宋体" pitchFamily="2" charset="-122"/>
              </a:endParaRPr>
            </a:p>
          </p:txBody>
        </p:sp>
        <p:sp>
          <p:nvSpPr>
            <p:cNvPr id="15404" name="AutoShape 42" title=""/>
            <p:cNvSpPr/>
            <p:nvPr/>
          </p:nvSpPr>
          <p:spPr>
            <a:xfrm>
              <a:off x="1874" y="1683"/>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5" name="AutoShape 43" title=""/>
            <p:cNvSpPr/>
            <p:nvPr/>
          </p:nvSpPr>
          <p:spPr>
            <a:xfrm>
              <a:off x="2500" y="1683"/>
              <a:ext cx="754"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15406" name="AutoShape 44" title=""/>
            <p:cNvSpPr/>
            <p:nvPr/>
          </p:nvSpPr>
          <p:spPr>
            <a:xfrm>
              <a:off x="3135" y="1675"/>
              <a:ext cx="752" cy="562"/>
            </a:xfrm>
            <a:prstGeom prst="cube">
              <a:avLst>
                <a:gd name="adj" fmla="val 24995"/>
              </a:avLst>
            </a:prstGeom>
            <a:solidFill>
              <a:schemeClr val="bg1"/>
            </a:solidFill>
            <a:ln w="12700">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2400" b="1">
                <a:latin typeface="Times New Roman" pitchFamily="18" charset="0"/>
                <a:ea typeface="宋体" pitchFamily="2" charset="-122"/>
              </a:endParaRPr>
            </a:p>
          </p:txBody>
        </p:sp>
        <p:sp>
          <p:nvSpPr>
            <p:cNvPr id="15407" name="Text Box 45" title=""/>
            <p:cNvSpPr txBox="1"/>
            <p:nvPr/>
          </p:nvSpPr>
          <p:spPr>
            <a:xfrm>
              <a:off x="1690" y="1485"/>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29</a:t>
              </a:r>
              <a:endParaRPr lang="zh-CN" altLang="en-US" sz="1800">
                <a:latin typeface="Times New Roman" pitchFamily="18" charset="0"/>
                <a:ea typeface="宋体" pitchFamily="2" charset="-122"/>
              </a:endParaRPr>
            </a:p>
          </p:txBody>
        </p:sp>
        <p:sp>
          <p:nvSpPr>
            <p:cNvPr id="15408" name="Text Box 46" title=""/>
            <p:cNvSpPr txBox="1"/>
            <p:nvPr/>
          </p:nvSpPr>
          <p:spPr>
            <a:xfrm>
              <a:off x="2319" y="1485"/>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30</a:t>
              </a:r>
              <a:endParaRPr lang="zh-CN" altLang="en-US" sz="1800">
                <a:latin typeface="Times New Roman" pitchFamily="18" charset="0"/>
                <a:ea typeface="宋体" pitchFamily="2" charset="-122"/>
              </a:endParaRPr>
            </a:p>
          </p:txBody>
        </p:sp>
        <p:sp>
          <p:nvSpPr>
            <p:cNvPr id="15409" name="Text Box 47" title=""/>
            <p:cNvSpPr txBox="1"/>
            <p:nvPr/>
          </p:nvSpPr>
          <p:spPr>
            <a:xfrm>
              <a:off x="2944" y="1485"/>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31</a:t>
              </a:r>
              <a:endParaRPr lang="zh-CN" altLang="en-US" sz="1800">
                <a:latin typeface="Times New Roman" pitchFamily="18" charset="0"/>
                <a:ea typeface="宋体" pitchFamily="2" charset="-122"/>
              </a:endParaRPr>
            </a:p>
          </p:txBody>
        </p:sp>
        <p:sp>
          <p:nvSpPr>
            <p:cNvPr id="15410" name="Text Box 48" title=""/>
            <p:cNvSpPr txBox="1"/>
            <p:nvPr/>
          </p:nvSpPr>
          <p:spPr>
            <a:xfrm>
              <a:off x="3575" y="1485"/>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32</a:t>
              </a:r>
              <a:endParaRPr lang="zh-CN" altLang="en-US" sz="1800">
                <a:latin typeface="Times New Roman" pitchFamily="18" charset="0"/>
                <a:ea typeface="宋体" pitchFamily="2" charset="-122"/>
              </a:endParaRPr>
            </a:p>
          </p:txBody>
        </p:sp>
        <p:sp>
          <p:nvSpPr>
            <p:cNvPr id="15411" name="Text Box 49" title=""/>
            <p:cNvSpPr txBox="1"/>
            <p:nvPr/>
          </p:nvSpPr>
          <p:spPr>
            <a:xfrm>
              <a:off x="1499" y="3263"/>
              <a:ext cx="103"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1</a:t>
              </a:r>
              <a:endParaRPr lang="zh-CN" altLang="en-US" sz="1800">
                <a:latin typeface="Times New Roman" pitchFamily="18" charset="0"/>
                <a:ea typeface="宋体" pitchFamily="2" charset="-122"/>
              </a:endParaRPr>
            </a:p>
          </p:txBody>
        </p:sp>
        <p:sp>
          <p:nvSpPr>
            <p:cNvPr id="15412" name="Text Box 50" title=""/>
            <p:cNvSpPr txBox="1"/>
            <p:nvPr/>
          </p:nvSpPr>
          <p:spPr>
            <a:xfrm>
              <a:off x="2129" y="3263"/>
              <a:ext cx="103"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2</a:t>
              </a:r>
              <a:endParaRPr lang="zh-CN" altLang="en-US" sz="1800">
                <a:latin typeface="Times New Roman" pitchFamily="18" charset="0"/>
                <a:ea typeface="宋体" pitchFamily="2" charset="-122"/>
              </a:endParaRPr>
            </a:p>
          </p:txBody>
        </p:sp>
        <p:sp>
          <p:nvSpPr>
            <p:cNvPr id="15413" name="Text Box 51" title=""/>
            <p:cNvSpPr txBox="1"/>
            <p:nvPr/>
          </p:nvSpPr>
          <p:spPr>
            <a:xfrm>
              <a:off x="2819" y="3263"/>
              <a:ext cx="103"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3</a:t>
              </a:r>
              <a:endParaRPr lang="zh-CN" altLang="en-US" sz="1800">
                <a:latin typeface="Times New Roman" pitchFamily="18" charset="0"/>
                <a:ea typeface="宋体" pitchFamily="2" charset="-122"/>
              </a:endParaRPr>
            </a:p>
          </p:txBody>
        </p:sp>
        <p:sp>
          <p:nvSpPr>
            <p:cNvPr id="15414" name="Text Box 52" title=""/>
            <p:cNvSpPr txBox="1"/>
            <p:nvPr/>
          </p:nvSpPr>
          <p:spPr>
            <a:xfrm>
              <a:off x="3386" y="3263"/>
              <a:ext cx="103"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a:t>
              </a:r>
              <a:endParaRPr lang="zh-CN" altLang="en-US" sz="1800">
                <a:latin typeface="Times New Roman" pitchFamily="18" charset="0"/>
                <a:ea typeface="宋体" pitchFamily="2" charset="-122"/>
              </a:endParaRPr>
            </a:p>
          </p:txBody>
        </p:sp>
        <p:sp>
          <p:nvSpPr>
            <p:cNvPr id="15415" name="Text Box 53" title=""/>
            <p:cNvSpPr txBox="1"/>
            <p:nvPr/>
          </p:nvSpPr>
          <p:spPr>
            <a:xfrm>
              <a:off x="1499" y="2820"/>
              <a:ext cx="103"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5</a:t>
              </a:r>
              <a:endParaRPr lang="zh-CN" altLang="en-US" sz="1800">
                <a:latin typeface="Times New Roman" pitchFamily="18" charset="0"/>
                <a:ea typeface="宋体" pitchFamily="2" charset="-122"/>
              </a:endParaRPr>
            </a:p>
          </p:txBody>
        </p:sp>
        <p:sp>
          <p:nvSpPr>
            <p:cNvPr id="15416" name="Text Box 54" title=""/>
            <p:cNvSpPr txBox="1"/>
            <p:nvPr/>
          </p:nvSpPr>
          <p:spPr>
            <a:xfrm>
              <a:off x="1499" y="2373"/>
              <a:ext cx="103"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9</a:t>
              </a:r>
              <a:endParaRPr lang="zh-CN" altLang="en-US" sz="1800">
                <a:latin typeface="Times New Roman" pitchFamily="18" charset="0"/>
                <a:ea typeface="宋体" pitchFamily="2" charset="-122"/>
              </a:endParaRPr>
            </a:p>
          </p:txBody>
        </p:sp>
        <p:sp>
          <p:nvSpPr>
            <p:cNvPr id="15417" name="Text Box 55" title=""/>
            <p:cNvSpPr txBox="1"/>
            <p:nvPr/>
          </p:nvSpPr>
          <p:spPr>
            <a:xfrm>
              <a:off x="1499" y="1928"/>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13</a:t>
              </a:r>
              <a:endParaRPr lang="zh-CN" altLang="en-US" sz="1800">
                <a:latin typeface="Times New Roman" pitchFamily="18" charset="0"/>
                <a:ea typeface="宋体" pitchFamily="2" charset="-122"/>
              </a:endParaRPr>
            </a:p>
          </p:txBody>
        </p:sp>
        <p:sp>
          <p:nvSpPr>
            <p:cNvPr id="15418" name="Text Box 56" title=""/>
            <p:cNvSpPr txBox="1"/>
            <p:nvPr/>
          </p:nvSpPr>
          <p:spPr>
            <a:xfrm>
              <a:off x="2129" y="1928"/>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14</a:t>
              </a:r>
              <a:endParaRPr lang="zh-CN" altLang="en-US" sz="1800">
                <a:latin typeface="Times New Roman" pitchFamily="18" charset="0"/>
                <a:ea typeface="宋体" pitchFamily="2" charset="-122"/>
              </a:endParaRPr>
            </a:p>
          </p:txBody>
        </p:sp>
        <p:sp>
          <p:nvSpPr>
            <p:cNvPr id="15419" name="Text Box 57" title=""/>
            <p:cNvSpPr txBox="1"/>
            <p:nvPr/>
          </p:nvSpPr>
          <p:spPr>
            <a:xfrm>
              <a:off x="2757" y="1928"/>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15</a:t>
              </a:r>
              <a:endParaRPr lang="zh-CN" altLang="en-US" sz="1800">
                <a:latin typeface="Times New Roman" pitchFamily="18" charset="0"/>
                <a:ea typeface="宋体" pitchFamily="2" charset="-122"/>
              </a:endParaRPr>
            </a:p>
          </p:txBody>
        </p:sp>
        <p:sp>
          <p:nvSpPr>
            <p:cNvPr id="15420" name="Text Box 58" title=""/>
            <p:cNvSpPr txBox="1"/>
            <p:nvPr/>
          </p:nvSpPr>
          <p:spPr>
            <a:xfrm>
              <a:off x="3386" y="1928"/>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16</a:t>
              </a:r>
              <a:endParaRPr lang="zh-CN" altLang="en-US" sz="1800">
                <a:latin typeface="Times New Roman" pitchFamily="18" charset="0"/>
                <a:ea typeface="宋体" pitchFamily="2" charset="-122"/>
              </a:endParaRPr>
            </a:p>
          </p:txBody>
        </p:sp>
        <p:sp>
          <p:nvSpPr>
            <p:cNvPr id="15421" name="Text Box 59" title=""/>
            <p:cNvSpPr txBox="1"/>
            <p:nvPr/>
          </p:nvSpPr>
          <p:spPr>
            <a:xfrm>
              <a:off x="4014" y="1099"/>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64</a:t>
              </a:r>
              <a:endParaRPr lang="zh-CN" altLang="en-US" sz="1800">
                <a:latin typeface="Times New Roman" pitchFamily="18" charset="0"/>
                <a:ea typeface="宋体" pitchFamily="2" charset="-122"/>
              </a:endParaRPr>
            </a:p>
          </p:txBody>
        </p:sp>
        <p:sp>
          <p:nvSpPr>
            <p:cNvPr id="15422" name="Text Box 60" title=""/>
            <p:cNvSpPr txBox="1"/>
            <p:nvPr/>
          </p:nvSpPr>
          <p:spPr>
            <a:xfrm>
              <a:off x="3386" y="1099"/>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63</a:t>
              </a:r>
              <a:endParaRPr lang="zh-CN" altLang="en-US" sz="1800">
                <a:latin typeface="Times New Roman" pitchFamily="18" charset="0"/>
                <a:ea typeface="宋体" pitchFamily="2" charset="-122"/>
              </a:endParaRPr>
            </a:p>
          </p:txBody>
        </p:sp>
        <p:sp>
          <p:nvSpPr>
            <p:cNvPr id="15423" name="Text Box 61" title=""/>
            <p:cNvSpPr txBox="1"/>
            <p:nvPr/>
          </p:nvSpPr>
          <p:spPr>
            <a:xfrm>
              <a:off x="2757" y="1099"/>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62</a:t>
              </a:r>
              <a:endParaRPr lang="zh-CN" altLang="en-US" sz="1800">
                <a:latin typeface="Times New Roman" pitchFamily="18" charset="0"/>
                <a:ea typeface="宋体" pitchFamily="2" charset="-122"/>
              </a:endParaRPr>
            </a:p>
          </p:txBody>
        </p:sp>
        <p:sp>
          <p:nvSpPr>
            <p:cNvPr id="15424" name="Text Box 62" title=""/>
            <p:cNvSpPr txBox="1"/>
            <p:nvPr/>
          </p:nvSpPr>
          <p:spPr>
            <a:xfrm>
              <a:off x="2129" y="1099"/>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61</a:t>
              </a:r>
              <a:endParaRPr lang="zh-CN" altLang="en-US" sz="1800">
                <a:latin typeface="Times New Roman" pitchFamily="18" charset="0"/>
                <a:ea typeface="宋体" pitchFamily="2" charset="-122"/>
              </a:endParaRPr>
            </a:p>
          </p:txBody>
        </p:sp>
        <p:sp>
          <p:nvSpPr>
            <p:cNvPr id="15425" name="Text Box 63" title=""/>
            <p:cNvSpPr txBox="1"/>
            <p:nvPr/>
          </p:nvSpPr>
          <p:spPr>
            <a:xfrm>
              <a:off x="3826" y="1290"/>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48</a:t>
              </a:r>
              <a:endParaRPr lang="zh-CN" altLang="en-US" sz="1800">
                <a:latin typeface="Times New Roman" pitchFamily="18" charset="0"/>
                <a:ea typeface="宋体" pitchFamily="2" charset="-122"/>
              </a:endParaRPr>
            </a:p>
          </p:txBody>
        </p:sp>
        <p:sp>
          <p:nvSpPr>
            <p:cNvPr id="15426" name="Text Box 64" title=""/>
            <p:cNvSpPr txBox="1"/>
            <p:nvPr/>
          </p:nvSpPr>
          <p:spPr>
            <a:xfrm>
              <a:off x="3199" y="1290"/>
              <a:ext cx="20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47</a:t>
              </a:r>
              <a:endParaRPr lang="zh-CN" altLang="en-US" sz="1800">
                <a:latin typeface="Times New Roman" pitchFamily="18" charset="0"/>
                <a:ea typeface="宋体" pitchFamily="2" charset="-122"/>
              </a:endParaRPr>
            </a:p>
          </p:txBody>
        </p:sp>
        <p:sp>
          <p:nvSpPr>
            <p:cNvPr id="15427" name="Text Box 65" title=""/>
            <p:cNvSpPr txBox="1"/>
            <p:nvPr/>
          </p:nvSpPr>
          <p:spPr>
            <a:xfrm>
              <a:off x="2569" y="1290"/>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46</a:t>
              </a:r>
              <a:endParaRPr lang="zh-CN" altLang="en-US" sz="1800">
                <a:latin typeface="Times New Roman" pitchFamily="18" charset="0"/>
                <a:ea typeface="宋体" pitchFamily="2" charset="-122"/>
              </a:endParaRPr>
            </a:p>
          </p:txBody>
        </p:sp>
        <p:sp>
          <p:nvSpPr>
            <p:cNvPr id="15428" name="Text Box 66" title=""/>
            <p:cNvSpPr txBox="1"/>
            <p:nvPr/>
          </p:nvSpPr>
          <p:spPr>
            <a:xfrm>
              <a:off x="1941" y="1290"/>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45</a:t>
              </a:r>
              <a:endParaRPr lang="zh-CN" altLang="en-US" sz="1800">
                <a:latin typeface="Times New Roman" pitchFamily="18" charset="0"/>
                <a:ea typeface="宋体" pitchFamily="2" charset="-122"/>
              </a:endParaRPr>
            </a:p>
          </p:txBody>
        </p:sp>
        <p:sp>
          <p:nvSpPr>
            <p:cNvPr id="15429" name="Text Box 67" title=""/>
            <p:cNvSpPr txBox="1"/>
            <p:nvPr/>
          </p:nvSpPr>
          <p:spPr>
            <a:xfrm>
              <a:off x="2064" y="3645"/>
              <a:ext cx="19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a1</a:t>
              </a:r>
              <a:endParaRPr lang="en-US" altLang="zh-CN" sz="1800">
                <a:latin typeface="Times New Roman" pitchFamily="18" charset="0"/>
                <a:ea typeface="宋体" pitchFamily="2" charset="-122"/>
              </a:endParaRPr>
            </a:p>
          </p:txBody>
        </p:sp>
        <p:sp>
          <p:nvSpPr>
            <p:cNvPr id="15430" name="Text Box 68" title=""/>
            <p:cNvSpPr txBox="1"/>
            <p:nvPr/>
          </p:nvSpPr>
          <p:spPr>
            <a:xfrm>
              <a:off x="1488" y="3645"/>
              <a:ext cx="194"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a0</a:t>
              </a:r>
              <a:endParaRPr lang="en-US" altLang="zh-CN" sz="1800">
                <a:latin typeface="Times New Roman" pitchFamily="18" charset="0"/>
                <a:ea typeface="宋体" pitchFamily="2" charset="-122"/>
              </a:endParaRPr>
            </a:p>
          </p:txBody>
        </p:sp>
        <p:sp>
          <p:nvSpPr>
            <p:cNvPr id="15431" name="Text Box 69" title=""/>
            <p:cNvSpPr txBox="1"/>
            <p:nvPr/>
          </p:nvSpPr>
          <p:spPr>
            <a:xfrm>
              <a:off x="1775" y="1099"/>
              <a:ext cx="195"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c3</a:t>
              </a:r>
              <a:endParaRPr lang="en-US" altLang="zh-CN" sz="1800">
                <a:latin typeface="Times New Roman" pitchFamily="18" charset="0"/>
                <a:ea typeface="宋体" pitchFamily="2" charset="-122"/>
              </a:endParaRPr>
            </a:p>
          </p:txBody>
        </p:sp>
        <p:sp>
          <p:nvSpPr>
            <p:cNvPr id="15432" name="Text Box 70" title=""/>
            <p:cNvSpPr txBox="1"/>
            <p:nvPr/>
          </p:nvSpPr>
          <p:spPr>
            <a:xfrm>
              <a:off x="1535" y="1246"/>
              <a:ext cx="19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c2</a:t>
              </a:r>
              <a:endParaRPr lang="en-US" altLang="zh-CN" sz="1800">
                <a:latin typeface="Times New Roman" pitchFamily="18" charset="0"/>
                <a:ea typeface="宋体" pitchFamily="2" charset="-122"/>
              </a:endParaRPr>
            </a:p>
          </p:txBody>
        </p:sp>
        <p:sp>
          <p:nvSpPr>
            <p:cNvPr id="15433" name="Text Box 71" title=""/>
            <p:cNvSpPr txBox="1"/>
            <p:nvPr/>
          </p:nvSpPr>
          <p:spPr>
            <a:xfrm>
              <a:off x="1343" y="1440"/>
              <a:ext cx="195"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c1</a:t>
              </a:r>
              <a:endParaRPr lang="en-US" altLang="zh-CN" sz="1800">
                <a:latin typeface="Times New Roman" pitchFamily="18" charset="0"/>
                <a:ea typeface="宋体" pitchFamily="2" charset="-122"/>
              </a:endParaRPr>
            </a:p>
          </p:txBody>
        </p:sp>
        <p:sp>
          <p:nvSpPr>
            <p:cNvPr id="15434" name="Text Box 72" title=""/>
            <p:cNvSpPr txBox="1"/>
            <p:nvPr/>
          </p:nvSpPr>
          <p:spPr>
            <a:xfrm>
              <a:off x="1150" y="1581"/>
              <a:ext cx="24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c 0</a:t>
              </a:r>
              <a:endParaRPr lang="en-US" altLang="zh-CN" sz="1800">
                <a:latin typeface="Times New Roman" pitchFamily="18" charset="0"/>
                <a:ea typeface="宋体" pitchFamily="2" charset="-122"/>
              </a:endParaRPr>
            </a:p>
          </p:txBody>
        </p:sp>
        <p:sp>
          <p:nvSpPr>
            <p:cNvPr id="15435" name="Text Box 73" title=""/>
            <p:cNvSpPr txBox="1"/>
            <p:nvPr/>
          </p:nvSpPr>
          <p:spPr>
            <a:xfrm>
              <a:off x="1055" y="1966"/>
              <a:ext cx="20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b3</a:t>
              </a:r>
              <a:endParaRPr lang="en-US" altLang="zh-CN" sz="1800">
                <a:latin typeface="Times New Roman" pitchFamily="18" charset="0"/>
                <a:ea typeface="宋体" pitchFamily="2" charset="-122"/>
              </a:endParaRPr>
            </a:p>
          </p:txBody>
        </p:sp>
        <p:sp>
          <p:nvSpPr>
            <p:cNvPr id="15436" name="Text Box 74" title=""/>
            <p:cNvSpPr txBox="1"/>
            <p:nvPr/>
          </p:nvSpPr>
          <p:spPr>
            <a:xfrm>
              <a:off x="1055" y="2399"/>
              <a:ext cx="205"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b2</a:t>
              </a:r>
              <a:endParaRPr lang="en-US" altLang="zh-CN" sz="1800">
                <a:latin typeface="Times New Roman" pitchFamily="18" charset="0"/>
                <a:ea typeface="宋体" pitchFamily="2" charset="-122"/>
              </a:endParaRPr>
            </a:p>
          </p:txBody>
        </p:sp>
        <p:sp>
          <p:nvSpPr>
            <p:cNvPr id="15437" name="Text Box 75" title=""/>
            <p:cNvSpPr txBox="1"/>
            <p:nvPr/>
          </p:nvSpPr>
          <p:spPr>
            <a:xfrm>
              <a:off x="1055" y="2829"/>
              <a:ext cx="20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b1</a:t>
              </a:r>
              <a:endParaRPr lang="en-US" altLang="zh-CN" sz="1800">
                <a:latin typeface="Times New Roman" pitchFamily="18" charset="0"/>
                <a:ea typeface="宋体" pitchFamily="2" charset="-122"/>
              </a:endParaRPr>
            </a:p>
          </p:txBody>
        </p:sp>
        <p:sp>
          <p:nvSpPr>
            <p:cNvPr id="15438" name="Text Box 76" title=""/>
            <p:cNvSpPr txBox="1"/>
            <p:nvPr/>
          </p:nvSpPr>
          <p:spPr>
            <a:xfrm>
              <a:off x="1055" y="3310"/>
              <a:ext cx="20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b0</a:t>
              </a:r>
              <a:endParaRPr lang="en-US" altLang="zh-CN" sz="1800">
                <a:latin typeface="Times New Roman" pitchFamily="18" charset="0"/>
                <a:ea typeface="宋体" pitchFamily="2" charset="-122"/>
              </a:endParaRPr>
            </a:p>
          </p:txBody>
        </p:sp>
        <p:sp>
          <p:nvSpPr>
            <p:cNvPr id="15439" name="Text Box 77" title=""/>
            <p:cNvSpPr txBox="1"/>
            <p:nvPr/>
          </p:nvSpPr>
          <p:spPr>
            <a:xfrm>
              <a:off x="2689" y="3645"/>
              <a:ext cx="19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a2</a:t>
              </a:r>
              <a:endParaRPr lang="en-US" altLang="zh-CN" sz="1800">
                <a:latin typeface="Times New Roman" pitchFamily="18" charset="0"/>
                <a:ea typeface="宋体" pitchFamily="2" charset="-122"/>
              </a:endParaRPr>
            </a:p>
          </p:txBody>
        </p:sp>
        <p:sp>
          <p:nvSpPr>
            <p:cNvPr id="15440" name="Text Box 78" title=""/>
            <p:cNvSpPr txBox="1"/>
            <p:nvPr/>
          </p:nvSpPr>
          <p:spPr>
            <a:xfrm>
              <a:off x="3311" y="3645"/>
              <a:ext cx="195"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Times New Roman" pitchFamily="18" charset="0"/>
                  <a:ea typeface="宋体" pitchFamily="2" charset="-122"/>
                </a:rPr>
                <a:t>a3</a:t>
              </a:r>
              <a:endParaRPr lang="en-US" altLang="zh-CN" sz="1800">
                <a:latin typeface="Times New Roman" pitchFamily="18" charset="0"/>
                <a:ea typeface="宋体" pitchFamily="2" charset="-122"/>
              </a:endParaRPr>
            </a:p>
          </p:txBody>
        </p:sp>
        <p:sp>
          <p:nvSpPr>
            <p:cNvPr id="15441" name="Text Box 79" title=""/>
            <p:cNvSpPr txBox="1"/>
            <p:nvPr/>
          </p:nvSpPr>
          <p:spPr>
            <a:xfrm>
              <a:off x="1055" y="1056"/>
              <a:ext cx="183" cy="350"/>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400">
                  <a:latin typeface="Times New Roman" pitchFamily="18" charset="0"/>
                  <a:ea typeface="宋体" pitchFamily="2" charset="-122"/>
                </a:rPr>
                <a:t>C</a:t>
              </a:r>
              <a:endParaRPr lang="en-US" altLang="zh-CN" sz="2400">
                <a:latin typeface="Times New Roman" pitchFamily="18" charset="0"/>
                <a:ea typeface="宋体" pitchFamily="2" charset="-122"/>
              </a:endParaRPr>
            </a:p>
          </p:txBody>
        </p:sp>
        <p:sp>
          <p:nvSpPr>
            <p:cNvPr id="15442" name="Text Box 80" title=""/>
            <p:cNvSpPr txBox="1"/>
            <p:nvPr/>
          </p:nvSpPr>
          <p:spPr>
            <a:xfrm>
              <a:off x="624" y="2543"/>
              <a:ext cx="183" cy="350"/>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2400">
                  <a:latin typeface="Times New Roman" pitchFamily="18" charset="0"/>
                  <a:ea typeface="宋体" pitchFamily="2" charset="-122"/>
                </a:rPr>
                <a:t>B</a:t>
              </a:r>
              <a:endParaRPr lang="en-US" altLang="zh-CN" sz="2400">
                <a:latin typeface="Times New Roman" pitchFamily="18" charset="0"/>
                <a:ea typeface="宋体" pitchFamily="2" charset="-122"/>
              </a:endParaRPr>
            </a:p>
          </p:txBody>
        </p:sp>
        <p:sp>
          <p:nvSpPr>
            <p:cNvPr id="15443" name="Text Box 81" title=""/>
            <p:cNvSpPr txBox="1"/>
            <p:nvPr/>
          </p:nvSpPr>
          <p:spPr>
            <a:xfrm>
              <a:off x="4177" y="2064"/>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44</a:t>
              </a:r>
              <a:endParaRPr lang="zh-CN" altLang="en-US" sz="1800">
                <a:latin typeface="Times New Roman" pitchFamily="18" charset="0"/>
                <a:ea typeface="宋体" pitchFamily="2" charset="-122"/>
              </a:endParaRPr>
            </a:p>
          </p:txBody>
        </p:sp>
        <p:sp>
          <p:nvSpPr>
            <p:cNvPr id="15444" name="Text Box 82" title=""/>
            <p:cNvSpPr txBox="1"/>
            <p:nvPr/>
          </p:nvSpPr>
          <p:spPr>
            <a:xfrm>
              <a:off x="3935" y="2254"/>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28</a:t>
              </a:r>
              <a:endParaRPr lang="zh-CN" altLang="en-US" sz="1800">
                <a:latin typeface="Times New Roman" pitchFamily="18" charset="0"/>
                <a:ea typeface="宋体" pitchFamily="2" charset="-122"/>
              </a:endParaRPr>
            </a:p>
          </p:txBody>
        </p:sp>
        <p:sp>
          <p:nvSpPr>
            <p:cNvPr id="15445" name="Text Box 83" title=""/>
            <p:cNvSpPr txBox="1"/>
            <p:nvPr/>
          </p:nvSpPr>
          <p:spPr>
            <a:xfrm>
              <a:off x="4367" y="2348"/>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56</a:t>
              </a:r>
              <a:endParaRPr lang="zh-CN" altLang="en-US" sz="1800">
                <a:latin typeface="Times New Roman" pitchFamily="18" charset="0"/>
                <a:ea typeface="宋体" pitchFamily="2" charset="-122"/>
              </a:endParaRPr>
            </a:p>
          </p:txBody>
        </p:sp>
        <p:sp>
          <p:nvSpPr>
            <p:cNvPr id="15446" name="Text Box 84" title=""/>
            <p:cNvSpPr txBox="1"/>
            <p:nvPr/>
          </p:nvSpPr>
          <p:spPr>
            <a:xfrm>
              <a:off x="4177" y="2543"/>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40</a:t>
              </a:r>
              <a:endParaRPr lang="zh-CN" altLang="en-US" sz="1800">
                <a:latin typeface="Times New Roman" pitchFamily="18" charset="0"/>
                <a:ea typeface="宋体" pitchFamily="2" charset="-122"/>
              </a:endParaRPr>
            </a:p>
          </p:txBody>
        </p:sp>
        <p:sp>
          <p:nvSpPr>
            <p:cNvPr id="15447" name="Text Box 85" title=""/>
            <p:cNvSpPr txBox="1"/>
            <p:nvPr/>
          </p:nvSpPr>
          <p:spPr>
            <a:xfrm>
              <a:off x="3936" y="2685"/>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24</a:t>
              </a:r>
              <a:endParaRPr lang="zh-CN" altLang="en-US" sz="1800">
                <a:latin typeface="Times New Roman" pitchFamily="18" charset="0"/>
                <a:ea typeface="宋体" pitchFamily="2" charset="-122"/>
              </a:endParaRPr>
            </a:p>
          </p:txBody>
        </p:sp>
        <p:sp>
          <p:nvSpPr>
            <p:cNvPr id="15448" name="Text Box 86" title=""/>
            <p:cNvSpPr txBox="1"/>
            <p:nvPr/>
          </p:nvSpPr>
          <p:spPr>
            <a:xfrm>
              <a:off x="4367" y="2784"/>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52</a:t>
              </a:r>
              <a:endParaRPr lang="zh-CN" altLang="en-US" sz="1800">
                <a:latin typeface="Times New Roman" pitchFamily="18" charset="0"/>
                <a:ea typeface="宋体" pitchFamily="2" charset="-122"/>
              </a:endParaRPr>
            </a:p>
          </p:txBody>
        </p:sp>
        <p:sp>
          <p:nvSpPr>
            <p:cNvPr id="15449" name="Text Box 87" title=""/>
            <p:cNvSpPr txBox="1"/>
            <p:nvPr/>
          </p:nvSpPr>
          <p:spPr>
            <a:xfrm>
              <a:off x="4127" y="2925"/>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36</a:t>
              </a:r>
              <a:endParaRPr lang="zh-CN" altLang="en-US" sz="1800">
                <a:latin typeface="Times New Roman" pitchFamily="18" charset="0"/>
                <a:ea typeface="宋体" pitchFamily="2" charset="-122"/>
              </a:endParaRPr>
            </a:p>
          </p:txBody>
        </p:sp>
        <p:sp>
          <p:nvSpPr>
            <p:cNvPr id="15450" name="Text Box 88" title=""/>
            <p:cNvSpPr txBox="1"/>
            <p:nvPr/>
          </p:nvSpPr>
          <p:spPr>
            <a:xfrm>
              <a:off x="3936" y="3117"/>
              <a:ext cx="206" cy="263"/>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20</a:t>
              </a:r>
              <a:endParaRPr lang="zh-CN" altLang="en-US" sz="1800">
                <a:latin typeface="Times New Roman" pitchFamily="18" charset="0"/>
                <a:ea typeface="宋体" pitchFamily="2" charset="-122"/>
              </a:endParaRPr>
            </a:p>
          </p:txBody>
        </p:sp>
        <p:sp>
          <p:nvSpPr>
            <p:cNvPr id="15451" name="Text Box 89" title=""/>
            <p:cNvSpPr txBox="1"/>
            <p:nvPr/>
          </p:nvSpPr>
          <p:spPr>
            <a:xfrm>
              <a:off x="4367" y="1870"/>
              <a:ext cx="206" cy="264"/>
            </a:xfrm>
            <a:prstGeom prst="rect">
              <a:avLst/>
            </a:prstGeom>
            <a:noFill/>
            <a:ln>
              <a:noFill/>
              <a:miter lim="800000"/>
            </a:ln>
          </p:spPr>
          <p:txBody>
            <a:bodyPr wrap="none" lIns="0" tIns="0" rIns="0" bIns="0">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zh-CN" altLang="en-US" sz="1800">
                  <a:latin typeface="Times New Roman" pitchFamily="18" charset="0"/>
                  <a:ea typeface="宋体" pitchFamily="2" charset="-122"/>
                </a:rPr>
                <a:t>60</a:t>
              </a:r>
              <a:endParaRPr lang="zh-CN" altLang="en-US" sz="1800">
                <a:latin typeface="Times New Roman" pitchFamily="18" charset="0"/>
                <a:ea typeface="宋体" pitchFamily="2" charset="-122"/>
              </a:endParaRPr>
            </a:p>
          </p:txBody>
        </p:sp>
      </p:gr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638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D045528-1F30-404A-9F73-023DEC9B14CB}" type="slidenum">
              <a:rPr lang="zh-CN" altLang="en-US" sz="1200">
                <a:ea typeface="宋体" pitchFamily="2" charset="-122"/>
              </a:rPr>
              <a:t>14</a:t>
            </a:fld>
            <a:endParaRPr lang="en-US" altLang="zh-CN" sz="1200">
              <a:ea typeface="宋体" pitchFamily="2" charset="-122"/>
            </a:endParaRPr>
          </a:p>
        </p:txBody>
      </p:sp>
      <p:sp>
        <p:nvSpPr>
          <p:cNvPr id="16387"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Multi-way Array Aggregation for Cube Computation (3-D to 2-D)</a:t>
            </a:r>
            <a:endParaRPr lang="en-US" altLang="zh-CN" sz="3200">
              <a:ea typeface="宋体" pitchFamily="2" charset="-122"/>
            </a:endParaRPr>
          </a:p>
        </p:txBody>
      </p:sp>
      <p:graphicFrame>
        <p:nvGraphicFramePr>
          <p:cNvPr id="16388" name="Object 1024" title=""/>
          <p:cNvGraphicFramePr>
            <a:graphicFrameLocks noChangeAspect="1"/>
          </p:cNvGraphicFramePr>
          <p:nvPr>
            <p:ph sz="half" idx="1"/>
          </p:nvPr>
        </p:nvGraphicFramePr>
        <p:xfrm>
          <a:off x="1576388" y="2933700"/>
          <a:ext cx="1722437" cy="2057400"/>
        </p:xfrm>
        <a:graphic>
          <a:graphicData uri="http://schemas.openxmlformats.org/presentationml/2006/ole">
            <mc:AlternateContent>
              <mc:Choice xmlns:v="urn:schemas-microsoft-com:vml" Requires="v">
                <p:oleObj spid="_x0000_s1039" name="SmartDraw" r:id="rId3" imgW="1722437" imgH="2057400" progId="SmartDraw.2">
                  <p:embed/>
                </p:oleObj>
              </mc:Choice>
              <mc:Fallback>
                <p:oleObj name="SmartDraw" r:id="rId3" imgW="1722437" imgH="2057400" progId="SmartDraw.2">
                  <p:embed/>
                  <p:pic>
                    <p:nvPicPr>
                      <p:cNvPr id="0" name="OLE substitute image"/>
                      <p:cNvPicPr/>
                      <p:nvPr/>
                    </p:nvPicPr>
                    <p:blipFill>
                      <a:blip r:embed="rId4"/>
                      <a:stretch>
                        <a:fillRect/>
                      </a:stretch>
                    </p:blipFill>
                    <p:spPr>
                      <a:xfrm>
                        <a:off x="1576388" y="2933700"/>
                        <a:ext cx="1722437" cy="2057400"/>
                      </a:xfrm>
                      <a:prstGeom prst="rect">
                        <a:avLst/>
                      </a:prstGeom>
                      <a:noFill/>
                      <a:ln w="9525">
                        <a:noFill/>
                        <a:miter lim="800000"/>
                      </a:ln>
                    </p:spPr>
                  </p:pic>
                </p:oleObj>
              </mc:Fallback>
            </mc:AlternateContent>
          </a:graphicData>
        </a:graphic>
      </p:graphicFrame>
      <p:pic>
        <p:nvPicPr>
          <p:cNvPr id="16389" name="Picture 4" title=""/>
          <p:cNvPicPr>
            <a:picLocks noChangeAspect="1"/>
          </p:cNvPicPr>
          <p:nvPr>
            <p:ph type="body" sz="half" idx="1"/>
          </p:nvPr>
        </p:nvPicPr>
        <p:blipFill>
          <a:blip r:embed="rId5"/>
          <a:stretch>
            <a:fillRect/>
          </a:stretch>
        </p:blipFill>
        <p:spPr>
          <a:xfrm>
            <a:off x="236538" y="1293813"/>
            <a:ext cx="5630862" cy="5564187"/>
          </a:xfrm>
          <a:prstGeom prst="rect">
            <a:avLst/>
          </a:prstGeom>
          <a:noFill/>
          <a:ln w="9525" cap="flat" cmpd="sng">
            <a:noFill/>
            <a:prstDash val="solid"/>
            <a:miter lim="800000"/>
            <a:headEnd type="none" w="med" len="med"/>
            <a:tailEnd type="none" w="med" len="med"/>
          </a:ln>
          <a:effectLst/>
        </p:spPr>
      </p:pic>
      <p:sp>
        <p:nvSpPr>
          <p:cNvPr id="16390" name="Rectangle 5" title=""/>
          <p:cNvSpPr>
            <a:spLocks noGrp="1"/>
          </p:cNvSpPr>
          <p:nvPr>
            <p:ph type="body" sz="half" idx="1"/>
          </p:nvPr>
        </p:nvSpPr>
        <p:spPr>
          <a:xfrm>
            <a:off x="6172200" y="4495800"/>
            <a:ext cx="2743200" cy="2057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a:r>
              <a:rPr sz="2000"/>
              <a:t>The best order is the one that minimizes the memory requirement and reduced I/Os</a:t>
            </a:r>
            <a:endParaRPr sz="2000"/>
          </a:p>
        </p:txBody>
      </p:sp>
      <p:graphicFrame>
        <p:nvGraphicFramePr>
          <p:cNvPr id="16391" name="Object 8" title=""/>
          <p:cNvGraphicFramePr>
            <a:graphicFrameLocks noChangeAspect="1"/>
          </p:cNvGraphicFramePr>
          <p:nvPr>
            <p:ph sz="half" idx="2"/>
          </p:nvPr>
        </p:nvGraphicFramePr>
        <p:xfrm>
          <a:off x="6096000" y="1219200"/>
          <a:ext cx="2722563" cy="3044825"/>
        </p:xfrm>
        <a:graphic>
          <a:graphicData uri="http://schemas.openxmlformats.org/presentationml/2006/ole">
            <mc:AlternateContent>
              <mc:Choice xmlns:v="urn:schemas-microsoft-com:vml" Requires="v">
                <p:oleObj spid="_x0000_s1040" name="SmartDraw" r:id="rId6" imgW="2722563" imgH="3044825" progId="SmartDraw.2">
                  <p:embed/>
                </p:oleObj>
              </mc:Choice>
              <mc:Fallback>
                <p:oleObj name="SmartDraw" r:id="rId6" imgW="2722563" imgH="3044825" progId="SmartDraw.2">
                  <p:embed/>
                  <p:pic>
                    <p:nvPicPr>
                      <p:cNvPr id="0" name="OLE substitute image"/>
                      <p:cNvPicPr/>
                      <p:nvPr/>
                    </p:nvPicPr>
                    <p:blipFill>
                      <a:blip r:embed="rId7"/>
                      <a:stretch>
                        <a:fillRect/>
                      </a:stretch>
                    </p:blipFill>
                    <p:spPr>
                      <a:xfrm>
                        <a:off x="6096000" y="1219200"/>
                        <a:ext cx="2722563" cy="3044825"/>
                      </a:xfrm>
                      <a:prstGeom prst="rect">
                        <a:avLst/>
                      </a:prstGeom>
                      <a:noFill/>
                      <a:ln w="9525" cap="flat" cmpd="sng">
                        <a:noFill/>
                        <a:prstDash val="solid"/>
                        <a:miter lim="800000"/>
                        <a:headEnd type="none" w="med" len="med"/>
                        <a:tailEnd type="none" w="med" len="med"/>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741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FA35E3F-4B51-4237-B30B-B38FEDDCFDB2}" type="slidenum">
              <a:rPr lang="zh-CN" altLang="en-US" sz="1200">
                <a:ea typeface="宋体" pitchFamily="2" charset="-122"/>
              </a:rPr>
              <a:t>15</a:t>
            </a:fld>
            <a:endParaRPr lang="en-US" altLang="zh-CN" sz="1200">
              <a:ea typeface="宋体" pitchFamily="2" charset="-122"/>
            </a:endParaRPr>
          </a:p>
        </p:txBody>
      </p:sp>
      <p:sp>
        <p:nvSpPr>
          <p:cNvPr id="17411" name="Rectangle 2" title=""/>
          <p:cNvSpPr>
            <a:spLocks noGrp="1"/>
          </p:cNvSpPr>
          <p:nvPr>
            <p:ph type="title"/>
          </p:nvPr>
        </p:nvSpPr>
        <p:spPr>
          <a:xfrm>
            <a:off x="0" y="0"/>
            <a:ext cx="9144000" cy="12192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Multi-way Array Aggregation for Cube Computation (2-D to 1-D)</a:t>
            </a:r>
            <a:endParaRPr lang="en-US" altLang="zh-CN" sz="3200">
              <a:ea typeface="宋体" pitchFamily="2" charset="-122"/>
            </a:endParaRPr>
          </a:p>
        </p:txBody>
      </p:sp>
      <p:pic>
        <p:nvPicPr>
          <p:cNvPr id="17412" name="Picture 7" title=""/>
          <p:cNvPicPr>
            <a:picLocks noChangeAspect="1"/>
          </p:cNvPicPr>
          <p:nvPr>
            <p:ph type="body" idx="1"/>
          </p:nvPr>
        </p:nvPicPr>
        <p:blipFill>
          <a:blip r:embed="rId3"/>
          <a:stretch>
            <a:fillRect/>
          </a:stretch>
        </p:blipFill>
        <p:spPr>
          <a:xfrm>
            <a:off x="306388" y="1447800"/>
            <a:ext cx="8075612" cy="5029200"/>
          </a:xfrm>
          <a:prstGeom prst="rect">
            <a:avLst/>
          </a:prstGeom>
          <a:noFill/>
          <a:ln w="9525" cap="flat" cmpd="sng">
            <a:noFill/>
            <a:prstDash val="solid"/>
            <a:miter lim="800000"/>
            <a:headEnd type="none" w="med" len="med"/>
            <a:tailEnd type="none" w="med" len="med"/>
          </a:ln>
          <a:effectLst/>
        </p:spPr>
      </p:pic>
      <p:graphicFrame>
        <p:nvGraphicFramePr>
          <p:cNvPr id="17413" name="Object 9" title=""/>
          <p:cNvGraphicFramePr>
            <a:graphicFrameLocks noChangeAspect="1"/>
          </p:cNvGraphicFramePr>
          <p:nvPr>
            <p:ph idx="1"/>
          </p:nvPr>
        </p:nvGraphicFramePr>
        <p:xfrm>
          <a:off x="6400800" y="3886200"/>
          <a:ext cx="2673350" cy="2819400"/>
        </p:xfrm>
        <a:graphic>
          <a:graphicData uri="http://schemas.openxmlformats.org/presentationml/2006/ole">
            <mc:AlternateContent>
              <mc:Choice xmlns:v="urn:schemas-microsoft-com:vml" Requires="v">
                <p:oleObj spid="_x0000_s1041" name="SmartDraw" r:id="rId4" imgW="2673350" imgH="2819400" progId="SmartDraw.2">
                  <p:embed/>
                </p:oleObj>
              </mc:Choice>
              <mc:Fallback>
                <p:oleObj name="SmartDraw" r:id="rId4" imgW="2673350" imgH="2819400" progId="SmartDraw.2">
                  <p:embed/>
                  <p:pic>
                    <p:nvPicPr>
                      <p:cNvPr id="0" name="OLE substitute image"/>
                      <p:cNvPicPr/>
                      <p:nvPr/>
                    </p:nvPicPr>
                    <p:blipFill>
                      <a:blip r:embed="rId5"/>
                      <a:stretch>
                        <a:fillRect/>
                      </a:stretch>
                    </p:blipFill>
                    <p:spPr>
                      <a:xfrm>
                        <a:off x="6400800" y="3886200"/>
                        <a:ext cx="2673350" cy="2819400"/>
                      </a:xfrm>
                      <a:prstGeom prst="rect">
                        <a:avLst/>
                      </a:prstGeom>
                      <a:noFill/>
                      <a:ln w="9525" cap="flat" cmpd="sng">
                        <a:noFill/>
                        <a:prstDash val="solid"/>
                        <a:miter lim="800000"/>
                        <a:headEnd type="none" w="med" len="med"/>
                        <a:tailEnd type="none" w="med" len="med"/>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843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F84976E-F945-475F-B029-53C98DA16B64}" type="slidenum">
              <a:rPr lang="zh-CN" altLang="en-US" sz="1200">
                <a:ea typeface="宋体" pitchFamily="2" charset="-122"/>
              </a:rPr>
              <a:t>16</a:t>
            </a:fld>
            <a:endParaRPr lang="en-US" altLang="zh-CN" sz="1200">
              <a:ea typeface="宋体" pitchFamily="2" charset="-122"/>
            </a:endParaRPr>
          </a:p>
        </p:txBody>
      </p:sp>
      <p:sp>
        <p:nvSpPr>
          <p:cNvPr id="1843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79773A9-BCFF-4870-AADF-1E575C5D8DAA}" type="slidenum">
              <a:rPr lang="zh-CN" altLang="en-US" sz="1200">
                <a:ea typeface="宋体" pitchFamily="2" charset="-122"/>
              </a:rPr>
              <a:t>16</a:t>
            </a:fld>
            <a:endParaRPr lang="en-US" altLang="zh-CN" sz="1200">
              <a:ea typeface="宋体" pitchFamily="2" charset="-122"/>
            </a:endParaRPr>
          </a:p>
        </p:txBody>
      </p:sp>
      <p:sp>
        <p:nvSpPr>
          <p:cNvPr id="18436" name="Rectangle 2" title=""/>
          <p:cNvSpPr>
            <a:spLocks noGrp="1"/>
          </p:cNvSpPr>
          <p:nvPr>
            <p:ph type="title"/>
          </p:nvPr>
        </p:nvSpPr>
        <p:spPr>
          <a:xfrm>
            <a:off x="0" y="152400"/>
            <a:ext cx="9144000" cy="1066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Multi-Way Array Aggregation for Cube Computation (Method Summary)</a:t>
            </a:r>
            <a:endParaRPr lang="en-US" altLang="zh-CN" sz="3200">
              <a:ea typeface="宋体" pitchFamily="2" charset="-122"/>
            </a:endParaRPr>
          </a:p>
        </p:txBody>
      </p:sp>
      <p:sp>
        <p:nvSpPr>
          <p:cNvPr id="18437" name="Rectangle 3" title=""/>
          <p:cNvSpPr>
            <a:spLocks noGrp="1"/>
          </p:cNvSpPr>
          <p:nvPr>
            <p:ph type="body" idx="1"/>
          </p:nvPr>
        </p:nvSpPr>
        <p:spPr>
          <a:xfrm>
            <a:off x="304800" y="1447800"/>
            <a:ext cx="8305800" cy="4953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20000"/>
              </a:lnSpc>
            </a:pPr>
            <a:r>
              <a:rPr lang="en-US" altLang="zh-CN" sz="2400">
                <a:ea typeface="宋体" pitchFamily="2" charset="-122"/>
              </a:rPr>
              <a:t>Method: the planes should be sorted and computed according to their size in ascending order</a:t>
            </a:r>
            <a:endParaRPr lang="en-US" altLang="zh-CN" sz="2400">
              <a:ea typeface="宋体" pitchFamily="2" charset="-122"/>
            </a:endParaRPr>
          </a:p>
          <a:p>
            <a:pPr lvl="1" eaLnBrk="1" hangingPunct="1">
              <a:lnSpc>
                <a:spcPct val="120000"/>
              </a:lnSpc>
            </a:pPr>
            <a:r>
              <a:rPr lang="en-US" altLang="zh-CN" sz="2400">
                <a:ea typeface="宋体" pitchFamily="2" charset="-122"/>
              </a:rPr>
              <a:t>Idea: keep the smallest plane in the main memory, fetch and compute only one chunk at a time for the largest plane</a:t>
            </a:r>
            <a:endParaRPr lang="en-US" altLang="zh-CN" sz="2400">
              <a:ea typeface="宋体" pitchFamily="2" charset="-122"/>
            </a:endParaRPr>
          </a:p>
          <a:p>
            <a:pPr lvl="0" eaLnBrk="1" hangingPunct="1">
              <a:lnSpc>
                <a:spcPct val="120000"/>
              </a:lnSpc>
            </a:pPr>
            <a:r>
              <a:rPr lang="en-US" altLang="zh-CN" sz="2400">
                <a:ea typeface="宋体" pitchFamily="2" charset="-122"/>
              </a:rPr>
              <a:t>Limitation of the method: computing well only for a small number of dimensions</a:t>
            </a:r>
            <a:endParaRPr lang="en-US" altLang="zh-CN" sz="2400">
              <a:ea typeface="宋体" pitchFamily="2" charset="-122"/>
            </a:endParaRPr>
          </a:p>
          <a:p>
            <a:pPr lvl="1" eaLnBrk="1" hangingPunct="1">
              <a:lnSpc>
                <a:spcPct val="120000"/>
              </a:lnSpc>
            </a:pPr>
            <a:r>
              <a:rPr lang="en-US" altLang="zh-CN" sz="2400">
                <a:ea typeface="宋体" pitchFamily="2" charset="-122"/>
              </a:rPr>
              <a:t>If there are a large number of dimensions, “</a:t>
            </a:r>
            <a:r>
              <a:rPr lang="en-US" altLang="zh-CN" sz="2400">
                <a:solidFill>
                  <a:srgbClr val="006666"/>
                </a:solidFill>
                <a:ea typeface="宋体" pitchFamily="2" charset="-122"/>
              </a:rPr>
              <a:t>top-down</a:t>
            </a:r>
            <a:r>
              <a:rPr lang="en-US" altLang="zh-CN" sz="2400">
                <a:ea typeface="宋体" pitchFamily="2" charset="-122"/>
              </a:rPr>
              <a:t>” computation and iceberg cube computation methods can be explored</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945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C7B302E-AC15-4B98-89D6-5ECD4BF4C5C3}" type="slidenum">
              <a:rPr lang="zh-CN" altLang="en-US" sz="1200">
                <a:ea typeface="宋体" pitchFamily="2" charset="-122"/>
              </a:rPr>
              <a:t>17</a:t>
            </a:fld>
            <a:endParaRPr lang="en-US" altLang="zh-CN" sz="1200">
              <a:ea typeface="宋体" pitchFamily="2" charset="-122"/>
            </a:endParaRPr>
          </a:p>
        </p:txBody>
      </p:sp>
      <p:sp>
        <p:nvSpPr>
          <p:cNvPr id="1945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A1B6705-CA61-4A17-876D-00C8F48DDFF4}" type="slidenum">
              <a:rPr lang="zh-CN" altLang="en-US" sz="1200">
                <a:ea typeface="宋体" pitchFamily="2" charset="-122"/>
              </a:rPr>
              <a:t>17</a:t>
            </a:fld>
            <a:endParaRPr lang="en-US" altLang="zh-CN" sz="1200">
              <a:ea typeface="宋体" pitchFamily="2" charset="-122"/>
            </a:endParaRPr>
          </a:p>
        </p:txBody>
      </p:sp>
      <p:sp>
        <p:nvSpPr>
          <p:cNvPr id="19460" name="Rectangle 2" title=""/>
          <p:cNvSpPr>
            <a:spLocks noGrp="1"/>
          </p:cNvSpPr>
          <p:nvPr>
            <p:ph type="title"/>
          </p:nvPr>
        </p:nvSpPr>
        <p:spPr>
          <a:xfrm>
            <a:off x="304800" y="152400"/>
            <a:ext cx="85344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Computation Methods</a:t>
            </a:r>
            <a:endParaRPr lang="en-US" altLang="zh-CN">
              <a:ea typeface="宋体" pitchFamily="2" charset="-122"/>
            </a:endParaRPr>
          </a:p>
        </p:txBody>
      </p:sp>
      <p:sp>
        <p:nvSpPr>
          <p:cNvPr id="19461" name="Rectangle 3" title=""/>
          <p:cNvSpPr>
            <a:spLocks noGrp="1"/>
          </p:cNvSpPr>
          <p:nvPr>
            <p:ph type="body" idx="1"/>
          </p:nvPr>
        </p:nvSpPr>
        <p:spPr>
          <a:xfrm>
            <a:off x="457200" y="1524000"/>
            <a:ext cx="8382000" cy="49530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90000"/>
              </a:lnSpc>
            </a:pPr>
            <a:r>
              <a:rPr lang="en-US" altLang="zh-CN" sz="3200">
                <a:ea typeface="宋体" pitchFamily="2" charset="-122"/>
              </a:rPr>
              <a:t>Multi-Way Array Aggregation</a:t>
            </a:r>
            <a:endParaRPr lang="en-US" altLang="zh-CN" sz="3200">
              <a:ea typeface="宋体" pitchFamily="2" charset="-122"/>
            </a:endParaRPr>
          </a:p>
          <a:p>
            <a:pPr lvl="0" eaLnBrk="1" hangingPunct="1">
              <a:lnSpc>
                <a:spcPct val="190000"/>
              </a:lnSpc>
            </a:pPr>
            <a:r>
              <a:rPr lang="en-US" altLang="zh-CN" sz="3200">
                <a:ea typeface="宋体" pitchFamily="2" charset="-122"/>
              </a:rPr>
              <a:t>BUC</a:t>
            </a:r>
            <a:endParaRPr lang="en-US" altLang="zh-CN" sz="3200">
              <a:ea typeface="宋体" pitchFamily="2" charset="-122"/>
            </a:endParaRPr>
          </a:p>
          <a:p>
            <a:pPr lvl="0" eaLnBrk="1" hangingPunct="1">
              <a:lnSpc>
                <a:spcPct val="190000"/>
              </a:lnSpc>
            </a:pPr>
            <a:r>
              <a:rPr lang="en-US" altLang="zh-CN" sz="3200">
                <a:ea typeface="宋体" pitchFamily="2" charset="-122"/>
              </a:rPr>
              <a:t>Star-Cubing</a:t>
            </a:r>
            <a:endParaRPr lang="en-US" altLang="zh-CN" sz="3200">
              <a:ea typeface="宋体" pitchFamily="2" charset="-122"/>
            </a:endParaRPr>
          </a:p>
          <a:p>
            <a:pPr lvl="0" eaLnBrk="1" hangingPunct="1">
              <a:lnSpc>
                <a:spcPct val="190000"/>
              </a:lnSpc>
            </a:pPr>
            <a:r>
              <a:rPr lang="en-US" altLang="zh-CN" sz="3200">
                <a:ea typeface="宋体" pitchFamily="2" charset="-122"/>
              </a:rPr>
              <a:t>High-Dimensional OLAP</a:t>
            </a:r>
            <a:endParaRPr lang="en-US" altLang="zh-CN" sz="3200">
              <a:ea typeface="宋体" pitchFamily="2" charset="-122"/>
            </a:endParaRPr>
          </a:p>
        </p:txBody>
      </p:sp>
      <p:sp>
        <p:nvSpPr>
          <p:cNvPr id="19462" name="AutoShape 4" title=""/>
          <p:cNvSpPr/>
          <p:nvPr/>
        </p:nvSpPr>
        <p:spPr>
          <a:xfrm rot="20640000">
            <a:off x="2057400" y="2819400"/>
            <a:ext cx="381000" cy="427038"/>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048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A095FE8-861E-4A68-B855-D15C4113FC1F}" type="slidenum">
              <a:rPr lang="zh-CN" altLang="en-US" sz="1200">
                <a:ea typeface="宋体" pitchFamily="2" charset="-122"/>
              </a:rPr>
              <a:t>18</a:t>
            </a:fld>
            <a:endParaRPr lang="en-US" altLang="zh-CN" sz="1200">
              <a:ea typeface="宋体" pitchFamily="2" charset="-122"/>
            </a:endParaRPr>
          </a:p>
        </p:txBody>
      </p:sp>
      <p:sp>
        <p:nvSpPr>
          <p:cNvPr id="20483"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B4F8763-A492-4E8E-B90A-C9503603F5BA}" type="slidenum">
              <a:rPr lang="zh-CN" altLang="en-US" sz="1200">
                <a:ea typeface="宋体" pitchFamily="2" charset="-122"/>
              </a:rPr>
              <a:t>18</a:t>
            </a:fld>
            <a:endParaRPr lang="en-US" altLang="zh-CN" sz="1200">
              <a:ea typeface="宋体" pitchFamily="2" charset="-122"/>
            </a:endParaRPr>
          </a:p>
        </p:txBody>
      </p:sp>
      <p:sp>
        <p:nvSpPr>
          <p:cNvPr id="20484"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Bottom-Up Computation (BUC)</a:t>
            </a:r>
            <a:endParaRPr lang="en-US" altLang="zh-CN">
              <a:ea typeface="宋体" pitchFamily="2" charset="-122"/>
            </a:endParaRPr>
          </a:p>
        </p:txBody>
      </p:sp>
      <p:sp>
        <p:nvSpPr>
          <p:cNvPr id="20485" name="Rectangle 3" title=""/>
          <p:cNvSpPr>
            <a:spLocks noGrp="1"/>
          </p:cNvSpPr>
          <p:nvPr>
            <p:ph type="body" sz="half" idx="1"/>
          </p:nvPr>
        </p:nvSpPr>
        <p:spPr>
          <a:xfrm>
            <a:off x="228600" y="1371600"/>
            <a:ext cx="51816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r>
              <a:rPr lang="en-US" altLang="zh-CN">
                <a:ea typeface="宋体" pitchFamily="2" charset="-122"/>
              </a:rPr>
              <a:t>BUC (Beyer &amp; Ramakrishnan, SIGMOD’99) </a:t>
            </a:r>
            <a:endParaRPr lang="en-US" altLang="zh-CN">
              <a:ea typeface="宋体" pitchFamily="2" charset="-122"/>
            </a:endParaRPr>
          </a:p>
          <a:p>
            <a:pPr lvl="0" eaLnBrk="1" hangingPunct="1"/>
            <a:r>
              <a:rPr lang="en-US" altLang="zh-CN">
                <a:ea typeface="宋体" pitchFamily="2" charset="-122"/>
              </a:rPr>
              <a:t>Bottom-up cube computation </a:t>
            </a:r>
            <a:endParaRPr lang="en-US" altLang="zh-CN">
              <a:ea typeface="宋体" pitchFamily="2" charset="-122"/>
            </a:endParaRPr>
          </a:p>
          <a:p>
            <a:pPr lvl="1" eaLnBrk="1" hangingPunct="1">
              <a:buNone/>
            </a:pPr>
            <a:r>
              <a:rPr lang="en-US" altLang="zh-CN">
                <a:ea typeface="宋体" pitchFamily="2" charset="-122"/>
              </a:rPr>
              <a:t>(Note: top-down in our view!)</a:t>
            </a:r>
            <a:endParaRPr lang="en-US" altLang="zh-CN">
              <a:ea typeface="宋体" pitchFamily="2" charset="-122"/>
            </a:endParaRPr>
          </a:p>
          <a:p>
            <a:pPr lvl="0" eaLnBrk="1" hangingPunct="1"/>
            <a:r>
              <a:rPr lang="en-US" altLang="zh-CN">
                <a:ea typeface="宋体" pitchFamily="2" charset="-122"/>
              </a:rPr>
              <a:t>Divides dimensions into partitions and facilitates iceberg pruning</a:t>
            </a:r>
            <a:endParaRPr lang="en-US" altLang="zh-CN">
              <a:ea typeface="宋体" pitchFamily="2" charset="-122"/>
            </a:endParaRPr>
          </a:p>
          <a:p>
            <a:pPr lvl="1" eaLnBrk="1" hangingPunct="1"/>
            <a:r>
              <a:rPr lang="en-US" altLang="zh-CN">
                <a:ea typeface="宋体" pitchFamily="2" charset="-122"/>
              </a:rPr>
              <a:t>If a partition does not satisfy </a:t>
            </a:r>
            <a:r>
              <a:rPr lang="en-US" altLang="zh-CN" i="1">
                <a:ea typeface="宋体" pitchFamily="2" charset="-122"/>
              </a:rPr>
              <a:t>min_sup</a:t>
            </a:r>
            <a:r>
              <a:rPr lang="en-US" altLang="zh-CN">
                <a:ea typeface="宋体" pitchFamily="2" charset="-122"/>
              </a:rPr>
              <a:t>, its descendants can be pruned</a:t>
            </a:r>
            <a:endParaRPr lang="en-US" altLang="zh-CN">
              <a:ea typeface="宋体" pitchFamily="2" charset="-122"/>
            </a:endParaRPr>
          </a:p>
          <a:p>
            <a:pPr lvl="1" eaLnBrk="1" hangingPunct="1"/>
            <a:r>
              <a:rPr lang="en-US" altLang="zh-CN">
                <a:ea typeface="宋体" pitchFamily="2" charset="-122"/>
              </a:rPr>
              <a:t>If </a:t>
            </a:r>
            <a:r>
              <a:rPr lang="en-US" altLang="zh-CN" i="1">
                <a:ea typeface="宋体" pitchFamily="2" charset="-122"/>
              </a:rPr>
              <a:t>minsup</a:t>
            </a:r>
            <a:r>
              <a:rPr lang="en-US" altLang="zh-CN">
                <a:ea typeface="宋体" pitchFamily="2" charset="-122"/>
              </a:rPr>
              <a:t> = 1 </a:t>
            </a:r>
            <a:r>
              <a:rPr lang="en-US" altLang="zh-CN">
                <a:latin typeface="Symbol" pitchFamily="18" charset="2"/>
                <a:ea typeface="宋体" pitchFamily="2" charset="-122"/>
              </a:rPr>
              <a:t>Þ</a:t>
            </a:r>
            <a:r>
              <a:rPr lang="en-US" altLang="zh-CN">
                <a:ea typeface="宋体" pitchFamily="2" charset="-122"/>
              </a:rPr>
              <a:t> compute full CUBE!</a:t>
            </a:r>
            <a:endParaRPr lang="en-US" altLang="zh-CN">
              <a:ea typeface="宋体" pitchFamily="2" charset="-122"/>
            </a:endParaRPr>
          </a:p>
          <a:p>
            <a:pPr lvl="0" eaLnBrk="1" hangingPunct="1"/>
            <a:r>
              <a:rPr lang="en-US" altLang="zh-CN">
                <a:ea typeface="宋体" pitchFamily="2" charset="-122"/>
              </a:rPr>
              <a:t>No simultaneous aggregation</a:t>
            </a:r>
            <a:endParaRPr lang="en-US" altLang="zh-CN">
              <a:ea typeface="宋体" pitchFamily="2" charset="-122"/>
            </a:endParaRPr>
          </a:p>
        </p:txBody>
      </p:sp>
      <p:graphicFrame>
        <p:nvGraphicFramePr>
          <p:cNvPr id="20486" name="Object 1024" descr="prune-order" title=""/>
          <p:cNvGraphicFramePr>
            <a:graphicFrameLocks noChangeAspect="1"/>
          </p:cNvGraphicFramePr>
          <p:nvPr>
            <p:ph sz="half" idx="2"/>
          </p:nvPr>
        </p:nvGraphicFramePr>
        <p:xfrm>
          <a:off x="5486400" y="1295400"/>
          <a:ext cx="3048000" cy="2362200"/>
        </p:xfrm>
        <a:graphic>
          <a:graphicData uri="http://schemas.openxmlformats.org/presentationml/2006/ole">
            <mc:AlternateContent>
              <mc:Choice xmlns:v="urn:schemas-microsoft-com:vml" Requires="v">
                <p:oleObj spid="_x0000_s1042" name="SmartDraw" r:id="rId3" imgW="3048000" imgH="2362200" progId="SmartDraw.2">
                  <p:embed/>
                </p:oleObj>
              </mc:Choice>
              <mc:Fallback>
                <p:oleObj name="SmartDraw" r:id="rId3" imgW="3048000" imgH="2362200" progId="SmartDraw.2">
                  <p:embed/>
                  <p:pic>
                    <p:nvPicPr>
                      <p:cNvPr id="0" name="OLE substitute image"/>
                      <p:cNvPicPr/>
                      <p:nvPr/>
                    </p:nvPicPr>
                    <p:blipFill>
                      <a:blip r:embed="rId4"/>
                      <a:stretch>
                        <a:fillRect/>
                      </a:stretch>
                    </p:blipFill>
                    <p:spPr>
                      <a:xfrm>
                        <a:off x="5486400" y="1295400"/>
                        <a:ext cx="3048000" cy="2362200"/>
                      </a:xfrm>
                      <a:prstGeom prst="rect">
                        <a:avLst/>
                      </a:prstGeom>
                      <a:noFill/>
                      <a:ln w="9525">
                        <a:noFill/>
                        <a:miter lim="800000"/>
                      </a:ln>
                      <a:effectLst/>
                    </p:spPr>
                  </p:pic>
                </p:oleObj>
              </mc:Fallback>
            </mc:AlternateContent>
          </a:graphicData>
        </a:graphic>
      </p:graphicFrame>
      <p:graphicFrame>
        <p:nvGraphicFramePr>
          <p:cNvPr id="20487" name="Object 1025" title=""/>
          <p:cNvGraphicFramePr>
            <a:graphicFrameLocks noChangeAspect="1"/>
          </p:cNvGraphicFramePr>
          <p:nvPr/>
        </p:nvGraphicFramePr>
        <p:xfrm>
          <a:off x="5257800" y="3810000"/>
          <a:ext cx="3657600" cy="2816225"/>
        </p:xfrm>
        <a:graphic>
          <a:graphicData uri="http://schemas.openxmlformats.org/presentationml/2006/ole">
            <mc:AlternateContent>
              <mc:Choice xmlns:v="urn:schemas-microsoft-com:vml" Requires="v">
                <p:oleObj spid="_x0000_s1043" name="SmartDraw" r:id="rId5" imgW="3657600" imgH="2816225" progId="SmartDraw.2">
                  <p:embed/>
                </p:oleObj>
              </mc:Choice>
              <mc:Fallback>
                <p:oleObj name="SmartDraw" r:id="rId5" imgW="3657600" imgH="2816225" progId="SmartDraw.2">
                  <p:embed/>
                  <p:pic>
                    <p:nvPicPr>
                      <p:cNvPr id="0" name="OLE substitute image"/>
                      <p:cNvPicPr/>
                      <p:nvPr/>
                    </p:nvPicPr>
                    <p:blipFill>
                      <a:blip r:embed="rId6"/>
                      <a:stretch>
                        <a:fillRect/>
                      </a:stretch>
                    </p:blipFill>
                    <p:spPr>
                      <a:xfrm>
                        <a:off x="5257800" y="3810000"/>
                        <a:ext cx="3657600" cy="2816225"/>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150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5C2E562-E4D8-46E3-BFBA-D7016D9DA01F}" type="slidenum">
              <a:rPr lang="zh-CN" altLang="en-US" sz="1200">
                <a:ea typeface="宋体" pitchFamily="2" charset="-122"/>
              </a:rPr>
              <a:t>19</a:t>
            </a:fld>
            <a:endParaRPr lang="en-US" altLang="zh-CN" sz="1200">
              <a:ea typeface="宋体" pitchFamily="2" charset="-122"/>
            </a:endParaRPr>
          </a:p>
        </p:txBody>
      </p:sp>
      <p:sp>
        <p:nvSpPr>
          <p:cNvPr id="2150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21A54FC-0F2A-44BE-98D7-0299F3A3A6CE}" type="slidenum">
              <a:rPr lang="zh-CN" altLang="en-US" sz="1200">
                <a:ea typeface="宋体" pitchFamily="2" charset="-122"/>
              </a:rPr>
              <a:t>19</a:t>
            </a:fld>
            <a:endParaRPr lang="en-US" altLang="zh-CN" sz="1200">
              <a:ea typeface="宋体" pitchFamily="2" charset="-122"/>
            </a:endParaRPr>
          </a:p>
        </p:txBody>
      </p:sp>
      <p:pic>
        <p:nvPicPr>
          <p:cNvPr id="21508" name="Picture 4" descr="part" title=""/>
          <p:cNvPicPr>
            <a:picLocks noChangeAspect="1"/>
          </p:cNvPicPr>
          <p:nvPr/>
        </p:nvPicPr>
        <p:blipFill>
          <a:blip r:embed="rId3"/>
          <a:stretch>
            <a:fillRect/>
          </a:stretch>
        </p:blipFill>
        <p:spPr>
          <a:xfrm>
            <a:off x="5257800" y="209550"/>
            <a:ext cx="3886200" cy="3741738"/>
          </a:xfrm>
          <a:prstGeom prst="rect">
            <a:avLst/>
          </a:prstGeom>
          <a:noFill/>
          <a:ln>
            <a:noFill/>
            <a:miter lim="800000"/>
          </a:ln>
        </p:spPr>
      </p:pic>
      <p:sp>
        <p:nvSpPr>
          <p:cNvPr id="21509" name="Rectangle 2" title=""/>
          <p:cNvSpPr>
            <a:spLocks noGrp="1"/>
          </p:cNvSpPr>
          <p:nvPr>
            <p:ph type="title"/>
          </p:nvPr>
        </p:nvSpPr>
        <p:spPr>
          <a:xfrm>
            <a:off x="165100" y="381000"/>
            <a:ext cx="54737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BUC: Partitioning</a:t>
            </a:r>
            <a:endParaRPr lang="en-US" altLang="zh-CN">
              <a:ea typeface="宋体" pitchFamily="2" charset="-122"/>
            </a:endParaRPr>
          </a:p>
        </p:txBody>
      </p:sp>
      <p:sp>
        <p:nvSpPr>
          <p:cNvPr id="21510" name="Rectangle 3" title=""/>
          <p:cNvSpPr>
            <a:spLocks noGrp="1"/>
          </p:cNvSpPr>
          <p:nvPr>
            <p:ph type="body" idx="1"/>
          </p:nvPr>
        </p:nvSpPr>
        <p:spPr>
          <a:xfrm>
            <a:off x="304800" y="1295400"/>
            <a:ext cx="7239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r>
              <a:rPr lang="en-US" altLang="zh-CN" sz="2400">
                <a:ea typeface="宋体" pitchFamily="2" charset="-122"/>
              </a:rPr>
              <a:t>Usually, entire data set                                 can’t fit in main memory</a:t>
            </a:r>
            <a:endParaRPr lang="en-US" altLang="zh-CN" sz="2400">
              <a:ea typeface="宋体" pitchFamily="2" charset="-122"/>
            </a:endParaRPr>
          </a:p>
          <a:p>
            <a:pPr lvl="0" eaLnBrk="1" hangingPunct="1"/>
            <a:r>
              <a:rPr lang="en-US" altLang="zh-CN" sz="2400">
                <a:ea typeface="宋体" pitchFamily="2" charset="-122"/>
              </a:rPr>
              <a:t>Sort </a:t>
            </a:r>
            <a:r>
              <a:rPr lang="en-US" altLang="zh-CN" sz="2400" i="1">
                <a:ea typeface="宋体" pitchFamily="2" charset="-122"/>
              </a:rPr>
              <a:t>distinct</a:t>
            </a:r>
            <a:r>
              <a:rPr lang="en-US" altLang="zh-CN" sz="2400">
                <a:ea typeface="宋体" pitchFamily="2" charset="-122"/>
              </a:rPr>
              <a:t> values</a:t>
            </a:r>
            <a:endParaRPr lang="en-US" altLang="zh-CN" sz="2400">
              <a:ea typeface="宋体" pitchFamily="2" charset="-122"/>
            </a:endParaRPr>
          </a:p>
          <a:p>
            <a:pPr lvl="1" eaLnBrk="1" hangingPunct="1"/>
            <a:r>
              <a:rPr lang="en-US" altLang="zh-CN" sz="2400">
                <a:ea typeface="宋体" pitchFamily="2" charset="-122"/>
              </a:rPr>
              <a:t>partition into blocks that fit</a:t>
            </a:r>
            <a:endParaRPr lang="en-US" altLang="zh-CN" sz="2400">
              <a:ea typeface="宋体" pitchFamily="2" charset="-122"/>
            </a:endParaRPr>
          </a:p>
          <a:p>
            <a:pPr lvl="0" eaLnBrk="1" hangingPunct="1"/>
            <a:r>
              <a:rPr lang="en-US" altLang="zh-CN" sz="2400">
                <a:ea typeface="宋体" pitchFamily="2" charset="-122"/>
              </a:rPr>
              <a:t>Continue processing</a:t>
            </a:r>
            <a:endParaRPr lang="en-US" altLang="zh-CN" sz="2400">
              <a:ea typeface="宋体" pitchFamily="2" charset="-122"/>
            </a:endParaRPr>
          </a:p>
          <a:p>
            <a:pPr lvl="0" eaLnBrk="1" hangingPunct="1"/>
            <a:r>
              <a:rPr lang="en-US" altLang="zh-CN" sz="2400">
                <a:ea typeface="宋体" pitchFamily="2" charset="-122"/>
              </a:rPr>
              <a:t>Optimizations</a:t>
            </a:r>
            <a:endParaRPr lang="en-US" altLang="zh-CN" sz="2400">
              <a:ea typeface="宋体" pitchFamily="2" charset="-122"/>
            </a:endParaRPr>
          </a:p>
          <a:p>
            <a:pPr lvl="1" eaLnBrk="1" hangingPunct="1"/>
            <a:r>
              <a:rPr lang="en-US" altLang="zh-CN" sz="2400">
                <a:ea typeface="宋体" pitchFamily="2" charset="-122"/>
              </a:rPr>
              <a:t>Partitioning</a:t>
            </a:r>
            <a:endParaRPr lang="en-US" altLang="zh-CN" sz="2400">
              <a:ea typeface="宋体" pitchFamily="2" charset="-122"/>
            </a:endParaRPr>
          </a:p>
          <a:p>
            <a:pPr lvl="2" eaLnBrk="1" hangingPunct="1"/>
            <a:r>
              <a:rPr lang="en-US" altLang="zh-CN">
                <a:ea typeface="宋体" pitchFamily="2" charset="-122"/>
              </a:rPr>
              <a:t>External Sorting, Hashing, Counting Sort</a:t>
            </a:r>
            <a:endParaRPr lang="en-US" altLang="zh-CN">
              <a:ea typeface="宋体" pitchFamily="2" charset="-122"/>
            </a:endParaRPr>
          </a:p>
          <a:p>
            <a:pPr lvl="1" eaLnBrk="1" hangingPunct="1"/>
            <a:r>
              <a:rPr lang="en-US" altLang="zh-CN" sz="2400">
                <a:ea typeface="宋体" pitchFamily="2" charset="-122"/>
              </a:rPr>
              <a:t>Ordering dimensions to encourage pruning</a:t>
            </a:r>
            <a:endParaRPr lang="en-US" altLang="zh-CN" sz="2400">
              <a:ea typeface="宋体" pitchFamily="2" charset="-122"/>
            </a:endParaRPr>
          </a:p>
          <a:p>
            <a:pPr lvl="2" eaLnBrk="1" hangingPunct="1"/>
            <a:r>
              <a:rPr lang="en-US" altLang="zh-CN">
                <a:ea typeface="宋体" pitchFamily="2" charset="-122"/>
              </a:rPr>
              <a:t>Cardinality, Skew, Correlation</a:t>
            </a:r>
            <a:endParaRPr lang="en-US" altLang="zh-CN">
              <a:ea typeface="宋体" pitchFamily="2" charset="-122"/>
            </a:endParaRPr>
          </a:p>
          <a:p>
            <a:pPr lvl="1" eaLnBrk="1" hangingPunct="1"/>
            <a:r>
              <a:rPr lang="en-US" altLang="zh-CN" sz="2400">
                <a:ea typeface="宋体" pitchFamily="2" charset="-122"/>
              </a:rPr>
              <a:t>Collapsing duplicates</a:t>
            </a:r>
            <a:endParaRPr lang="en-US" altLang="zh-CN" sz="2400">
              <a:ea typeface="宋体" pitchFamily="2" charset="-122"/>
            </a:endParaRPr>
          </a:p>
          <a:p>
            <a:pPr lvl="2" eaLnBrk="1" hangingPunct="1"/>
            <a:r>
              <a:rPr lang="en-US" altLang="zh-CN">
                <a:ea typeface="宋体" pitchFamily="2" charset="-122"/>
              </a:rPr>
              <a:t>Can’t do holistic aggregates anymore!</a:t>
            </a:r>
            <a:endParaRPr lang="en-US" altLang="zh-CN">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253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23369CF-10AA-46A4-BB5E-38089BE57E6F}" type="slidenum">
              <a:rPr lang="zh-CN" altLang="en-US" sz="1200">
                <a:ea typeface="宋体" pitchFamily="2" charset="-122"/>
              </a:rPr>
              <a:t>20</a:t>
            </a:fld>
            <a:endParaRPr lang="en-US" altLang="zh-CN" sz="1200">
              <a:ea typeface="宋体" pitchFamily="2" charset="-122"/>
            </a:endParaRPr>
          </a:p>
        </p:txBody>
      </p:sp>
      <p:sp>
        <p:nvSpPr>
          <p:cNvPr id="2253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C9CD5A6-E355-428C-9AC1-E51FB8CFB262}" type="slidenum">
              <a:rPr lang="zh-CN" altLang="en-US" sz="1200">
                <a:ea typeface="宋体" pitchFamily="2" charset="-122"/>
              </a:rPr>
              <a:t>20</a:t>
            </a:fld>
            <a:endParaRPr lang="en-US" altLang="zh-CN" sz="1200">
              <a:ea typeface="宋体" pitchFamily="2" charset="-122"/>
            </a:endParaRPr>
          </a:p>
        </p:txBody>
      </p:sp>
      <p:sp>
        <p:nvSpPr>
          <p:cNvPr id="22532" name="Rectangle 2" title=""/>
          <p:cNvSpPr>
            <a:spLocks noGrp="1"/>
          </p:cNvSpPr>
          <p:nvPr>
            <p:ph type="title"/>
          </p:nvPr>
        </p:nvSpPr>
        <p:spPr>
          <a:xfrm>
            <a:off x="304800" y="152400"/>
            <a:ext cx="85344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Computation Methods</a:t>
            </a:r>
            <a:endParaRPr lang="en-US" altLang="zh-CN">
              <a:ea typeface="宋体" pitchFamily="2" charset="-122"/>
            </a:endParaRPr>
          </a:p>
        </p:txBody>
      </p:sp>
      <p:sp>
        <p:nvSpPr>
          <p:cNvPr id="22533" name="Rectangle 3" title=""/>
          <p:cNvSpPr>
            <a:spLocks noGrp="1"/>
          </p:cNvSpPr>
          <p:nvPr>
            <p:ph type="body" idx="1"/>
          </p:nvPr>
        </p:nvSpPr>
        <p:spPr>
          <a:xfrm>
            <a:off x="457200" y="1524000"/>
            <a:ext cx="8382000" cy="49530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90000"/>
              </a:lnSpc>
            </a:pPr>
            <a:r>
              <a:rPr lang="en-US" altLang="zh-CN" sz="3200">
                <a:ea typeface="宋体" pitchFamily="2" charset="-122"/>
              </a:rPr>
              <a:t>Multi-Way Array Aggregation</a:t>
            </a:r>
            <a:endParaRPr lang="en-US" altLang="zh-CN" sz="3200">
              <a:ea typeface="宋体" pitchFamily="2" charset="-122"/>
            </a:endParaRPr>
          </a:p>
          <a:p>
            <a:pPr lvl="0" eaLnBrk="1" hangingPunct="1">
              <a:lnSpc>
                <a:spcPct val="190000"/>
              </a:lnSpc>
            </a:pPr>
            <a:r>
              <a:rPr lang="en-US" altLang="zh-CN" sz="3200">
                <a:ea typeface="宋体" pitchFamily="2" charset="-122"/>
              </a:rPr>
              <a:t>BUC</a:t>
            </a:r>
            <a:endParaRPr lang="en-US" altLang="zh-CN" sz="3200">
              <a:ea typeface="宋体" pitchFamily="2" charset="-122"/>
            </a:endParaRPr>
          </a:p>
          <a:p>
            <a:pPr lvl="0" eaLnBrk="1" hangingPunct="1">
              <a:lnSpc>
                <a:spcPct val="190000"/>
              </a:lnSpc>
            </a:pPr>
            <a:r>
              <a:rPr lang="en-US" altLang="zh-CN" sz="3200">
                <a:ea typeface="宋体" pitchFamily="2" charset="-122"/>
              </a:rPr>
              <a:t>Star-Cubing</a:t>
            </a:r>
            <a:endParaRPr lang="en-US" altLang="zh-CN" sz="3200">
              <a:ea typeface="宋体" pitchFamily="2" charset="-122"/>
            </a:endParaRPr>
          </a:p>
          <a:p>
            <a:pPr lvl="0" eaLnBrk="1" hangingPunct="1">
              <a:lnSpc>
                <a:spcPct val="190000"/>
              </a:lnSpc>
            </a:pPr>
            <a:r>
              <a:rPr lang="en-US" altLang="zh-CN" sz="3200">
                <a:ea typeface="宋体" pitchFamily="2" charset="-122"/>
              </a:rPr>
              <a:t>High-Dimensional OLAP</a:t>
            </a:r>
            <a:endParaRPr lang="en-US" altLang="zh-CN" sz="3200">
              <a:ea typeface="宋体" pitchFamily="2" charset="-122"/>
            </a:endParaRPr>
          </a:p>
        </p:txBody>
      </p:sp>
      <p:sp>
        <p:nvSpPr>
          <p:cNvPr id="22534" name="AutoShape 4" title=""/>
          <p:cNvSpPr/>
          <p:nvPr/>
        </p:nvSpPr>
        <p:spPr>
          <a:xfrm rot="20640000">
            <a:off x="3352800" y="3886200"/>
            <a:ext cx="381000" cy="427038"/>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355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617A307-BCC7-418F-95EF-6BEDD3E6BF3E}" type="slidenum">
              <a:rPr lang="zh-CN" altLang="en-US" sz="1200">
                <a:ea typeface="宋体" pitchFamily="2" charset="-122"/>
              </a:rPr>
              <a:t>21</a:t>
            </a:fld>
            <a:endParaRPr lang="en-US" altLang="zh-CN" sz="1200">
              <a:ea typeface="宋体" pitchFamily="2" charset="-122"/>
            </a:endParaRPr>
          </a:p>
        </p:txBody>
      </p:sp>
      <p:sp>
        <p:nvSpPr>
          <p:cNvPr id="23555"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F3C99B4-233B-4F60-B765-AC2EBE1F135C}" type="slidenum">
              <a:rPr lang="zh-CN" altLang="en-US" sz="1200">
                <a:ea typeface="宋体" pitchFamily="2" charset="-122"/>
              </a:rPr>
              <a:t>21</a:t>
            </a:fld>
            <a:endParaRPr lang="en-US" altLang="zh-CN" sz="1200">
              <a:ea typeface="宋体" pitchFamily="2" charset="-122"/>
            </a:endParaRPr>
          </a:p>
        </p:txBody>
      </p:sp>
      <p:sp>
        <p:nvSpPr>
          <p:cNvPr id="23556"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Star-Cubing: An Integrating Method</a:t>
            </a:r>
          </a:p>
        </p:txBody>
      </p:sp>
      <p:sp>
        <p:nvSpPr>
          <p:cNvPr id="23557" name="Rectangle 3" title=""/>
          <p:cNvSpPr>
            <a:spLocks noGrp="1"/>
          </p:cNvSpPr>
          <p:nvPr>
            <p:ph type="body" sz="half" idx="1"/>
          </p:nvPr>
        </p:nvSpPr>
        <p:spPr>
          <a:xfrm>
            <a:off x="228600" y="1371600"/>
            <a:ext cx="8686800" cy="2743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10000"/>
              </a:lnSpc>
            </a:pPr>
            <a:r>
              <a:rPr lang="en-US" altLang="zh-CN" sz="2000">
                <a:ea typeface="宋体" pitchFamily="2" charset="-122"/>
              </a:rPr>
              <a:t>D. Xin, J. Han, X. Li, B. W. Wah, Star-Cubing: Computing Iceberg Cubes by Top-Down and Bottom-Up Integration, VLDB'03</a:t>
            </a:r>
            <a:endParaRPr lang="en-US" altLang="zh-CN" sz="2000">
              <a:ea typeface="宋体" pitchFamily="2" charset="-122"/>
            </a:endParaRPr>
          </a:p>
          <a:p>
            <a:pPr lvl="0" eaLnBrk="1" hangingPunct="1">
              <a:lnSpc>
                <a:spcPct val="110000"/>
              </a:lnSpc>
            </a:pPr>
            <a:r>
              <a:rPr lang="en-US" altLang="zh-CN" sz="2000" b="1" i="1" u="sng">
                <a:ea typeface="宋体" pitchFamily="2" charset="-122"/>
              </a:rPr>
              <a:t>Explore shared dimensions</a:t>
            </a:r>
            <a:endParaRPr lang="en-US" altLang="zh-CN" sz="2000" b="1" i="1">
              <a:ea typeface="宋体" pitchFamily="2" charset="-122"/>
            </a:endParaRPr>
          </a:p>
          <a:p>
            <a:pPr lvl="1" eaLnBrk="1" hangingPunct="1">
              <a:lnSpc>
                <a:spcPct val="110000"/>
              </a:lnSpc>
            </a:pPr>
            <a:r>
              <a:rPr lang="en-US" altLang="zh-CN" sz="2000">
                <a:ea typeface="宋体" pitchFamily="2" charset="-122"/>
              </a:rPr>
              <a:t>E.g., dimension A is the shared dimension of ACD and AD</a:t>
            </a:r>
            <a:endParaRPr lang="en-US" altLang="zh-CN" sz="2000">
              <a:ea typeface="宋体" pitchFamily="2" charset="-122"/>
            </a:endParaRPr>
          </a:p>
          <a:p>
            <a:pPr lvl="1" eaLnBrk="1" hangingPunct="1">
              <a:lnSpc>
                <a:spcPct val="110000"/>
              </a:lnSpc>
            </a:pPr>
            <a:r>
              <a:rPr lang="en-US" altLang="zh-CN" sz="2000">
                <a:ea typeface="宋体" pitchFamily="2" charset="-122"/>
              </a:rPr>
              <a:t>ABD/AB means cuboid ABD has shared dimensions AB</a:t>
            </a:r>
            <a:endParaRPr lang="en-US" altLang="zh-CN" sz="2000">
              <a:ea typeface="宋体" pitchFamily="2" charset="-122"/>
            </a:endParaRPr>
          </a:p>
          <a:p>
            <a:pPr lvl="0" eaLnBrk="1" hangingPunct="1">
              <a:lnSpc>
                <a:spcPct val="110000"/>
              </a:lnSpc>
            </a:pPr>
            <a:r>
              <a:rPr lang="en-US" altLang="zh-CN" sz="2000">
                <a:ea typeface="宋体" pitchFamily="2" charset="-122"/>
              </a:rPr>
              <a:t>Allows for shared computations</a:t>
            </a:r>
            <a:endParaRPr lang="en-US" altLang="zh-CN" sz="2000">
              <a:ea typeface="宋体" pitchFamily="2" charset="-122"/>
            </a:endParaRPr>
          </a:p>
          <a:p>
            <a:pPr lvl="1" eaLnBrk="1" hangingPunct="1">
              <a:lnSpc>
                <a:spcPct val="110000"/>
              </a:lnSpc>
            </a:pPr>
            <a:r>
              <a:rPr lang="en-US" altLang="zh-CN" sz="2000">
                <a:ea typeface="宋体" pitchFamily="2" charset="-122"/>
              </a:rPr>
              <a:t>e.g., cuboid AB is computed simultaneously as ABD</a:t>
            </a:r>
            <a:endParaRPr lang="en-US" altLang="zh-CN" sz="2000">
              <a:ea typeface="宋体" pitchFamily="2" charset="-122"/>
            </a:endParaRPr>
          </a:p>
        </p:txBody>
      </p:sp>
      <p:graphicFrame>
        <p:nvGraphicFramePr>
          <p:cNvPr id="23558" name="Object 5" title=""/>
          <p:cNvGraphicFramePr>
            <a:graphicFrameLocks noChangeAspect="1"/>
          </p:cNvGraphicFramePr>
          <p:nvPr>
            <p:ph sz="half" idx="2"/>
          </p:nvPr>
        </p:nvGraphicFramePr>
        <p:xfrm>
          <a:off x="4114800" y="4038600"/>
          <a:ext cx="4876800" cy="2381250"/>
        </p:xfrm>
        <a:graphic>
          <a:graphicData uri="http://schemas.openxmlformats.org/presentationml/2006/ole">
            <mc:AlternateContent>
              <mc:Choice xmlns:v="urn:schemas-microsoft-com:vml" Requires="v">
                <p:oleObj spid="_x0000_s1044" name="SmartDraw" r:id="rId3" imgW="4876800" imgH="2381250" progId="SmartDraw.2">
                  <p:embed/>
                </p:oleObj>
              </mc:Choice>
              <mc:Fallback>
                <p:oleObj name="SmartDraw" r:id="rId3" imgW="4876800" imgH="2381250" progId="SmartDraw.2">
                  <p:embed/>
                  <p:pic>
                    <p:nvPicPr>
                      <p:cNvPr id="0" name="OLE substitute image"/>
                      <p:cNvPicPr/>
                      <p:nvPr/>
                    </p:nvPicPr>
                    <p:blipFill>
                      <a:blip r:embed="rId4"/>
                      <a:stretch>
                        <a:fillRect/>
                      </a:stretch>
                    </p:blipFill>
                    <p:spPr>
                      <a:xfrm>
                        <a:off x="4114800" y="4038600"/>
                        <a:ext cx="4876800" cy="2381250"/>
                      </a:xfrm>
                      <a:prstGeom prst="rect">
                        <a:avLst/>
                      </a:prstGeom>
                      <a:noFill/>
                      <a:ln w="9525">
                        <a:noFill/>
                        <a:miter lim="800000"/>
                      </a:ln>
                    </p:spPr>
                  </p:pic>
                </p:oleObj>
              </mc:Fallback>
            </mc:AlternateContent>
          </a:graphicData>
        </a:graphic>
      </p:graphicFrame>
      <p:sp>
        <p:nvSpPr>
          <p:cNvPr id="23559" name="Rectangle 6" title=""/>
          <p:cNvSpPr/>
          <p:nvPr/>
        </p:nvSpPr>
        <p:spPr>
          <a:xfrm>
            <a:off x="228600" y="4038600"/>
            <a:ext cx="4114800" cy="2514600"/>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342900" lvl="0" indent="-342900" eaLnBrk="1" hangingPunct="1">
              <a:lnSpc>
                <a:spcPct val="120000"/>
              </a:lnSpc>
              <a:spcBef>
                <a:spcPct val="20000"/>
              </a:spcBef>
              <a:buClr>
                <a:schemeClr val="folHlink"/>
              </a:buClr>
              <a:buSzPct val="60000"/>
              <a:buFont typeface="Wingdings" pitchFamily="2" charset="2"/>
              <a:buChar char="n"/>
            </a:pPr>
            <a:r>
              <a:rPr lang="en-US" altLang="zh-CN" sz="2000">
                <a:ea typeface="宋体" pitchFamily="2" charset="-122"/>
              </a:rPr>
              <a:t>Aggregate in a top-down manner but with the bottom-up sub-layer underneath which will allow Apriori pruning</a:t>
            </a:r>
            <a:endParaRPr lang="en-US" altLang="zh-CN" sz="2000">
              <a:ea typeface="宋体" pitchFamily="2" charset="-122"/>
            </a:endParaRPr>
          </a:p>
          <a:p>
            <a:pPr marL="342900" lvl="0" indent="-342900" eaLnBrk="1" hangingPunct="1">
              <a:lnSpc>
                <a:spcPct val="120000"/>
              </a:lnSpc>
              <a:spcBef>
                <a:spcPct val="20000"/>
              </a:spcBef>
              <a:buClr>
                <a:schemeClr val="folHlink"/>
              </a:buClr>
              <a:buSzPct val="60000"/>
              <a:buFont typeface="Wingdings" pitchFamily="2" charset="2"/>
              <a:buChar char="n"/>
            </a:pPr>
            <a:r>
              <a:rPr lang="en-US" altLang="zh-CN" sz="2000">
                <a:ea typeface="宋体" pitchFamily="2" charset="-122"/>
              </a:rPr>
              <a:t>Shared dimensions grow in bottom-up fashion</a:t>
            </a:r>
            <a:endParaRPr lang="en-US" altLang="zh-CN" sz="20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457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16FC4C7-6B2A-4F69-AF8A-8ACF5E53F892}" type="slidenum">
              <a:rPr lang="zh-CN" altLang="en-US" sz="1200">
                <a:ea typeface="宋体" pitchFamily="2" charset="-122"/>
              </a:rPr>
              <a:t>22</a:t>
            </a:fld>
            <a:endParaRPr lang="en-US" altLang="zh-CN" sz="1200">
              <a:ea typeface="宋体" pitchFamily="2" charset="-122"/>
            </a:endParaRPr>
          </a:p>
        </p:txBody>
      </p:sp>
      <p:sp>
        <p:nvSpPr>
          <p:cNvPr id="2457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26A14D7-3AEA-4546-B663-9E7CB271E733}" type="slidenum">
              <a:rPr lang="zh-CN" altLang="en-US" sz="1200">
                <a:ea typeface="宋体" pitchFamily="2" charset="-122"/>
              </a:rPr>
              <a:t>22</a:t>
            </a:fld>
            <a:endParaRPr lang="en-US" altLang="zh-CN" sz="1200">
              <a:ea typeface="宋体" pitchFamily="2" charset="-122"/>
            </a:endParaRPr>
          </a:p>
        </p:txBody>
      </p:sp>
      <p:sp>
        <p:nvSpPr>
          <p:cNvPr id="24580" name="Rectangle 2"/>
          <p:cNvSpPr>
            <a:spLocks noGrp="1" noChangeArrowheads="1"/>
          </p:cNvSpPr>
          <p:nvPr>
            <p:ph type="title"/>
          </p:nvPr>
        </p:nvSpPr>
        <p:spPr>
          <a:xfrm>
            <a:off x="0" y="381000"/>
            <a:ext cx="9144000" cy="609600"/>
          </a:xfrm>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Iceberg Pruning in Shared Dimensions</a:t>
            </a:r>
          </a:p>
        </p:txBody>
      </p:sp>
      <p:sp>
        <p:nvSpPr>
          <p:cNvPr id="24581" name="Rectangle 3" title=""/>
          <p:cNvSpPr>
            <a:spLocks noGrp="1"/>
          </p:cNvSpPr>
          <p:nvPr>
            <p:ph type="body" idx="1"/>
          </p:nvPr>
        </p:nvSpPr>
        <p:spPr>
          <a:xfrm>
            <a:off x="609600" y="1524000"/>
            <a:ext cx="7848600" cy="4343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400">
                <a:ea typeface="宋体" pitchFamily="2" charset="-122"/>
              </a:rPr>
              <a:t>Anti-monotonic property of shared dimensions</a:t>
            </a:r>
            <a:endParaRPr lang="en-US" altLang="zh-CN" sz="2400">
              <a:ea typeface="宋体" pitchFamily="2" charset="-122"/>
            </a:endParaRPr>
          </a:p>
          <a:p>
            <a:pPr lvl="1" eaLnBrk="1" hangingPunct="1">
              <a:lnSpc>
                <a:spcPct val="110000"/>
              </a:lnSpc>
            </a:pPr>
            <a:r>
              <a:rPr lang="en-US" altLang="zh-CN" sz="2400">
                <a:ea typeface="宋体" pitchFamily="2" charset="-122"/>
              </a:rPr>
              <a:t>If the measure is </a:t>
            </a:r>
            <a:r>
              <a:rPr lang="en-US" altLang="zh-CN" sz="2400" i="1">
                <a:ea typeface="宋体" pitchFamily="2" charset="-122"/>
              </a:rPr>
              <a:t>anti-monotonic</a:t>
            </a:r>
            <a:r>
              <a:rPr lang="en-US" altLang="zh-CN" sz="2400">
                <a:ea typeface="宋体" pitchFamily="2" charset="-122"/>
              </a:rPr>
              <a:t>, and if the aggregate value on a shared dimension does not satisfy the </a:t>
            </a:r>
            <a:r>
              <a:rPr lang="en-US" altLang="zh-CN" sz="2400" i="1">
                <a:ea typeface="宋体" pitchFamily="2" charset="-122"/>
              </a:rPr>
              <a:t>iceberg condition</a:t>
            </a:r>
            <a:r>
              <a:rPr lang="en-US" altLang="zh-CN" sz="2400">
                <a:ea typeface="宋体" pitchFamily="2" charset="-122"/>
              </a:rPr>
              <a:t>, then all the cells extended from this shared dimension cannot satisfy the condition either</a:t>
            </a:r>
            <a:endParaRPr lang="en-US" altLang="zh-CN" sz="2400">
              <a:ea typeface="宋体" pitchFamily="2" charset="-122"/>
            </a:endParaRPr>
          </a:p>
          <a:p>
            <a:pPr lvl="0" eaLnBrk="1" hangingPunct="1">
              <a:lnSpc>
                <a:spcPct val="110000"/>
              </a:lnSpc>
            </a:pPr>
            <a:r>
              <a:rPr lang="en-US" altLang="zh-CN" sz="2400">
                <a:ea typeface="宋体" pitchFamily="2" charset="-122"/>
              </a:rPr>
              <a:t>Intuition: if we can compute the shared dimensions before the actual cuboid, we can use them to do </a:t>
            </a:r>
            <a:r>
              <a:rPr lang="en-US" altLang="zh-CN" sz="2400">
                <a:latin typeface="Courier New" pitchFamily="49" charset="0"/>
                <a:ea typeface="宋体" pitchFamily="2" charset="-122"/>
              </a:rPr>
              <a:t>Apriori</a:t>
            </a:r>
            <a:r>
              <a:rPr lang="en-US" altLang="zh-CN" sz="2400">
                <a:ea typeface="宋体" pitchFamily="2" charset="-122"/>
              </a:rPr>
              <a:t> pruning</a:t>
            </a:r>
            <a:endParaRPr lang="en-US" altLang="zh-CN" sz="2400">
              <a:ea typeface="宋体" pitchFamily="2" charset="-122"/>
            </a:endParaRPr>
          </a:p>
          <a:p>
            <a:pPr lvl="0" eaLnBrk="1" hangingPunct="1">
              <a:lnSpc>
                <a:spcPct val="110000"/>
              </a:lnSpc>
            </a:pPr>
            <a:r>
              <a:rPr lang="en-US" altLang="zh-CN" sz="2400">
                <a:ea typeface="宋体" pitchFamily="2" charset="-122"/>
              </a:rPr>
              <a:t>Problem: how to prune while still aggregate simultaneously on multiple dimensions?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560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8A301B7-DBA8-48A8-A86A-091B0105766E}" type="slidenum">
              <a:rPr lang="zh-CN" altLang="en-US" sz="1200">
                <a:ea typeface="宋体" pitchFamily="2" charset="-122"/>
              </a:rPr>
              <a:t>23</a:t>
            </a:fld>
            <a:endParaRPr lang="en-US" altLang="zh-CN" sz="1200">
              <a:ea typeface="宋体" pitchFamily="2" charset="-122"/>
            </a:endParaRPr>
          </a:p>
        </p:txBody>
      </p:sp>
      <p:sp>
        <p:nvSpPr>
          <p:cNvPr id="2560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A28950C-C1D0-4D6F-8236-64D83614A114}" type="slidenum">
              <a:rPr lang="zh-CN" altLang="en-US" sz="1200">
                <a:ea typeface="宋体" pitchFamily="2" charset="-122"/>
              </a:rPr>
              <a:t>23</a:t>
            </a:fld>
            <a:endParaRPr lang="en-US" altLang="zh-CN" sz="1200">
              <a:ea typeface="宋体" pitchFamily="2" charset="-122"/>
            </a:endParaRPr>
          </a:p>
        </p:txBody>
      </p:sp>
      <p:sp>
        <p:nvSpPr>
          <p:cNvPr id="25604"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Cell Trees</a:t>
            </a:r>
          </a:p>
        </p:txBody>
      </p:sp>
      <p:sp>
        <p:nvSpPr>
          <p:cNvPr id="25605" name="Rectangle 3" title=""/>
          <p:cNvSpPr>
            <a:spLocks noGrp="1"/>
          </p:cNvSpPr>
          <p:nvPr>
            <p:ph type="body" idx="1"/>
          </p:nvPr>
        </p:nvSpPr>
        <p:spPr>
          <a:xfrm>
            <a:off x="381000" y="1524000"/>
            <a:ext cx="4495800" cy="4724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40000"/>
              </a:lnSpc>
            </a:pPr>
            <a:r>
              <a:rPr lang="en-US" altLang="zh-CN" sz="2400">
                <a:ea typeface="宋体" pitchFamily="2" charset="-122"/>
              </a:rPr>
              <a:t>Use a tree structure similar to H-tree to represent cuboids</a:t>
            </a:r>
            <a:endParaRPr lang="en-US" altLang="zh-CN" sz="2400">
              <a:ea typeface="宋体" pitchFamily="2" charset="-122"/>
            </a:endParaRPr>
          </a:p>
          <a:p>
            <a:pPr lvl="0" eaLnBrk="1" hangingPunct="1">
              <a:lnSpc>
                <a:spcPct val="140000"/>
              </a:lnSpc>
            </a:pPr>
            <a:r>
              <a:rPr lang="en-US" altLang="zh-CN" sz="2400">
                <a:ea typeface="宋体" pitchFamily="2" charset="-122"/>
              </a:rPr>
              <a:t>Collapses common prefixes to save memory</a:t>
            </a:r>
            <a:endParaRPr lang="en-US" altLang="zh-CN" sz="2400">
              <a:ea typeface="宋体" pitchFamily="2" charset="-122"/>
            </a:endParaRPr>
          </a:p>
          <a:p>
            <a:pPr lvl="0" eaLnBrk="1" hangingPunct="1">
              <a:lnSpc>
                <a:spcPct val="140000"/>
              </a:lnSpc>
            </a:pPr>
            <a:r>
              <a:rPr lang="en-US" altLang="zh-CN" sz="2400">
                <a:ea typeface="宋体" pitchFamily="2" charset="-122"/>
              </a:rPr>
              <a:t>Keep count at node</a:t>
            </a:r>
            <a:endParaRPr lang="en-US" altLang="zh-CN" sz="2400">
              <a:ea typeface="宋体" pitchFamily="2" charset="-122"/>
            </a:endParaRPr>
          </a:p>
          <a:p>
            <a:pPr lvl="0" eaLnBrk="1" hangingPunct="1">
              <a:lnSpc>
                <a:spcPct val="140000"/>
              </a:lnSpc>
            </a:pPr>
            <a:r>
              <a:rPr lang="en-US" altLang="zh-CN" sz="2400">
                <a:ea typeface="宋体" pitchFamily="2" charset="-122"/>
              </a:rPr>
              <a:t>Traverse the tree to retrieve a particular tuple</a:t>
            </a:r>
            <a:endParaRPr lang="en-US" altLang="zh-CN" sz="2400">
              <a:ea typeface="宋体" pitchFamily="2" charset="-122"/>
            </a:endParaRPr>
          </a:p>
        </p:txBody>
      </p:sp>
      <p:pic>
        <p:nvPicPr>
          <p:cNvPr id="25606" name="Picture 4" descr="cuboid-tree" title=""/>
          <p:cNvPicPr>
            <a:picLocks noChangeAspect="1"/>
          </p:cNvPicPr>
          <p:nvPr>
            <p:ph idx="1"/>
          </p:nvPr>
        </p:nvPicPr>
        <p:blipFill>
          <a:blip r:embed="rId3"/>
          <a:stretch>
            <a:fillRect/>
          </a:stretch>
        </p:blipFill>
        <p:spPr>
          <a:xfrm>
            <a:off x="4495800" y="1295400"/>
            <a:ext cx="4648200" cy="3276600"/>
          </a:xfrm>
          <a:prstGeom prst="rect">
            <a:avLst/>
          </a:prstGeom>
          <a:noFill/>
          <a:ln>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662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87E43AA-53C8-4B38-82CA-4CF7CFFABCCE}" type="slidenum">
              <a:rPr lang="zh-CN" altLang="en-US" sz="1200">
                <a:ea typeface="宋体" pitchFamily="2" charset="-122"/>
              </a:rPr>
              <a:t>24</a:t>
            </a:fld>
            <a:endParaRPr lang="en-US" altLang="zh-CN" sz="1200">
              <a:ea typeface="宋体" pitchFamily="2" charset="-122"/>
            </a:endParaRPr>
          </a:p>
        </p:txBody>
      </p:sp>
      <p:sp>
        <p:nvSpPr>
          <p:cNvPr id="26627"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761BF5B-78E6-43DD-A82F-AB8FB08E49C3}" type="slidenum">
              <a:rPr lang="zh-CN" altLang="en-US" sz="1200">
                <a:ea typeface="宋体" pitchFamily="2" charset="-122"/>
              </a:rPr>
              <a:t>24</a:t>
            </a:fld>
            <a:endParaRPr lang="en-US" altLang="zh-CN" sz="1200">
              <a:ea typeface="宋体" pitchFamily="2" charset="-122"/>
            </a:endParaRPr>
          </a:p>
        </p:txBody>
      </p:sp>
      <p:sp>
        <p:nvSpPr>
          <p:cNvPr id="26628"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Star Attributes and Star Nodes</a:t>
            </a:r>
          </a:p>
        </p:txBody>
      </p:sp>
      <p:sp>
        <p:nvSpPr>
          <p:cNvPr id="26629" name="Rectangle 3" title=""/>
          <p:cNvSpPr>
            <a:spLocks noGrp="1"/>
          </p:cNvSpPr>
          <p:nvPr>
            <p:ph type="body" sz="half" idx="1"/>
          </p:nvPr>
        </p:nvSpPr>
        <p:spPr>
          <a:xfrm>
            <a:off x="457200" y="1524000"/>
            <a:ext cx="54864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10000"/>
              </a:lnSpc>
            </a:pPr>
            <a:r>
              <a:rPr lang="en-US" altLang="zh-CN">
                <a:ea typeface="宋体" pitchFamily="2" charset="-122"/>
              </a:rPr>
              <a:t>Intuition: If a single-dimensional  aggregate on an attribute value </a:t>
            </a:r>
            <a:r>
              <a:rPr lang="en-US" altLang="zh-CN" i="1">
                <a:ea typeface="宋体" pitchFamily="2" charset="-122"/>
              </a:rPr>
              <a:t>p</a:t>
            </a:r>
            <a:r>
              <a:rPr lang="en-US" altLang="zh-CN">
                <a:ea typeface="宋体" pitchFamily="2" charset="-122"/>
              </a:rPr>
              <a:t> does not satisfy the iceberg condition, it is useless to distinguish them during the iceberg computation</a:t>
            </a:r>
            <a:endParaRPr lang="en-US" altLang="zh-CN">
              <a:ea typeface="宋体" pitchFamily="2" charset="-122"/>
            </a:endParaRPr>
          </a:p>
          <a:p>
            <a:pPr lvl="1" eaLnBrk="1" hangingPunct="1">
              <a:lnSpc>
                <a:spcPct val="110000"/>
              </a:lnSpc>
            </a:pPr>
            <a:r>
              <a:rPr lang="en-US" altLang="zh-CN">
                <a:ea typeface="宋体" pitchFamily="2" charset="-122"/>
              </a:rPr>
              <a:t>E.g., b</a:t>
            </a:r>
            <a:r>
              <a:rPr lang="en-US" altLang="zh-CN" baseline="-25000">
                <a:ea typeface="宋体" pitchFamily="2" charset="-122"/>
              </a:rPr>
              <a:t>2</a:t>
            </a:r>
            <a:r>
              <a:rPr lang="en-US" altLang="zh-CN">
                <a:ea typeface="宋体" pitchFamily="2" charset="-122"/>
              </a:rPr>
              <a:t>, b</a:t>
            </a:r>
            <a:r>
              <a:rPr lang="en-US" altLang="zh-CN" baseline="-25000">
                <a:ea typeface="宋体" pitchFamily="2" charset="-122"/>
              </a:rPr>
              <a:t>3</a:t>
            </a:r>
            <a:r>
              <a:rPr lang="en-US" altLang="zh-CN">
                <a:ea typeface="宋体" pitchFamily="2" charset="-122"/>
              </a:rPr>
              <a:t>, b</a:t>
            </a:r>
            <a:r>
              <a:rPr lang="en-US" altLang="zh-CN" baseline="-25000">
                <a:ea typeface="宋体" pitchFamily="2" charset="-122"/>
              </a:rPr>
              <a:t>4</a:t>
            </a:r>
            <a:r>
              <a:rPr lang="en-US" altLang="zh-CN">
                <a:ea typeface="宋体" pitchFamily="2" charset="-122"/>
              </a:rPr>
              <a:t>, c</a:t>
            </a:r>
            <a:r>
              <a:rPr lang="en-US" altLang="zh-CN" baseline="-25000">
                <a:ea typeface="宋体" pitchFamily="2" charset="-122"/>
              </a:rPr>
              <a:t>1</a:t>
            </a:r>
            <a:r>
              <a:rPr lang="en-US" altLang="zh-CN">
                <a:ea typeface="宋体" pitchFamily="2" charset="-122"/>
              </a:rPr>
              <a:t>, c</a:t>
            </a:r>
            <a:r>
              <a:rPr lang="en-US" altLang="zh-CN" baseline="-25000">
                <a:ea typeface="宋体" pitchFamily="2" charset="-122"/>
              </a:rPr>
              <a:t>2</a:t>
            </a:r>
            <a:r>
              <a:rPr lang="en-US" altLang="zh-CN">
                <a:ea typeface="宋体" pitchFamily="2" charset="-122"/>
              </a:rPr>
              <a:t>, c</a:t>
            </a:r>
            <a:r>
              <a:rPr lang="en-US" altLang="zh-CN" baseline="-25000">
                <a:ea typeface="宋体" pitchFamily="2" charset="-122"/>
              </a:rPr>
              <a:t>4</a:t>
            </a:r>
            <a:r>
              <a:rPr lang="en-US" altLang="zh-CN">
                <a:ea typeface="宋体" pitchFamily="2" charset="-122"/>
              </a:rPr>
              <a:t>, d</a:t>
            </a:r>
            <a:r>
              <a:rPr lang="en-US" altLang="zh-CN" baseline="-25000">
                <a:ea typeface="宋体" pitchFamily="2" charset="-122"/>
              </a:rPr>
              <a:t>1</a:t>
            </a:r>
            <a:r>
              <a:rPr lang="en-US" altLang="zh-CN">
                <a:ea typeface="宋体" pitchFamily="2" charset="-122"/>
              </a:rPr>
              <a:t>, d</a:t>
            </a:r>
            <a:r>
              <a:rPr lang="en-US" altLang="zh-CN" baseline="-25000">
                <a:ea typeface="宋体" pitchFamily="2" charset="-122"/>
              </a:rPr>
              <a:t>2</a:t>
            </a:r>
            <a:r>
              <a:rPr lang="en-US" altLang="zh-CN">
                <a:ea typeface="宋体" pitchFamily="2" charset="-122"/>
              </a:rPr>
              <a:t>, d</a:t>
            </a:r>
            <a:r>
              <a:rPr lang="en-US" altLang="zh-CN" baseline="-25000">
                <a:ea typeface="宋体" pitchFamily="2" charset="-122"/>
              </a:rPr>
              <a:t>3 </a:t>
            </a:r>
            <a:endParaRPr lang="en-US" altLang="zh-CN" baseline="-25000">
              <a:ea typeface="宋体" pitchFamily="2" charset="-122"/>
            </a:endParaRPr>
          </a:p>
          <a:p>
            <a:pPr lvl="0" eaLnBrk="1" hangingPunct="1">
              <a:lnSpc>
                <a:spcPct val="110000"/>
              </a:lnSpc>
            </a:pPr>
            <a:r>
              <a:rPr lang="en-US" altLang="zh-CN">
                <a:ea typeface="宋体" pitchFamily="2" charset="-122"/>
              </a:rPr>
              <a:t>Solution: Replace such attributes by a *.  Such attributes are </a:t>
            </a:r>
            <a:r>
              <a:rPr lang="en-US" altLang="zh-CN" i="1" u="sng">
                <a:ea typeface="宋体" pitchFamily="2" charset="-122"/>
              </a:rPr>
              <a:t>star attributes,</a:t>
            </a:r>
            <a:r>
              <a:rPr lang="en-US" altLang="zh-CN">
                <a:ea typeface="宋体" pitchFamily="2" charset="-122"/>
              </a:rPr>
              <a:t> and the corresponding nodes in the cell tree are </a:t>
            </a:r>
            <a:r>
              <a:rPr lang="en-US" altLang="zh-CN" i="1" u="sng">
                <a:ea typeface="宋体" pitchFamily="2" charset="-122"/>
              </a:rPr>
              <a:t>star nodes</a:t>
            </a:r>
            <a:endParaRPr lang="en-US" altLang="zh-CN" i="1">
              <a:ea typeface="宋体" pitchFamily="2" charset="-122"/>
            </a:endParaRPr>
          </a:p>
        </p:txBody>
      </p:sp>
      <p:graphicFrame>
        <p:nvGraphicFramePr>
          <p:cNvPr id="26630" name="Group 4" title=""/>
          <p:cNvGraphicFramePr>
            <a:graphicFrameLocks noGrp="1"/>
          </p:cNvGraphicFramePr>
          <p:nvPr>
            <p:ph sz="half" idx="4294967295"/>
          </p:nvPr>
        </p:nvGraphicFramePr>
        <p:xfrm>
          <a:off x="6019800" y="2590800"/>
          <a:ext cx="2743200" cy="2209800"/>
        </p:xfrm>
        <a:graphic>
          <a:graphicData uri="http://schemas.openxmlformats.org/drawingml/2006/table">
            <a:tbl>
              <a:tblPr/>
              <a:tblGrid>
                <a:gridCol w="446088"/>
                <a:gridCol w="447675"/>
                <a:gridCol w="446088"/>
                <a:gridCol w="446088"/>
                <a:gridCol w="957262"/>
              </a:tblGrid>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a:t>
                      </a:r>
                      <a:endParaRPr lang="en-US" altLang="zh-CN" sz="16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Count</a:t>
                      </a:r>
                      <a:endParaRPr lang="en-US" altLang="zh-CN" sz="16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b2</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c2</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d2 </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a2</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a2</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765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4E691F9-6429-4B9B-9530-6331FE99930B}" type="slidenum">
              <a:rPr lang="zh-CN" altLang="en-US" sz="1200">
                <a:ea typeface="宋体" pitchFamily="2" charset="-122"/>
              </a:rPr>
              <a:t>25</a:t>
            </a:fld>
            <a:endParaRPr lang="en-US" altLang="zh-CN" sz="1200">
              <a:ea typeface="宋体" pitchFamily="2" charset="-122"/>
            </a:endParaRPr>
          </a:p>
        </p:txBody>
      </p:sp>
      <p:sp>
        <p:nvSpPr>
          <p:cNvPr id="27651"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A22A2E6-A0DA-4493-A053-5ED7254AAAFC}" type="slidenum">
              <a:rPr lang="zh-CN" altLang="en-US" sz="1200">
                <a:ea typeface="宋体" pitchFamily="2" charset="-122"/>
              </a:rPr>
              <a:t>25</a:t>
            </a:fld>
            <a:endParaRPr lang="en-US" altLang="zh-CN" sz="1200">
              <a:ea typeface="宋体" pitchFamily="2" charset="-122"/>
            </a:endParaRPr>
          </a:p>
        </p:txBody>
      </p:sp>
      <p:sp>
        <p:nvSpPr>
          <p:cNvPr id="27652"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Example: Star Reduction</a:t>
            </a:r>
          </a:p>
        </p:txBody>
      </p:sp>
      <p:sp>
        <p:nvSpPr>
          <p:cNvPr id="27653" name="Rectangle 3" title=""/>
          <p:cNvSpPr>
            <a:spLocks noGrp="1"/>
          </p:cNvSpPr>
          <p:nvPr>
            <p:ph type="body" sz="half" idx="1"/>
          </p:nvPr>
        </p:nvSpPr>
        <p:spPr>
          <a:xfrm>
            <a:off x="381000" y="1447800"/>
            <a:ext cx="54864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10000"/>
              </a:lnSpc>
            </a:pPr>
            <a:r>
              <a:rPr lang="en-US" altLang="zh-CN">
                <a:ea typeface="宋体" pitchFamily="2" charset="-122"/>
              </a:rPr>
              <a:t>Suppose minsup = 2</a:t>
            </a:r>
            <a:endParaRPr lang="en-US" altLang="zh-CN">
              <a:ea typeface="宋体" pitchFamily="2" charset="-122"/>
            </a:endParaRPr>
          </a:p>
          <a:p>
            <a:pPr lvl="0" eaLnBrk="1" hangingPunct="1">
              <a:lnSpc>
                <a:spcPct val="110000"/>
              </a:lnSpc>
            </a:pPr>
            <a:r>
              <a:rPr lang="en-US" altLang="zh-CN">
                <a:ea typeface="宋体" pitchFamily="2" charset="-122"/>
              </a:rPr>
              <a:t>Perform one-dimensional aggregation.  Replace attribute values whose count &lt; 2 with *.  And collapse all *’s together</a:t>
            </a:r>
            <a:endParaRPr lang="en-US" altLang="zh-CN">
              <a:ea typeface="宋体" pitchFamily="2" charset="-122"/>
            </a:endParaRPr>
          </a:p>
          <a:p>
            <a:pPr lvl="0" eaLnBrk="1" hangingPunct="1">
              <a:lnSpc>
                <a:spcPct val="110000"/>
              </a:lnSpc>
            </a:pPr>
            <a:r>
              <a:rPr lang="en-US" altLang="zh-CN">
                <a:ea typeface="宋体" pitchFamily="2" charset="-122"/>
              </a:rPr>
              <a:t>Resulting table has all such attributes replaced with the star-attribute</a:t>
            </a:r>
            <a:endParaRPr lang="en-US" altLang="zh-CN">
              <a:ea typeface="宋体" pitchFamily="2" charset="-122"/>
            </a:endParaRPr>
          </a:p>
          <a:p>
            <a:pPr lvl="0" eaLnBrk="1" hangingPunct="1">
              <a:lnSpc>
                <a:spcPct val="110000"/>
              </a:lnSpc>
            </a:pPr>
            <a:r>
              <a:rPr lang="en-US" altLang="zh-CN">
                <a:ea typeface="宋体" pitchFamily="2" charset="-122"/>
              </a:rPr>
              <a:t>With regards to the iceberg computation, this new table is a </a:t>
            </a:r>
            <a:r>
              <a:rPr lang="en-US" altLang="zh-CN" i="1">
                <a:ea typeface="宋体" pitchFamily="2" charset="-122"/>
              </a:rPr>
              <a:t>lossless compression</a:t>
            </a:r>
            <a:r>
              <a:rPr lang="en-US" altLang="zh-CN">
                <a:ea typeface="宋体" pitchFamily="2" charset="-122"/>
              </a:rPr>
              <a:t> of the original table</a:t>
            </a:r>
            <a:endParaRPr lang="en-US" altLang="zh-CN">
              <a:ea typeface="宋体" pitchFamily="2" charset="-122"/>
            </a:endParaRPr>
          </a:p>
        </p:txBody>
      </p:sp>
      <p:graphicFrame>
        <p:nvGraphicFramePr>
          <p:cNvPr id="27654" name="Group 81" title=""/>
          <p:cNvGraphicFramePr>
            <a:graphicFrameLocks noGrp="1"/>
          </p:cNvGraphicFramePr>
          <p:nvPr>
            <p:ph idx="4294967295"/>
          </p:nvPr>
        </p:nvGraphicFramePr>
        <p:xfrm>
          <a:off x="6172200" y="4541838"/>
          <a:ext cx="2743200" cy="1402056"/>
        </p:xfrm>
        <a:graphic>
          <a:graphicData uri="http://schemas.openxmlformats.org/drawingml/2006/table">
            <a:tbl>
              <a:tblPr/>
              <a:tblGrid>
                <a:gridCol w="533400"/>
                <a:gridCol w="457200"/>
                <a:gridCol w="457200"/>
                <a:gridCol w="457200"/>
                <a:gridCol w="838200"/>
              </a:tblGrid>
              <a:tr h="334962">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a:t>
                      </a:r>
                      <a:endParaRPr lang="en-US" altLang="zh-CN" sz="1600">
                        <a:ea typeface="宋体" pitchFamily="2" charset="-122"/>
                      </a:endParaRPr>
                    </a:p>
                  </a:txBody>
                  <a:tcPr marT="45708" marB="45708">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Count</a:t>
                      </a:r>
                      <a:endParaRPr lang="en-US" altLang="zh-CN" sz="1600">
                        <a:ea typeface="宋体" pitchFamily="2" charset="-122"/>
                      </a:endParaRPr>
                    </a:p>
                  </a:txBody>
                  <a:tcPr marT="45708" marB="45708">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355600">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marT="45708" marB="45708">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b1</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marT="45708" marB="45708">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55600">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marT="45708" marB="45708">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 </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marT="45708" marB="45708">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55600">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a2</a:t>
                      </a:r>
                      <a:endParaRPr lang="en-US" altLang="zh-CN" sz="1600">
                        <a:ea typeface="宋体" pitchFamily="2" charset="-122"/>
                      </a:endParaRPr>
                    </a:p>
                  </a:txBody>
                  <a:tcPr marT="45708" marB="45708">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c3</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d4</a:t>
                      </a:r>
                      <a:endParaRPr lang="en-US" altLang="zh-CN" sz="1600">
                        <a:ea typeface="宋体" pitchFamily="2" charset="-122"/>
                      </a:endParaRPr>
                    </a:p>
                  </a:txBody>
                  <a:tcPr marT="45708" marB="45708">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08" bIns="45708">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marT="45708" marB="45708">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graphicFrame>
        <p:nvGraphicFramePr>
          <p:cNvPr id="27686" name="Group 36" title=""/>
          <p:cNvGraphicFramePr>
            <a:graphicFrameLocks noGrp="1"/>
          </p:cNvGraphicFramePr>
          <p:nvPr>
            <p:ph sz="half" idx="4294967295"/>
          </p:nvPr>
        </p:nvGraphicFramePr>
        <p:xfrm>
          <a:off x="6096000" y="1447800"/>
          <a:ext cx="2743200" cy="2190750"/>
        </p:xfrm>
        <a:graphic>
          <a:graphicData uri="http://schemas.openxmlformats.org/drawingml/2006/table">
            <a:tbl>
              <a:tblPr/>
              <a:tblGrid>
                <a:gridCol w="533400"/>
                <a:gridCol w="457200"/>
                <a:gridCol w="457200"/>
                <a:gridCol w="457200"/>
                <a:gridCol w="838200"/>
              </a:tblGrid>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a:t>
                      </a:r>
                      <a:endParaRPr lang="en-US" altLang="zh-CN" sz="16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Count</a:t>
                      </a:r>
                      <a:endParaRPr lang="en-US" altLang="zh-CN" sz="16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b1</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a1</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 </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a2</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5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a2</a:t>
                      </a:r>
                      <a:endParaRPr lang="en-US" altLang="zh-CN" sz="16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c3</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d4</a:t>
                      </a:r>
                      <a:endParaRPr lang="en-US" altLang="zh-CN"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27730" name="Line 80" title=""/>
          <p:cNvSpPr/>
          <p:nvPr/>
        </p:nvSpPr>
        <p:spPr>
          <a:xfrm flipH="1">
            <a:off x="7467600" y="3962400"/>
            <a:ext cx="0" cy="304800"/>
          </a:xfrm>
          <a:prstGeom prst="line">
            <a:avLst/>
          </a:prstGeom>
          <a:noFill/>
          <a:ln>
            <a:solidFill>
              <a:schemeClr val="tx1"/>
            </a:solidFill>
            <a:miter lim="800000"/>
            <a:tailEnd type="triangle" w="lg" len="lg"/>
          </a:ln>
        </p:spPr>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867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D7F7003-E9EE-4DF0-A60F-BE81B81F09D2}" type="slidenum">
              <a:rPr lang="zh-CN" altLang="en-US" sz="1200">
                <a:ea typeface="宋体" pitchFamily="2" charset="-122"/>
              </a:rPr>
              <a:t>26</a:t>
            </a:fld>
            <a:endParaRPr lang="en-US" altLang="zh-CN" sz="1200">
              <a:ea typeface="宋体" pitchFamily="2" charset="-122"/>
            </a:endParaRPr>
          </a:p>
        </p:txBody>
      </p:sp>
      <p:sp>
        <p:nvSpPr>
          <p:cNvPr id="28675" name="Slide Number Placeholder 7"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F66CC62-1966-4A69-8170-3957781338D5}" type="slidenum">
              <a:rPr lang="zh-CN" altLang="en-US" sz="1200">
                <a:ea typeface="宋体" pitchFamily="2" charset="-122"/>
              </a:rPr>
              <a:t>26</a:t>
            </a:fld>
            <a:endParaRPr lang="en-US" altLang="zh-CN" sz="1200">
              <a:ea typeface="宋体" pitchFamily="2" charset="-122"/>
            </a:endParaRPr>
          </a:p>
        </p:txBody>
      </p:sp>
      <p:sp>
        <p:nvSpPr>
          <p:cNvPr id="28676"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Star Tree</a:t>
            </a:r>
          </a:p>
        </p:txBody>
      </p:sp>
      <p:sp>
        <p:nvSpPr>
          <p:cNvPr id="28677" name="Rectangle 3" title=""/>
          <p:cNvSpPr>
            <a:spLocks noGrp="1"/>
          </p:cNvSpPr>
          <p:nvPr>
            <p:ph type="body" sz="half" idx="1"/>
          </p:nvPr>
        </p:nvSpPr>
        <p:spPr>
          <a:xfrm>
            <a:off x="228600" y="1447800"/>
            <a:ext cx="457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30000"/>
              </a:lnSpc>
              <a:buChar char="n"/>
            </a:pPr>
            <a:r>
              <a:rPr lang="en-US" altLang="zh-CN">
                <a:ea typeface="宋体" pitchFamily="2" charset="-122"/>
              </a:rPr>
              <a:t>Given the new compressed table, it is possible to construct the corresponding cell tree</a:t>
            </a:r>
            <a:r>
              <a:rPr lang="en-US" altLang="zh-CN">
                <a:latin typeface="Arial" pitchFamily="34" charset="0"/>
                <a:ea typeface="宋体" pitchFamily="2" charset="-122"/>
              </a:rPr>
              <a:t>—</a:t>
            </a:r>
            <a:r>
              <a:rPr lang="en-US" altLang="zh-CN">
                <a:ea typeface="宋体" pitchFamily="2" charset="-122"/>
              </a:rPr>
              <a:t>called </a:t>
            </a:r>
            <a:r>
              <a:rPr lang="en-US" altLang="zh-CN" u="sng">
                <a:solidFill>
                  <a:schemeClr val="tx2"/>
                </a:solidFill>
                <a:ea typeface="宋体" pitchFamily="2" charset="-122"/>
              </a:rPr>
              <a:t>star tree</a:t>
            </a:r>
            <a:endParaRPr lang="en-US" altLang="zh-CN">
              <a:solidFill>
                <a:schemeClr val="tx2"/>
              </a:solidFill>
              <a:ea typeface="宋体" pitchFamily="2" charset="-122"/>
            </a:endParaRPr>
          </a:p>
          <a:p>
            <a:pPr lvl="0" eaLnBrk="1" hangingPunct="1">
              <a:lnSpc>
                <a:spcPct val="130000"/>
              </a:lnSpc>
              <a:buChar char="n"/>
            </a:pPr>
            <a:r>
              <a:rPr lang="en-US" altLang="zh-CN">
                <a:ea typeface="宋体" pitchFamily="2" charset="-122"/>
              </a:rPr>
              <a:t>Keep a </a:t>
            </a:r>
            <a:r>
              <a:rPr lang="en-US" altLang="zh-CN" u="sng">
                <a:solidFill>
                  <a:schemeClr val="tx2"/>
                </a:solidFill>
                <a:ea typeface="宋体" pitchFamily="2" charset="-122"/>
              </a:rPr>
              <a:t>star table</a:t>
            </a:r>
            <a:r>
              <a:rPr lang="en-US" altLang="zh-CN">
                <a:ea typeface="宋体" pitchFamily="2" charset="-122"/>
              </a:rPr>
              <a:t> at the side for easy lookup of star attributes</a:t>
            </a:r>
            <a:endParaRPr lang="en-US" altLang="zh-CN">
              <a:ea typeface="宋体" pitchFamily="2" charset="-122"/>
            </a:endParaRPr>
          </a:p>
          <a:p>
            <a:pPr lvl="0" eaLnBrk="1" hangingPunct="1">
              <a:lnSpc>
                <a:spcPct val="130000"/>
              </a:lnSpc>
              <a:buChar char="n"/>
            </a:pPr>
            <a:r>
              <a:rPr lang="en-US" altLang="zh-CN">
                <a:ea typeface="宋体" pitchFamily="2" charset="-122"/>
              </a:rPr>
              <a:t>The star tree is a </a:t>
            </a:r>
            <a:r>
              <a:rPr lang="en-US" altLang="zh-CN" i="1">
                <a:ea typeface="宋体" pitchFamily="2" charset="-122"/>
              </a:rPr>
              <a:t>lossless compression</a:t>
            </a:r>
            <a:r>
              <a:rPr lang="en-US" altLang="zh-CN">
                <a:ea typeface="宋体" pitchFamily="2" charset="-122"/>
              </a:rPr>
              <a:t> of the original cell tree</a:t>
            </a:r>
            <a:endParaRPr lang="en-US" altLang="zh-CN">
              <a:ea typeface="宋体" pitchFamily="2" charset="-122"/>
            </a:endParaRPr>
          </a:p>
        </p:txBody>
      </p:sp>
      <p:pic>
        <p:nvPicPr>
          <p:cNvPr id="28678" name="Picture 4" descr="star-table" title=""/>
          <p:cNvPicPr>
            <a:picLocks noChangeAspect="1"/>
          </p:cNvPicPr>
          <p:nvPr>
            <p:ph sz="quarter" idx="2"/>
          </p:nvPr>
        </p:nvPicPr>
        <p:blipFill>
          <a:blip r:embed="rId3"/>
          <a:stretch>
            <a:fillRect/>
          </a:stretch>
        </p:blipFill>
        <p:spPr>
          <a:xfrm>
            <a:off x="4495800" y="2935288"/>
            <a:ext cx="4648200" cy="3236912"/>
          </a:xfrm>
          <a:prstGeom prst="rect">
            <a:avLst/>
          </a:prstGeom>
          <a:noFill/>
          <a:ln>
            <a:miter lim="800000"/>
          </a:ln>
        </p:spPr>
      </p:pic>
      <p:graphicFrame>
        <p:nvGraphicFramePr>
          <p:cNvPr id="28679" name="Group 43" title=""/>
          <p:cNvGraphicFramePr>
            <a:graphicFrameLocks noGrp="1"/>
          </p:cNvGraphicFramePr>
          <p:nvPr>
            <p:ph sz="quarter" idx="4294967295"/>
          </p:nvPr>
        </p:nvGraphicFramePr>
        <p:xfrm>
          <a:off x="6019800" y="1427162"/>
          <a:ext cx="2286000" cy="1241425"/>
        </p:xfrm>
        <a:graphic>
          <a:graphicData uri="http://schemas.openxmlformats.org/drawingml/2006/table">
            <a:tbl>
              <a:tblPr/>
              <a:tblGrid>
                <a:gridCol w="444500"/>
                <a:gridCol w="381000"/>
                <a:gridCol w="381000"/>
                <a:gridCol w="381000"/>
                <a:gridCol w="698500"/>
              </a:tblGrid>
              <a:tr h="309562">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A</a:t>
                      </a:r>
                      <a:endParaRPr lang="en-US" altLang="zh-CN" sz="1200">
                        <a:ea typeface="宋体" pitchFamily="2" charset="-122"/>
                      </a:endParaRPr>
                    </a:p>
                  </a:txBody>
                  <a:tcPr marT="45732" marB="45732">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B</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C</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D</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Count</a:t>
                      </a:r>
                      <a:endParaRPr lang="en-US" altLang="zh-CN" sz="1200">
                        <a:ea typeface="宋体" pitchFamily="2" charset="-122"/>
                      </a:endParaRPr>
                    </a:p>
                  </a:txBody>
                  <a:tcPr marT="45732" marB="45732">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328612">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a1</a:t>
                      </a:r>
                      <a:endParaRPr lang="en-US" altLang="zh-CN" sz="1200">
                        <a:ea typeface="宋体" pitchFamily="2" charset="-122"/>
                      </a:endParaRPr>
                    </a:p>
                  </a:txBody>
                  <a:tcPr marT="45732" marB="45732">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b1</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2</a:t>
                      </a:r>
                      <a:endParaRPr lang="zh-CN" altLang="en-US" sz="1200">
                        <a:ea typeface="宋体" pitchFamily="2" charset="-122"/>
                      </a:endParaRPr>
                    </a:p>
                  </a:txBody>
                  <a:tcPr marT="45732" marB="45732">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74638">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a1</a:t>
                      </a:r>
                      <a:endParaRPr lang="en-US" altLang="zh-CN" sz="1200">
                        <a:ea typeface="宋体" pitchFamily="2" charset="-122"/>
                      </a:endParaRPr>
                    </a:p>
                  </a:txBody>
                  <a:tcPr marT="45732" marB="45732">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 </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1</a:t>
                      </a:r>
                      <a:endParaRPr lang="zh-CN" altLang="en-US" sz="1200">
                        <a:ea typeface="宋体" pitchFamily="2" charset="-122"/>
                      </a:endParaRPr>
                    </a:p>
                  </a:txBody>
                  <a:tcPr marT="45732" marB="45732">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28612">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a2</a:t>
                      </a:r>
                      <a:endParaRPr lang="en-US" altLang="zh-CN" sz="1200">
                        <a:ea typeface="宋体" pitchFamily="2" charset="-122"/>
                      </a:endParaRPr>
                    </a:p>
                  </a:txBody>
                  <a:tcPr marT="45732" marB="45732">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c3</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200">
                          <a:ea typeface="宋体" pitchFamily="2" charset="-122"/>
                        </a:rPr>
                        <a:t>d4</a:t>
                      </a:r>
                      <a:endParaRPr lang="en-US" altLang="zh-CN" sz="1200">
                        <a:ea typeface="宋体" pitchFamily="2" charset="-122"/>
                      </a:endParaRPr>
                    </a:p>
                  </a:txBody>
                  <a:tcPr marT="45732" marB="45732">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32" bIns="45732">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200">
                          <a:ea typeface="宋体" pitchFamily="2" charset="-122"/>
                        </a:rPr>
                        <a:t>2</a:t>
                      </a:r>
                      <a:endParaRPr lang="zh-CN" altLang="en-US" sz="1200">
                        <a:ea typeface="宋体" pitchFamily="2" charset="-122"/>
                      </a:endParaRPr>
                    </a:p>
                  </a:txBody>
                  <a:tcPr marT="45732" marB="45732">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2969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24CA6A4-C07D-4ED2-A581-FBFF4E6BB81A}" type="slidenum">
              <a:rPr lang="zh-CN" altLang="en-US" sz="1200">
                <a:ea typeface="宋体" pitchFamily="2" charset="-122"/>
              </a:rPr>
              <a:t>27</a:t>
            </a:fld>
            <a:endParaRPr lang="en-US" altLang="zh-CN" sz="1200">
              <a:ea typeface="宋体" pitchFamily="2" charset="-122"/>
            </a:endParaRPr>
          </a:p>
        </p:txBody>
      </p:sp>
      <p:sp>
        <p:nvSpPr>
          <p:cNvPr id="29699" name="Slide Number Placeholder 8"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3C886EA-ECF8-4811-8AEF-137ECB8E7715}" type="slidenum">
              <a:rPr lang="zh-CN" altLang="en-US" sz="1200">
                <a:ea typeface="宋体" pitchFamily="2" charset="-122"/>
              </a:rPr>
              <a:t>27</a:t>
            </a:fld>
            <a:endParaRPr lang="en-US" altLang="zh-CN" sz="1200">
              <a:ea typeface="宋体" pitchFamily="2" charset="-122"/>
            </a:endParaRPr>
          </a:p>
        </p:txBody>
      </p:sp>
      <p:sp>
        <p:nvSpPr>
          <p:cNvPr id="29700" name="Rectangle 2" title=""/>
          <p:cNvSpPr>
            <a:spLocks noGrp="1"/>
          </p:cNvSpPr>
          <p:nvPr>
            <p:ph type="title" sz="quarter"/>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Star-Cubing Algorithm—DFS on Lattice Tree</a:t>
            </a:r>
            <a:endParaRPr lang="en-US" altLang="zh-CN" sz="3200">
              <a:ea typeface="宋体" pitchFamily="2" charset="-122"/>
            </a:endParaRPr>
          </a:p>
        </p:txBody>
      </p:sp>
      <p:graphicFrame>
        <p:nvGraphicFramePr>
          <p:cNvPr id="29701" name="Object 10" title=""/>
          <p:cNvGraphicFramePr>
            <a:graphicFrameLocks noChangeAspect="1"/>
          </p:cNvGraphicFramePr>
          <p:nvPr/>
        </p:nvGraphicFramePr>
        <p:xfrm>
          <a:off x="457200" y="1676400"/>
          <a:ext cx="8458200" cy="4751388"/>
        </p:xfrm>
        <a:graphic>
          <a:graphicData uri="http://schemas.openxmlformats.org/presentationml/2006/ole">
            <mc:AlternateContent>
              <mc:Choice xmlns:v="urn:schemas-microsoft-com:vml" Requires="v">
                <p:oleObj spid="_x0000_s1045" name="SmartDraw" r:id="rId3" imgW="8458200" imgH="4751388" progId="SmartDraw.2">
                  <p:embed/>
                </p:oleObj>
              </mc:Choice>
              <mc:Fallback>
                <p:oleObj name="SmartDraw" r:id="rId3" imgW="8458200" imgH="4751388" progId="SmartDraw.2">
                  <p:embed/>
                  <p:pic>
                    <p:nvPicPr>
                      <p:cNvPr id="0" name="OLE substitute image"/>
                      <p:cNvPicPr/>
                      <p:nvPr/>
                    </p:nvPicPr>
                    <p:blipFill>
                      <a:blip r:embed="rId4"/>
                      <a:stretch>
                        <a:fillRect/>
                      </a:stretch>
                    </p:blipFill>
                    <p:spPr>
                      <a:xfrm>
                        <a:off x="457200" y="1676400"/>
                        <a:ext cx="8458200" cy="4751388"/>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072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75EC96B-CD17-47A1-AB7C-E5C9D75F03A9}" type="slidenum">
              <a:rPr lang="zh-CN" altLang="en-US" sz="1200">
                <a:ea typeface="宋体" pitchFamily="2" charset="-122"/>
              </a:rPr>
              <a:t>28</a:t>
            </a:fld>
            <a:endParaRPr lang="en-US" altLang="zh-CN" sz="1200">
              <a:ea typeface="宋体" pitchFamily="2" charset="-122"/>
            </a:endParaRPr>
          </a:p>
        </p:txBody>
      </p:sp>
      <p:sp>
        <p:nvSpPr>
          <p:cNvPr id="3072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FB15805-21DE-4AF6-A9BA-C7742A801516}" type="slidenum">
              <a:rPr lang="zh-CN" altLang="en-US" sz="1200">
                <a:ea typeface="宋体" pitchFamily="2" charset="-122"/>
              </a:rPr>
              <a:t>28</a:t>
            </a:fld>
            <a:endParaRPr lang="en-US" altLang="zh-CN" sz="1200">
              <a:ea typeface="宋体" pitchFamily="2" charset="-122"/>
            </a:endParaRPr>
          </a:p>
        </p:txBody>
      </p:sp>
      <p:sp>
        <p:nvSpPr>
          <p:cNvPr id="30724" name="Rectangle 2"/>
          <p:cNvSpPr>
            <a:spLocks noGrp="1" noChangeArrowheads="1"/>
          </p:cNvSpPr>
          <p:nvPr>
            <p:ph type="title"/>
          </p:nvPr>
        </p:nvSpPr>
        <p:spPr>
          <a:xfrm>
            <a:off x="0" y="152400"/>
            <a:ext cx="5105400" cy="685800"/>
          </a:xfrm>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Multi-Way Aggregation</a:t>
            </a:r>
          </a:p>
        </p:txBody>
      </p:sp>
      <p:pic>
        <p:nvPicPr>
          <p:cNvPr id="30725" name="Picture 3" descr="aggr-step1" title=""/>
          <p:cNvPicPr>
            <a:picLocks noChangeAspect="1"/>
          </p:cNvPicPr>
          <p:nvPr>
            <p:ph idx="1"/>
          </p:nvPr>
        </p:nvPicPr>
        <p:blipFill>
          <a:blip r:embed="rId3"/>
          <a:stretch>
            <a:fillRect/>
          </a:stretch>
        </p:blipFill>
        <p:spPr>
          <a:xfrm>
            <a:off x="228600" y="1524000"/>
            <a:ext cx="8686800" cy="4811713"/>
          </a:xfrm>
          <a:prstGeom prst="rect">
            <a:avLst/>
          </a:prstGeom>
          <a:noFill/>
          <a:ln>
            <a:miter lim="800000"/>
          </a:ln>
        </p:spPr>
      </p:pic>
      <p:graphicFrame>
        <p:nvGraphicFramePr>
          <p:cNvPr id="30726" name="Object 5" title=""/>
          <p:cNvGraphicFramePr>
            <a:graphicFrameLocks noChangeAspect="1"/>
          </p:cNvGraphicFramePr>
          <p:nvPr/>
        </p:nvGraphicFramePr>
        <p:xfrm>
          <a:off x="4870450" y="258763"/>
          <a:ext cx="3517900" cy="1146175"/>
        </p:xfrm>
        <a:graphic>
          <a:graphicData uri="http://schemas.openxmlformats.org/presentationml/2006/ole">
            <mc:AlternateContent>
              <mc:Choice xmlns:v="urn:schemas-microsoft-com:vml" Requires="v">
                <p:oleObj spid="_x0000_s1046" name="SmartDraw" r:id="rId4" imgW="3517900" imgH="1146175" progId="SmartDraw.2">
                  <p:embed/>
                </p:oleObj>
              </mc:Choice>
              <mc:Fallback>
                <p:oleObj name="SmartDraw" r:id="rId4" imgW="3517900" imgH="1146175" progId="SmartDraw.2">
                  <p:embed/>
                  <p:pic>
                    <p:nvPicPr>
                      <p:cNvPr id="0" name="OLE substitute image"/>
                      <p:cNvPicPr/>
                      <p:nvPr/>
                    </p:nvPicPr>
                    <p:blipFill>
                      <a:blip r:embed="rId5"/>
                      <a:stretch>
                        <a:fillRect/>
                      </a:stretch>
                    </p:blipFill>
                    <p:spPr>
                      <a:xfrm>
                        <a:off x="4870450" y="258763"/>
                        <a:ext cx="3517900" cy="1146175"/>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PhAnim="0">
  <p:cSld name="">
    <p:spTree>
      <p:nvGrpSpPr>
        <p:cNvPr id="1" name="" title=""/>
        <p:cNvGrpSpPr/>
        <p:nvPr/>
      </p:nvGrpSpPr>
      <p:grpSpPr/>
      <p:sp>
        <p:nvSpPr>
          <p:cNvPr id="3174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06CE202-660E-4304-A223-A744A6C29616}" type="slidenum">
              <a:rPr lang="zh-CN" altLang="en-US" sz="1200">
                <a:ea typeface="宋体" pitchFamily="2" charset="-122"/>
              </a:rPr>
              <a:t>29</a:t>
            </a:fld>
            <a:endParaRPr lang="en-US" altLang="zh-CN" sz="1200">
              <a:ea typeface="宋体" pitchFamily="2" charset="-122"/>
            </a:endParaRPr>
          </a:p>
        </p:txBody>
      </p:sp>
      <p:sp>
        <p:nvSpPr>
          <p:cNvPr id="31747" name="Slide Number Placeholder 7"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FDB33B1-2C5E-44A6-BC0D-AED074D7740F}" type="slidenum">
              <a:rPr lang="zh-CN" altLang="en-US" sz="1200">
                <a:ea typeface="宋体" pitchFamily="2" charset="-122"/>
              </a:rPr>
              <a:t>29</a:t>
            </a:fld>
            <a:endParaRPr lang="en-US" altLang="zh-CN" sz="1200">
              <a:ea typeface="宋体" pitchFamily="2" charset="-122"/>
            </a:endParaRPr>
          </a:p>
        </p:txBody>
      </p:sp>
      <p:graphicFrame>
        <p:nvGraphicFramePr>
          <p:cNvPr id="31748" name="Object 2" title=""/>
          <p:cNvGraphicFramePr>
            <a:graphicFrameLocks noChangeAspect="1"/>
          </p:cNvGraphicFramePr>
          <p:nvPr>
            <p:ph sz="quarter" idx="3"/>
          </p:nvPr>
        </p:nvGraphicFramePr>
        <p:xfrm>
          <a:off x="228600" y="1676400"/>
          <a:ext cx="8534400" cy="3019425"/>
        </p:xfrm>
        <a:graphic>
          <a:graphicData uri="http://schemas.openxmlformats.org/presentationml/2006/ole">
            <mc:AlternateContent>
              <mc:Choice xmlns:v="urn:schemas-microsoft-com:vml" Requires="v">
                <p:oleObj spid="_x0000_s1047" name="Bitmap Image" r:id="rId3" imgW="8534400" imgH="3019425" progId="Paint.Picture">
                  <p:embed/>
                </p:oleObj>
              </mc:Choice>
              <mc:Fallback>
                <p:oleObj name="Bitmap Image" r:id="rId3" imgW="8534400" imgH="3019425" progId="Paint.Picture">
                  <p:embed/>
                  <p:pic>
                    <p:nvPicPr>
                      <p:cNvPr id="0" name="OLE substitute image"/>
                      <p:cNvPicPr/>
                      <p:nvPr/>
                    </p:nvPicPr>
                    <p:blipFill>
                      <a:blip r:embed="rId4"/>
                      <a:stretch>
                        <a:fillRect/>
                      </a:stretch>
                    </p:blipFill>
                    <p:spPr>
                      <a:xfrm>
                        <a:off x="228600" y="1676400"/>
                        <a:ext cx="8534400" cy="3019425"/>
                      </a:xfrm>
                      <a:prstGeom prst="rect">
                        <a:avLst/>
                      </a:prstGeom>
                      <a:noFill/>
                      <a:ln w="9525">
                        <a:noFill/>
                        <a:miter lim="800000"/>
                      </a:ln>
                      <a:effectLst/>
                    </p:spPr>
                  </p:pic>
                </p:oleObj>
              </mc:Fallback>
            </mc:AlternateContent>
          </a:graphicData>
        </a:graphic>
      </p:graphicFrame>
      <p:sp>
        <p:nvSpPr>
          <p:cNvPr id="31749" name="Rectangle 3" title=""/>
          <p:cNvSpPr>
            <a:spLocks noGrp="1"/>
          </p:cNvSpPr>
          <p:nvPr>
            <p:ph type="title"/>
          </p:nvPr>
        </p:nvSpPr>
        <p:spPr>
          <a:xfrm>
            <a:off x="0" y="3048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Star-Cubing Algorithm—</a:t>
            </a:r>
            <a:r>
              <a:rPr lang="en-US" altLang="zh-CN">
                <a:ea typeface="宋体" pitchFamily="2" charset="-122"/>
              </a:rPr>
              <a:t>DFS on Star-Tree</a:t>
            </a:r>
            <a:endParaRPr lang="en-US" altLang="zh-CN">
              <a:ea typeface="宋体" pitchFamily="2" charset="-122"/>
            </a:endParaRPr>
          </a:p>
        </p:txBody>
      </p:sp>
      <p:graphicFrame>
        <p:nvGraphicFramePr>
          <p:cNvPr id="31750" name="Object 4" title=""/>
          <p:cNvGraphicFramePr>
            <a:graphicFrameLocks noChangeAspect="1"/>
          </p:cNvGraphicFramePr>
          <p:nvPr>
            <p:ph sz="half" idx="1"/>
          </p:nvPr>
        </p:nvGraphicFramePr>
        <p:xfrm>
          <a:off x="228600" y="1676400"/>
          <a:ext cx="8534400" cy="3019425"/>
        </p:xfrm>
        <a:graphic>
          <a:graphicData uri="http://schemas.openxmlformats.org/presentationml/2006/ole">
            <mc:AlternateContent>
              <mc:Choice xmlns:v="urn:schemas-microsoft-com:vml" Requires="v">
                <p:oleObj spid="_x0000_s1048" name="Bitmap Image" r:id="rId5" imgW="8534400" imgH="3019425" progId="Paint.Picture">
                  <p:embed/>
                </p:oleObj>
              </mc:Choice>
              <mc:Fallback>
                <p:oleObj name="Bitmap Image" r:id="rId5" imgW="8534400" imgH="3019425" progId="Paint.Picture">
                  <p:embed/>
                  <p:pic>
                    <p:nvPicPr>
                      <p:cNvPr id="0" name="OLE substitute image"/>
                      <p:cNvPicPr/>
                      <p:nvPr/>
                    </p:nvPicPr>
                    <p:blipFill>
                      <a:blip r:embed="rId6"/>
                      <a:stretch>
                        <a:fillRect/>
                      </a:stretch>
                    </p:blipFill>
                    <p:spPr>
                      <a:xfrm>
                        <a:off x="228600" y="1676400"/>
                        <a:ext cx="8534400" cy="3019425"/>
                      </a:xfrm>
                      <a:prstGeom prst="rect">
                        <a:avLst/>
                      </a:prstGeom>
                      <a:noFill/>
                      <a:ln w="9525">
                        <a:noFill/>
                        <a:miter lim="800000"/>
                      </a:ln>
                      <a:effectLst/>
                    </p:spPr>
                  </p:pic>
                </p:oleObj>
              </mc:Fallback>
            </mc:AlternateContent>
          </a:graphicData>
        </a:graphic>
      </p:graphicFrame>
      <p:graphicFrame>
        <p:nvGraphicFramePr>
          <p:cNvPr id="31751" name="Object 5" title=""/>
          <p:cNvGraphicFramePr>
            <a:graphicFrameLocks noChangeAspect="1"/>
          </p:cNvGraphicFramePr>
          <p:nvPr>
            <p:ph sz="quarter" idx="2"/>
          </p:nvPr>
        </p:nvGraphicFramePr>
        <p:xfrm>
          <a:off x="228600" y="1676400"/>
          <a:ext cx="8534400" cy="3019425"/>
        </p:xfrm>
        <a:graphic>
          <a:graphicData uri="http://schemas.openxmlformats.org/presentationml/2006/ole">
            <mc:AlternateContent>
              <mc:Choice xmlns:v="urn:schemas-microsoft-com:vml" Requires="v">
                <p:oleObj spid="_x0000_s1049" name="Bitmap Image" r:id="rId7" imgW="8534400" imgH="3019425" progId="Paint.Picture">
                  <p:embed/>
                </p:oleObj>
              </mc:Choice>
              <mc:Fallback>
                <p:oleObj name="Bitmap Image" r:id="rId7" imgW="8534400" imgH="3019425" progId="Paint.Picture">
                  <p:embed/>
                  <p:pic>
                    <p:nvPicPr>
                      <p:cNvPr id="0" name="OLE substitute image"/>
                      <p:cNvPicPr/>
                      <p:nvPr/>
                    </p:nvPicPr>
                    <p:blipFill>
                      <a:blip r:embed="rId8"/>
                      <a:stretch>
                        <a:fillRect/>
                      </a:stretch>
                    </p:blipFill>
                    <p:spPr>
                      <a:xfrm>
                        <a:off x="228600" y="1676400"/>
                        <a:ext cx="8534400" cy="3019425"/>
                      </a:xfrm>
                      <a:prstGeom prst="rect">
                        <a:avLst/>
                      </a:prstGeom>
                      <a:noFill/>
                      <a:ln w="9525">
                        <a:noFill/>
                        <a:miter lim="800000"/>
                      </a:ln>
                      <a:effectLst/>
                    </p:spPr>
                  </p:pic>
                </p:oleObj>
              </mc:Fallback>
            </mc:AlternateContent>
          </a:graphicData>
        </a:graphic>
      </p:graphicFrame>
      <p:sp>
        <p:nvSpPr>
          <p:cNvPr id="31752" name="Rectangle 6" title=""/>
          <p:cNvSpPr/>
          <p:nvPr/>
        </p:nvSpPr>
        <p:spPr>
          <a:xfrm>
            <a:off x="381000" y="4876800"/>
            <a:ext cx="8229600" cy="1711325"/>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342900" lvl="0" indent="-342900" eaLnBrk="1" hangingPunct="1">
              <a:spcBef>
                <a:spcPct val="20000"/>
              </a:spcBef>
              <a:buClr>
                <a:schemeClr val="folHlink"/>
              </a:buClr>
              <a:buSzPct val="60000"/>
              <a:buFont typeface="Wingdings" pitchFamily="2" charset="2"/>
              <a:buChar char="n"/>
            </a:pPr>
            <a:endParaRPr lang="en-US" altLang="zh-CN">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 calcmode="lin" valueType="num">
                                      <p:cBhvr additive="base">
                                        <p:cTn id="7" dur="500" fill="hold"/>
                                        <p:tgtEl>
                                          <p:spTgt spid="31750"/>
                                        </p:tgtEl>
                                        <p:attrNameLst>
                                          <p:attrName>ppt_x</p:attrName>
                                        </p:attrNameLst>
                                      </p:cBhvr>
                                      <p:tavLst>
                                        <p:tav tm="0">
                                          <p:val>
                                            <p:strVal val="#ppt_x"/>
                                          </p:val>
                                        </p:tav>
                                        <p:tav tm="100000">
                                          <p:val>
                                            <p:strVal val="#ppt_x"/>
                                          </p:val>
                                        </p:tav>
                                      </p:tavLst>
                                    </p:anim>
                                    <p:anim calcmode="lin" valueType="num">
                                      <p:cBhvr additive="base">
                                        <p:cTn id="8" dur="500" fill="hold"/>
                                        <p:tgtEl>
                                          <p:spTgt spid="3175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1751"/>
                                        </p:tgtEl>
                                        <p:attrNameLst>
                                          <p:attrName>style.visibility</p:attrName>
                                        </p:attrNameLst>
                                      </p:cBhvr>
                                      <p:to>
                                        <p:strVal val="visible"/>
                                      </p:to>
                                    </p:set>
                                    <p:anim calcmode="lin" valueType="num">
                                      <p:cBhvr additive="base">
                                        <p:cTn id="13" dur="500" fill="hold"/>
                                        <p:tgtEl>
                                          <p:spTgt spid="31751"/>
                                        </p:tgtEl>
                                        <p:attrNameLst>
                                          <p:attrName>ppt_x</p:attrName>
                                        </p:attrNameLst>
                                      </p:cBhvr>
                                      <p:tavLst>
                                        <p:tav tm="0">
                                          <p:val>
                                            <p:strVal val="#ppt_x"/>
                                          </p:val>
                                        </p:tav>
                                        <p:tav tm="100000">
                                          <p:val>
                                            <p:strVal val="#ppt_x"/>
                                          </p:val>
                                        </p:tav>
                                      </p:tavLst>
                                    </p:anim>
                                    <p:anim calcmode="lin" valueType="num">
                                      <p:cBhvr additive="base">
                                        <p:cTn id="14"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277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4285E7F-6AE2-479F-BA1C-86333F7146AD}" type="slidenum">
              <a:rPr lang="zh-CN" altLang="en-US" sz="1200">
                <a:ea typeface="宋体" pitchFamily="2" charset="-122"/>
              </a:rPr>
              <a:t>30</a:t>
            </a:fld>
            <a:endParaRPr lang="en-US" altLang="zh-CN" sz="1200">
              <a:ea typeface="宋体" pitchFamily="2" charset="-122"/>
            </a:endParaRPr>
          </a:p>
        </p:txBody>
      </p:sp>
      <p:sp>
        <p:nvSpPr>
          <p:cNvPr id="3277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9C31ED5-F435-46AA-AD36-BEBBB7094A30}" type="slidenum">
              <a:rPr lang="zh-CN" altLang="en-US" sz="1200">
                <a:ea typeface="宋体" pitchFamily="2" charset="-122"/>
              </a:rPr>
              <a:t>30</a:t>
            </a:fld>
            <a:endParaRPr lang="en-US" altLang="zh-CN" sz="1200">
              <a:ea typeface="宋体" pitchFamily="2" charset="-122"/>
            </a:endParaRPr>
          </a:p>
        </p:txBody>
      </p:sp>
      <p:sp>
        <p:nvSpPr>
          <p:cNvPr id="32772"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Multi-Way Star-Tree Aggregation</a:t>
            </a:r>
          </a:p>
        </p:txBody>
      </p:sp>
      <p:sp>
        <p:nvSpPr>
          <p:cNvPr id="32773" name="Rectangle 3" title=""/>
          <p:cNvSpPr>
            <a:spLocks noGrp="1"/>
          </p:cNvSpPr>
          <p:nvPr>
            <p:ph type="body" idx="1"/>
          </p:nvPr>
        </p:nvSpPr>
        <p:spPr>
          <a:xfrm>
            <a:off x="381000" y="1524000"/>
            <a:ext cx="8305800" cy="4953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30000"/>
              </a:lnSpc>
            </a:pPr>
            <a:r>
              <a:rPr lang="en-US" altLang="zh-CN" sz="2400">
                <a:ea typeface="宋体" pitchFamily="2" charset="-122"/>
              </a:rPr>
              <a:t>Start depth-first search at the root of the base star tree</a:t>
            </a:r>
            <a:endParaRPr lang="en-US" altLang="zh-CN" sz="2400">
              <a:ea typeface="宋体" pitchFamily="2" charset="-122"/>
            </a:endParaRPr>
          </a:p>
          <a:p>
            <a:pPr lvl="0" eaLnBrk="1" hangingPunct="1">
              <a:lnSpc>
                <a:spcPct val="130000"/>
              </a:lnSpc>
            </a:pPr>
            <a:r>
              <a:rPr lang="en-US" altLang="zh-CN" sz="2400">
                <a:ea typeface="宋体" pitchFamily="2" charset="-122"/>
              </a:rPr>
              <a:t>At each new node in the DFS, create corresponding star tree that are descendents of the current tree according to the integrated traversal ordering </a:t>
            </a:r>
            <a:endParaRPr lang="en-US" altLang="zh-CN" sz="2400">
              <a:ea typeface="宋体" pitchFamily="2" charset="-122"/>
            </a:endParaRPr>
          </a:p>
          <a:p>
            <a:pPr lvl="1" eaLnBrk="1" hangingPunct="1">
              <a:lnSpc>
                <a:spcPct val="130000"/>
              </a:lnSpc>
            </a:pPr>
            <a:r>
              <a:rPr lang="en-US" altLang="zh-CN" sz="2400">
                <a:ea typeface="宋体" pitchFamily="2" charset="-122"/>
              </a:rPr>
              <a:t>E.g., in the base tree, when DFS reaches </a:t>
            </a:r>
            <a:r>
              <a:rPr lang="en-US" altLang="zh-CN" sz="2400">
                <a:latin typeface="Courier New" pitchFamily="49" charset="0"/>
                <a:ea typeface="宋体" pitchFamily="2" charset="-122"/>
              </a:rPr>
              <a:t>a1</a:t>
            </a:r>
            <a:r>
              <a:rPr lang="en-US" altLang="zh-CN" sz="2400">
                <a:ea typeface="宋体" pitchFamily="2" charset="-122"/>
              </a:rPr>
              <a:t>, the ACD/A tree is created</a:t>
            </a:r>
            <a:endParaRPr lang="en-US" altLang="zh-CN" sz="2400">
              <a:ea typeface="宋体" pitchFamily="2" charset="-122"/>
            </a:endParaRPr>
          </a:p>
          <a:p>
            <a:pPr lvl="1" eaLnBrk="1" hangingPunct="1">
              <a:lnSpc>
                <a:spcPct val="130000"/>
              </a:lnSpc>
            </a:pPr>
            <a:r>
              <a:rPr lang="en-US" altLang="zh-CN" sz="2400">
                <a:ea typeface="宋体" pitchFamily="2" charset="-122"/>
              </a:rPr>
              <a:t>When DFS reaches </a:t>
            </a:r>
            <a:r>
              <a:rPr lang="en-US" altLang="zh-CN" sz="2400">
                <a:latin typeface="Courier New" pitchFamily="49" charset="0"/>
                <a:ea typeface="宋体" pitchFamily="2" charset="-122"/>
              </a:rPr>
              <a:t>b*</a:t>
            </a:r>
            <a:r>
              <a:rPr lang="en-US" altLang="zh-CN" sz="2400">
                <a:ea typeface="宋体" pitchFamily="2" charset="-122"/>
              </a:rPr>
              <a:t>, the ABD/AD tree is created</a:t>
            </a:r>
            <a:endParaRPr lang="en-US" altLang="zh-CN" sz="2400">
              <a:ea typeface="宋体" pitchFamily="2" charset="-122"/>
            </a:endParaRPr>
          </a:p>
          <a:p>
            <a:pPr lvl="0" eaLnBrk="1" hangingPunct="1">
              <a:lnSpc>
                <a:spcPct val="130000"/>
              </a:lnSpc>
            </a:pPr>
            <a:r>
              <a:rPr lang="en-US" altLang="zh-CN" sz="2400">
                <a:ea typeface="宋体" pitchFamily="2" charset="-122"/>
              </a:rPr>
              <a:t>The counts in the base tree are carried over to the new trees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379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FEB4A4D-DB6D-401E-90E3-CD64BD80F597}" type="slidenum">
              <a:rPr lang="zh-CN" altLang="en-US" sz="1200">
                <a:ea typeface="宋体" pitchFamily="2" charset="-122"/>
              </a:rPr>
              <a:t>31</a:t>
            </a:fld>
            <a:endParaRPr lang="en-US" altLang="zh-CN" sz="1200">
              <a:ea typeface="宋体" pitchFamily="2" charset="-122"/>
            </a:endParaRPr>
          </a:p>
        </p:txBody>
      </p:sp>
      <p:sp>
        <p:nvSpPr>
          <p:cNvPr id="3379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2681D6F-9D51-4079-B8AD-9A568AA03F04}" type="slidenum">
              <a:rPr lang="zh-CN" altLang="en-US" sz="1200">
                <a:ea typeface="宋体" pitchFamily="2" charset="-122"/>
              </a:rPr>
              <a:t>31</a:t>
            </a:fld>
            <a:endParaRPr lang="en-US" altLang="zh-CN" sz="1200">
              <a:ea typeface="宋体" pitchFamily="2" charset="-122"/>
            </a:endParaRPr>
          </a:p>
        </p:txBody>
      </p:sp>
      <p:sp>
        <p:nvSpPr>
          <p:cNvPr id="33796" name="Rectangle 2"/>
          <p:cNvSpPr>
            <a:spLocks noGrp="1" noChangeArrowheads="1"/>
          </p:cNvSpPr>
          <p:nvPr>
            <p:ph type="title"/>
          </p:nvPr>
        </p:nvSpPr>
        <p:spPr>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Multi-Way Aggregation (2)</a:t>
            </a:r>
          </a:p>
        </p:txBody>
      </p:sp>
      <p:sp>
        <p:nvSpPr>
          <p:cNvPr id="33797" name="Rectangle 3" title=""/>
          <p:cNvSpPr>
            <a:spLocks noGrp="1"/>
          </p:cNvSpPr>
          <p:nvPr>
            <p:ph type="body" idx="1"/>
          </p:nvPr>
        </p:nvSpPr>
        <p:spPr>
          <a:xfrm>
            <a:off x="381000" y="1524000"/>
            <a:ext cx="8229600" cy="4953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400">
                <a:ea typeface="宋体" pitchFamily="2" charset="-122"/>
              </a:rPr>
              <a:t>When DFS reaches a leaf node (e.g., </a:t>
            </a:r>
            <a:r>
              <a:rPr lang="en-US" altLang="zh-CN" sz="2400">
                <a:latin typeface="Courier New" pitchFamily="49" charset="0"/>
                <a:ea typeface="宋体" pitchFamily="2" charset="-122"/>
              </a:rPr>
              <a:t>d*</a:t>
            </a:r>
            <a:r>
              <a:rPr lang="en-US" altLang="zh-CN" sz="2400">
                <a:ea typeface="宋体" pitchFamily="2" charset="-122"/>
              </a:rPr>
              <a:t>), start backtracking</a:t>
            </a:r>
            <a:endParaRPr lang="en-US" altLang="zh-CN" sz="2400">
              <a:ea typeface="宋体" pitchFamily="2" charset="-122"/>
            </a:endParaRPr>
          </a:p>
          <a:p>
            <a:pPr lvl="0" eaLnBrk="1" hangingPunct="1">
              <a:lnSpc>
                <a:spcPct val="110000"/>
              </a:lnSpc>
            </a:pPr>
            <a:r>
              <a:rPr lang="en-US" altLang="zh-CN" sz="2400">
                <a:ea typeface="宋体" pitchFamily="2" charset="-122"/>
              </a:rPr>
              <a:t>On every backtracking branch, the count in the corresponding trees are output, the tree is destroyed, and the node in the base tree is destroyed</a:t>
            </a:r>
            <a:endParaRPr lang="en-US" altLang="zh-CN" sz="2400">
              <a:ea typeface="宋体" pitchFamily="2" charset="-122"/>
            </a:endParaRPr>
          </a:p>
          <a:p>
            <a:pPr lvl="0" eaLnBrk="1" hangingPunct="1">
              <a:lnSpc>
                <a:spcPct val="110000"/>
              </a:lnSpc>
            </a:pPr>
            <a:r>
              <a:rPr lang="en-US" altLang="zh-CN" sz="2400">
                <a:ea typeface="宋体" pitchFamily="2" charset="-122"/>
              </a:rPr>
              <a:t>Example</a:t>
            </a:r>
            <a:endParaRPr lang="en-US" altLang="zh-CN" sz="2400">
              <a:ea typeface="宋体" pitchFamily="2" charset="-122"/>
            </a:endParaRPr>
          </a:p>
          <a:p>
            <a:pPr lvl="1" eaLnBrk="1" hangingPunct="1">
              <a:lnSpc>
                <a:spcPct val="110000"/>
              </a:lnSpc>
            </a:pPr>
            <a:r>
              <a:rPr lang="en-US" altLang="zh-CN" sz="2400">
                <a:ea typeface="宋体" pitchFamily="2" charset="-122"/>
              </a:rPr>
              <a:t>When traversing from </a:t>
            </a:r>
            <a:r>
              <a:rPr lang="en-US" altLang="zh-CN" sz="2400">
                <a:latin typeface="Courier New" pitchFamily="49" charset="0"/>
                <a:ea typeface="宋体" pitchFamily="2" charset="-122"/>
              </a:rPr>
              <a:t>d*</a:t>
            </a:r>
            <a:r>
              <a:rPr lang="en-US" altLang="zh-CN" sz="2400">
                <a:ea typeface="宋体" pitchFamily="2" charset="-122"/>
              </a:rPr>
              <a:t> back to </a:t>
            </a:r>
            <a:r>
              <a:rPr lang="en-US" altLang="zh-CN" sz="2400">
                <a:latin typeface="Courier New" pitchFamily="49" charset="0"/>
                <a:ea typeface="宋体" pitchFamily="2" charset="-122"/>
              </a:rPr>
              <a:t>c*</a:t>
            </a:r>
            <a:r>
              <a:rPr lang="en-US" altLang="zh-CN" sz="2400">
                <a:ea typeface="宋体" pitchFamily="2" charset="-122"/>
              </a:rPr>
              <a:t>, the </a:t>
            </a:r>
            <a:r>
              <a:rPr lang="en-US" altLang="zh-CN" sz="2400">
                <a:latin typeface="Courier New" pitchFamily="49" charset="0"/>
                <a:ea typeface="宋体" pitchFamily="2" charset="-122"/>
              </a:rPr>
              <a:t>a1b*c*/a1b*c*</a:t>
            </a:r>
            <a:r>
              <a:rPr lang="en-US" altLang="zh-CN" sz="2400">
                <a:ea typeface="宋体" pitchFamily="2" charset="-122"/>
              </a:rPr>
              <a:t> tree is output and destroyed</a:t>
            </a:r>
            <a:endParaRPr lang="en-US" altLang="zh-CN" sz="2400">
              <a:ea typeface="宋体" pitchFamily="2" charset="-122"/>
            </a:endParaRPr>
          </a:p>
          <a:p>
            <a:pPr lvl="1" eaLnBrk="1" hangingPunct="1">
              <a:lnSpc>
                <a:spcPct val="110000"/>
              </a:lnSpc>
            </a:pPr>
            <a:r>
              <a:rPr lang="en-US" altLang="zh-CN" sz="2400">
                <a:ea typeface="宋体" pitchFamily="2" charset="-122"/>
              </a:rPr>
              <a:t>When traversing from </a:t>
            </a:r>
            <a:r>
              <a:rPr lang="en-US" altLang="zh-CN" sz="2400">
                <a:latin typeface="Courier New" pitchFamily="49" charset="0"/>
                <a:ea typeface="宋体" pitchFamily="2" charset="-122"/>
              </a:rPr>
              <a:t>c*</a:t>
            </a:r>
            <a:r>
              <a:rPr lang="en-US" altLang="zh-CN" sz="2400">
                <a:ea typeface="宋体" pitchFamily="2" charset="-122"/>
              </a:rPr>
              <a:t> back to </a:t>
            </a:r>
            <a:r>
              <a:rPr lang="en-US" altLang="zh-CN" sz="2400">
                <a:latin typeface="Courier New" pitchFamily="49" charset="0"/>
                <a:ea typeface="宋体" pitchFamily="2" charset="-122"/>
              </a:rPr>
              <a:t>b*</a:t>
            </a:r>
            <a:r>
              <a:rPr lang="en-US" altLang="zh-CN" sz="2400">
                <a:ea typeface="宋体" pitchFamily="2" charset="-122"/>
              </a:rPr>
              <a:t>, the </a:t>
            </a:r>
            <a:r>
              <a:rPr lang="en-US" altLang="zh-CN" sz="2400">
                <a:latin typeface="Courier New" pitchFamily="49" charset="0"/>
                <a:ea typeface="宋体" pitchFamily="2" charset="-122"/>
              </a:rPr>
              <a:t>a1b*D/a1b*</a:t>
            </a:r>
            <a:r>
              <a:rPr lang="en-US" altLang="zh-CN" sz="2400">
                <a:ea typeface="宋体" pitchFamily="2" charset="-122"/>
              </a:rPr>
              <a:t> tree is output and destroyed</a:t>
            </a:r>
            <a:endParaRPr lang="en-US" altLang="zh-CN" sz="2400">
              <a:ea typeface="宋体" pitchFamily="2" charset="-122"/>
            </a:endParaRPr>
          </a:p>
          <a:p>
            <a:pPr lvl="1" eaLnBrk="1" hangingPunct="1">
              <a:lnSpc>
                <a:spcPct val="110000"/>
              </a:lnSpc>
            </a:pPr>
            <a:r>
              <a:rPr lang="en-US" altLang="zh-CN" sz="2400">
                <a:ea typeface="宋体" pitchFamily="2" charset="-122"/>
              </a:rPr>
              <a:t>When at </a:t>
            </a:r>
            <a:r>
              <a:rPr lang="en-US" altLang="zh-CN" sz="2400">
                <a:latin typeface="Courier New" pitchFamily="49" charset="0"/>
                <a:ea typeface="宋体" pitchFamily="2" charset="-122"/>
              </a:rPr>
              <a:t>b*</a:t>
            </a:r>
            <a:r>
              <a:rPr lang="en-US" altLang="zh-CN" sz="2400">
                <a:ea typeface="宋体" pitchFamily="2" charset="-122"/>
              </a:rPr>
              <a:t>, jump to </a:t>
            </a:r>
            <a:r>
              <a:rPr lang="en-US" altLang="zh-CN" sz="2400">
                <a:latin typeface="Courier New" pitchFamily="49" charset="0"/>
                <a:ea typeface="宋体" pitchFamily="2" charset="-122"/>
              </a:rPr>
              <a:t>b1</a:t>
            </a:r>
            <a:r>
              <a:rPr lang="en-US" altLang="zh-CN" sz="2400">
                <a:ea typeface="宋体" pitchFamily="2" charset="-122"/>
              </a:rPr>
              <a:t> and repeat similar process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481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F04C747-D59F-4B3E-B0E2-FBC9FD1A0CC5}" type="slidenum">
              <a:rPr lang="zh-CN" altLang="en-US" sz="1200">
                <a:ea typeface="宋体" pitchFamily="2" charset="-122"/>
              </a:rPr>
              <a:t>32</a:t>
            </a:fld>
            <a:endParaRPr lang="en-US" altLang="zh-CN" sz="1200">
              <a:ea typeface="宋体" pitchFamily="2" charset="-122"/>
            </a:endParaRPr>
          </a:p>
        </p:txBody>
      </p:sp>
      <p:sp>
        <p:nvSpPr>
          <p:cNvPr id="3481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BADEA26-792D-43DA-898D-1E15B773658B}" type="slidenum">
              <a:rPr lang="zh-CN" altLang="en-US" sz="1200">
                <a:ea typeface="宋体" pitchFamily="2" charset="-122"/>
              </a:rPr>
              <a:t>32</a:t>
            </a:fld>
            <a:endParaRPr lang="en-US" altLang="zh-CN" sz="1200">
              <a:ea typeface="宋体" pitchFamily="2" charset="-122"/>
            </a:endParaRPr>
          </a:p>
        </p:txBody>
      </p:sp>
      <p:sp>
        <p:nvSpPr>
          <p:cNvPr id="34820" name="Rectangle 2" title=""/>
          <p:cNvSpPr>
            <a:spLocks noGrp="1"/>
          </p:cNvSpPr>
          <p:nvPr>
            <p:ph type="title"/>
          </p:nvPr>
        </p:nvSpPr>
        <p:spPr>
          <a:xfrm>
            <a:off x="304800" y="152400"/>
            <a:ext cx="85344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Computation Methods</a:t>
            </a:r>
            <a:endParaRPr lang="en-US" altLang="zh-CN">
              <a:ea typeface="宋体" pitchFamily="2" charset="-122"/>
            </a:endParaRPr>
          </a:p>
        </p:txBody>
      </p:sp>
      <p:sp>
        <p:nvSpPr>
          <p:cNvPr id="34821" name="Rectangle 3" title=""/>
          <p:cNvSpPr>
            <a:spLocks noGrp="1"/>
          </p:cNvSpPr>
          <p:nvPr>
            <p:ph type="body" idx="1"/>
          </p:nvPr>
        </p:nvSpPr>
        <p:spPr>
          <a:xfrm>
            <a:off x="457200" y="1524000"/>
            <a:ext cx="8382000" cy="49530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90000"/>
              </a:lnSpc>
            </a:pPr>
            <a:r>
              <a:rPr lang="en-US" altLang="zh-CN" sz="3200">
                <a:ea typeface="宋体" pitchFamily="2" charset="-122"/>
              </a:rPr>
              <a:t>Multi-Way Array Aggregation</a:t>
            </a:r>
            <a:endParaRPr lang="en-US" altLang="zh-CN" sz="3200">
              <a:ea typeface="宋体" pitchFamily="2" charset="-122"/>
            </a:endParaRPr>
          </a:p>
          <a:p>
            <a:pPr lvl="0" eaLnBrk="1" hangingPunct="1">
              <a:lnSpc>
                <a:spcPct val="190000"/>
              </a:lnSpc>
            </a:pPr>
            <a:r>
              <a:rPr lang="en-US" altLang="zh-CN" sz="3200">
                <a:ea typeface="宋体" pitchFamily="2" charset="-122"/>
              </a:rPr>
              <a:t>BUC</a:t>
            </a:r>
            <a:endParaRPr lang="en-US" altLang="zh-CN" sz="3200">
              <a:ea typeface="宋体" pitchFamily="2" charset="-122"/>
            </a:endParaRPr>
          </a:p>
          <a:p>
            <a:pPr lvl="0" eaLnBrk="1" hangingPunct="1">
              <a:lnSpc>
                <a:spcPct val="190000"/>
              </a:lnSpc>
            </a:pPr>
            <a:r>
              <a:rPr lang="en-US" altLang="zh-CN" sz="3200">
                <a:ea typeface="宋体" pitchFamily="2" charset="-122"/>
              </a:rPr>
              <a:t>Star-Cubing</a:t>
            </a:r>
            <a:endParaRPr lang="en-US" altLang="zh-CN" sz="3200">
              <a:ea typeface="宋体" pitchFamily="2" charset="-122"/>
            </a:endParaRPr>
          </a:p>
          <a:p>
            <a:pPr lvl="0" eaLnBrk="1" hangingPunct="1">
              <a:lnSpc>
                <a:spcPct val="190000"/>
              </a:lnSpc>
            </a:pPr>
            <a:r>
              <a:rPr lang="en-US" altLang="zh-CN" sz="3200">
                <a:ea typeface="宋体" pitchFamily="2" charset="-122"/>
              </a:rPr>
              <a:t>High-Dimensional OLAP</a:t>
            </a:r>
            <a:endParaRPr lang="en-US" altLang="zh-CN" sz="3200">
              <a:ea typeface="宋体" pitchFamily="2" charset="-122"/>
            </a:endParaRPr>
          </a:p>
        </p:txBody>
      </p:sp>
      <p:sp>
        <p:nvSpPr>
          <p:cNvPr id="34822" name="AutoShape 4" title=""/>
          <p:cNvSpPr/>
          <p:nvPr/>
        </p:nvSpPr>
        <p:spPr>
          <a:xfrm rot="20640000">
            <a:off x="5486400" y="4876800"/>
            <a:ext cx="381000" cy="427038"/>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584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E41857B-A32D-4417-A6A8-DB77D159A616}" type="slidenum">
              <a:rPr lang="zh-CN" altLang="en-US" sz="1200">
                <a:ea typeface="宋体" pitchFamily="2" charset="-122"/>
              </a:rPr>
              <a:t>33</a:t>
            </a:fld>
            <a:endParaRPr lang="en-US" altLang="zh-CN" sz="1200">
              <a:ea typeface="宋体" pitchFamily="2" charset="-122"/>
            </a:endParaRPr>
          </a:p>
        </p:txBody>
      </p:sp>
      <p:sp>
        <p:nvSpPr>
          <p:cNvPr id="3584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673112D-99A6-4481-BAED-8535F354DA28}" type="slidenum">
              <a:rPr lang="zh-CN" altLang="en-US" sz="1200">
                <a:ea typeface="宋体" pitchFamily="2" charset="-122"/>
              </a:rPr>
              <a:t>33</a:t>
            </a:fld>
            <a:endParaRPr lang="en-US" altLang="zh-CN" sz="1200">
              <a:ea typeface="宋体" pitchFamily="2" charset="-122"/>
            </a:endParaRPr>
          </a:p>
        </p:txBody>
      </p:sp>
      <p:pic>
        <p:nvPicPr>
          <p:cNvPr id="35844" name="Picture 2" title=""/>
          <p:cNvPicPr>
            <a:picLocks noChangeAspect="1"/>
          </p:cNvPicPr>
          <p:nvPr/>
        </p:nvPicPr>
        <p:blipFill>
          <a:blip r:embed="rId3"/>
          <a:stretch>
            <a:fillRect/>
          </a:stretch>
        </p:blipFill>
        <p:spPr>
          <a:xfrm>
            <a:off x="2209800" y="3219450"/>
            <a:ext cx="4724400" cy="3543300"/>
          </a:xfrm>
          <a:prstGeom prst="rect">
            <a:avLst/>
          </a:prstGeom>
          <a:noFill/>
          <a:ln>
            <a:noFill/>
            <a:miter lim="800000"/>
          </a:ln>
        </p:spPr>
      </p:pic>
      <p:sp>
        <p:nvSpPr>
          <p:cNvPr id="35845" name="Rectangle 3" title=""/>
          <p:cNvSpPr>
            <a:spLocks noGrp="1"/>
          </p:cNvSpPr>
          <p:nvPr>
            <p:ph type="title"/>
          </p:nvPr>
        </p:nvSpPr>
        <p:spPr>
          <a:xfrm>
            <a:off x="685800" y="304800"/>
            <a:ext cx="7793038"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The Curse of Dimensionality</a:t>
            </a:r>
            <a:endParaRPr lang="en-US" altLang="zh-CN" sz="3200">
              <a:ea typeface="宋体" pitchFamily="2" charset="-122"/>
            </a:endParaRPr>
          </a:p>
        </p:txBody>
      </p:sp>
      <p:sp>
        <p:nvSpPr>
          <p:cNvPr id="35846" name="Rectangle 4"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r>
              <a:rPr lang="en-US" altLang="zh-CN" sz="2400">
                <a:ea typeface="宋体" pitchFamily="2" charset="-122"/>
              </a:rPr>
              <a:t>None of the previous cubing method can handle high dimensionality!</a:t>
            </a:r>
            <a:endParaRPr lang="en-US" altLang="zh-CN" sz="2400">
              <a:ea typeface="宋体" pitchFamily="2" charset="-122"/>
            </a:endParaRPr>
          </a:p>
          <a:p>
            <a:pPr lvl="0" eaLnBrk="1" hangingPunct="1"/>
            <a:r>
              <a:rPr lang="en-US" altLang="zh-CN" sz="2400">
                <a:ea typeface="宋体" pitchFamily="2" charset="-122"/>
              </a:rPr>
              <a:t>A database of 600k tuples.  Each dimension has cardinality of 100 and </a:t>
            </a:r>
            <a:r>
              <a:rPr lang="en-US" altLang="zh-CN" sz="2400" i="1">
                <a:ea typeface="宋体" pitchFamily="2" charset="-122"/>
              </a:rPr>
              <a:t>zipf</a:t>
            </a:r>
            <a:r>
              <a:rPr lang="en-US" altLang="zh-CN" sz="2400">
                <a:ea typeface="宋体" pitchFamily="2" charset="-122"/>
              </a:rPr>
              <a:t> of 2.</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686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3981B73-5AF9-48F3-8344-1BC9B6E4AD16}" type="slidenum">
              <a:rPr lang="zh-CN" altLang="en-US" sz="1200">
                <a:ea typeface="宋体" pitchFamily="2" charset="-122"/>
              </a:rPr>
              <a:t>34</a:t>
            </a:fld>
            <a:endParaRPr lang="en-US" altLang="zh-CN" sz="1200">
              <a:ea typeface="宋体" pitchFamily="2" charset="-122"/>
            </a:endParaRPr>
          </a:p>
        </p:txBody>
      </p:sp>
      <p:sp>
        <p:nvSpPr>
          <p:cNvPr id="3686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39D02AD-CFDA-4919-989E-6D07BF737293}" type="slidenum">
              <a:rPr lang="zh-CN" altLang="en-US" sz="1200">
                <a:ea typeface="宋体" pitchFamily="2" charset="-122"/>
              </a:rPr>
              <a:t>34</a:t>
            </a:fld>
            <a:endParaRPr lang="en-US" altLang="zh-CN" sz="1200">
              <a:ea typeface="宋体" pitchFamily="2" charset="-122"/>
            </a:endParaRPr>
          </a:p>
        </p:txBody>
      </p:sp>
      <p:sp>
        <p:nvSpPr>
          <p:cNvPr id="36868" name="Rectangle 2" title=""/>
          <p:cNvSpPr>
            <a:spLocks noGrp="1"/>
          </p:cNvSpPr>
          <p:nvPr>
            <p:ph type="title"/>
          </p:nvPr>
        </p:nvSpPr>
        <p:spPr>
          <a:xfrm>
            <a:off x="0" y="476250"/>
            <a:ext cx="9144000" cy="576263"/>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Motivation of High-D OLAP</a:t>
            </a:r>
            <a:endParaRPr lang="en-US" altLang="zh-CN" sz="3200">
              <a:ea typeface="宋体" pitchFamily="2" charset="-122"/>
            </a:endParaRPr>
          </a:p>
        </p:txBody>
      </p:sp>
      <p:sp>
        <p:nvSpPr>
          <p:cNvPr id="36869" name="Rectangle 3" title=""/>
          <p:cNvSpPr>
            <a:spLocks noGrp="1"/>
          </p:cNvSpPr>
          <p:nvPr>
            <p:ph type="body" idx="1"/>
          </p:nvPr>
        </p:nvSpPr>
        <p:spPr>
          <a:xfrm>
            <a:off x="304800" y="1524000"/>
            <a:ext cx="8185150" cy="4953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90000"/>
              </a:lnSpc>
            </a:pPr>
            <a:r>
              <a:rPr lang="en-US" altLang="zh-CN" sz="2400">
                <a:ea typeface="宋体" pitchFamily="2" charset="-122"/>
              </a:rPr>
              <a:t>X. Li, J. Han, and H. Gonzalez, High-Dimensional OLAP: A Minimal Cubing Approach, VLDB'04</a:t>
            </a:r>
            <a:endParaRPr lang="en-US" altLang="zh-CN" sz="2400">
              <a:ea typeface="宋体" pitchFamily="2" charset="-122"/>
            </a:endParaRPr>
          </a:p>
          <a:p>
            <a:pPr lvl="0" eaLnBrk="1" hangingPunct="1">
              <a:lnSpc>
                <a:spcPct val="90000"/>
              </a:lnSpc>
            </a:pPr>
            <a:r>
              <a:rPr lang="en-US" altLang="zh-CN" sz="2400">
                <a:ea typeface="宋体" pitchFamily="2" charset="-122"/>
              </a:rPr>
              <a:t>Challenge to current cubing methods:</a:t>
            </a:r>
            <a:endParaRPr lang="en-US" altLang="zh-CN" sz="2400">
              <a:ea typeface="宋体" pitchFamily="2" charset="-122"/>
            </a:endParaRPr>
          </a:p>
          <a:p>
            <a:pPr lvl="1" eaLnBrk="1" hangingPunct="1">
              <a:lnSpc>
                <a:spcPct val="90000"/>
              </a:lnSpc>
            </a:pPr>
            <a:r>
              <a:rPr lang="en-US" altLang="zh-CN" sz="2400">
                <a:ea typeface="宋体" pitchFamily="2" charset="-122"/>
              </a:rPr>
              <a:t>The “curse of dimensionality’’ problem</a:t>
            </a:r>
            <a:endParaRPr lang="en-US" altLang="zh-CN" sz="2400">
              <a:ea typeface="宋体" pitchFamily="2" charset="-122"/>
            </a:endParaRPr>
          </a:p>
          <a:p>
            <a:pPr lvl="1" eaLnBrk="1" hangingPunct="1">
              <a:lnSpc>
                <a:spcPct val="90000"/>
              </a:lnSpc>
            </a:pPr>
            <a:r>
              <a:rPr lang="en-US" altLang="zh-CN" sz="2400">
                <a:ea typeface="宋体" pitchFamily="2" charset="-122"/>
              </a:rPr>
              <a:t>Iceberg cube and compressed cubes: only delay the inevitable explosion</a:t>
            </a:r>
            <a:endParaRPr lang="en-US" altLang="zh-CN" sz="2400">
              <a:ea typeface="宋体" pitchFamily="2" charset="-122"/>
            </a:endParaRPr>
          </a:p>
          <a:p>
            <a:pPr lvl="1" eaLnBrk="1" hangingPunct="1">
              <a:lnSpc>
                <a:spcPct val="90000"/>
              </a:lnSpc>
            </a:pPr>
            <a:r>
              <a:rPr lang="en-US" altLang="zh-CN" sz="2400">
                <a:ea typeface="宋体" pitchFamily="2" charset="-122"/>
              </a:rPr>
              <a:t>Full materialization: still significant overhead in accessing results on disk</a:t>
            </a:r>
            <a:endParaRPr lang="en-US" altLang="zh-CN" sz="2400">
              <a:ea typeface="宋体" pitchFamily="2" charset="-122"/>
            </a:endParaRPr>
          </a:p>
          <a:p>
            <a:pPr lvl="0" eaLnBrk="1" hangingPunct="1">
              <a:lnSpc>
                <a:spcPct val="90000"/>
              </a:lnSpc>
            </a:pPr>
            <a:r>
              <a:rPr lang="en-US" altLang="zh-CN" sz="2400">
                <a:ea typeface="宋体" pitchFamily="2" charset="-122"/>
              </a:rPr>
              <a:t>High-D OLAP is needed in applications</a:t>
            </a:r>
            <a:endParaRPr lang="en-US" altLang="zh-CN" sz="2400">
              <a:ea typeface="宋体" pitchFamily="2" charset="-122"/>
            </a:endParaRPr>
          </a:p>
          <a:p>
            <a:pPr lvl="1" eaLnBrk="1" hangingPunct="1">
              <a:lnSpc>
                <a:spcPct val="90000"/>
              </a:lnSpc>
            </a:pPr>
            <a:r>
              <a:rPr lang="en-US" altLang="zh-CN" sz="2400">
                <a:ea typeface="宋体" pitchFamily="2" charset="-122"/>
              </a:rPr>
              <a:t>Science and engineering analysis</a:t>
            </a:r>
            <a:endParaRPr lang="en-US" altLang="zh-CN" sz="2400">
              <a:ea typeface="宋体" pitchFamily="2" charset="-122"/>
            </a:endParaRPr>
          </a:p>
          <a:p>
            <a:pPr lvl="1" eaLnBrk="1" hangingPunct="1">
              <a:lnSpc>
                <a:spcPct val="90000"/>
              </a:lnSpc>
            </a:pPr>
            <a:r>
              <a:rPr lang="en-US" altLang="zh-CN" sz="2400">
                <a:ea typeface="宋体" pitchFamily="2" charset="-122"/>
              </a:rPr>
              <a:t>Bio-data analysis: thousands of genes</a:t>
            </a:r>
            <a:endParaRPr lang="en-US" altLang="zh-CN" sz="2400">
              <a:ea typeface="宋体" pitchFamily="2" charset="-122"/>
            </a:endParaRPr>
          </a:p>
          <a:p>
            <a:pPr lvl="1" eaLnBrk="1" hangingPunct="1">
              <a:lnSpc>
                <a:spcPct val="90000"/>
              </a:lnSpc>
            </a:pPr>
            <a:r>
              <a:rPr lang="en-US" altLang="zh-CN" sz="2400">
                <a:ea typeface="宋体" pitchFamily="2" charset="-122"/>
              </a:rPr>
              <a:t>Statistical surveys: hundreds of variables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789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8B946E9-F99B-4A6F-A3C0-C4934700E5C7}" type="slidenum">
              <a:rPr lang="zh-CN" altLang="en-US" sz="1200">
                <a:ea typeface="宋体" pitchFamily="2" charset="-122"/>
              </a:rPr>
              <a:t>35</a:t>
            </a:fld>
            <a:endParaRPr lang="en-US" altLang="zh-CN" sz="1200">
              <a:ea typeface="宋体" pitchFamily="2" charset="-122"/>
            </a:endParaRPr>
          </a:p>
        </p:txBody>
      </p:sp>
      <p:sp>
        <p:nvSpPr>
          <p:cNvPr id="3789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8BD6D78-12D0-44A1-8A14-0365C76ED18A}" type="slidenum">
              <a:rPr lang="zh-CN" altLang="en-US" sz="1200">
                <a:ea typeface="宋体" pitchFamily="2" charset="-122"/>
              </a:rPr>
              <a:t>35</a:t>
            </a:fld>
            <a:endParaRPr lang="en-US" altLang="zh-CN" sz="1200">
              <a:ea typeface="宋体" pitchFamily="2" charset="-122"/>
            </a:endParaRPr>
          </a:p>
        </p:txBody>
      </p:sp>
      <p:sp>
        <p:nvSpPr>
          <p:cNvPr id="37892" name="Rectangle 2" title=""/>
          <p:cNvSpPr>
            <a:spLocks noGrp="1"/>
          </p:cNvSpPr>
          <p:nvPr>
            <p:ph type="title"/>
          </p:nvPr>
        </p:nvSpPr>
        <p:spPr>
          <a:xfrm>
            <a:off x="533400" y="381000"/>
            <a:ext cx="8162925" cy="609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Fast High-D OLAP with Minimal Cubing</a:t>
            </a:r>
            <a:endParaRPr lang="en-US" altLang="zh-CN" sz="3200">
              <a:ea typeface="宋体" pitchFamily="2" charset="-122"/>
            </a:endParaRPr>
          </a:p>
        </p:txBody>
      </p:sp>
      <p:sp>
        <p:nvSpPr>
          <p:cNvPr id="37893" name="Rectangle 3" title=""/>
          <p:cNvSpPr>
            <a:spLocks noGrp="1"/>
          </p:cNvSpPr>
          <p:nvPr>
            <p:ph type="body" idx="1"/>
          </p:nvPr>
        </p:nvSpPr>
        <p:spPr>
          <a:xfrm>
            <a:off x="381000" y="1447800"/>
            <a:ext cx="8113713"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40000"/>
              </a:lnSpc>
              <a:buChar char="n"/>
            </a:pPr>
            <a:r>
              <a:rPr lang="en-US" altLang="zh-CN" sz="2400" u="sng">
                <a:solidFill>
                  <a:srgbClr val="996633"/>
                </a:solidFill>
                <a:ea typeface="宋体" pitchFamily="2" charset="-122"/>
              </a:rPr>
              <a:t>Observation</a:t>
            </a:r>
            <a:r>
              <a:rPr lang="en-US" altLang="zh-CN" sz="2400">
                <a:ea typeface="宋体" pitchFamily="2" charset="-122"/>
              </a:rPr>
              <a:t>: OLAP occurs only on a small subset of dimensions at a time</a:t>
            </a:r>
            <a:endParaRPr lang="en-US" altLang="zh-CN" sz="2400">
              <a:ea typeface="宋体" pitchFamily="2" charset="-122"/>
            </a:endParaRPr>
          </a:p>
          <a:p>
            <a:pPr lvl="0" eaLnBrk="1" hangingPunct="1">
              <a:lnSpc>
                <a:spcPct val="140000"/>
              </a:lnSpc>
              <a:buChar char="n"/>
            </a:pPr>
            <a:r>
              <a:rPr lang="en-US" altLang="zh-CN" sz="2400" u="sng">
                <a:solidFill>
                  <a:srgbClr val="996633"/>
                </a:solidFill>
                <a:ea typeface="宋体" pitchFamily="2" charset="-122"/>
              </a:rPr>
              <a:t>Semi-Online Computational Model</a:t>
            </a:r>
            <a:endParaRPr lang="en-US" altLang="zh-CN" sz="2400">
              <a:ea typeface="宋体" pitchFamily="2" charset="-122"/>
            </a:endParaRPr>
          </a:p>
          <a:p>
            <a:pPr lvl="1" eaLnBrk="1" hangingPunct="1">
              <a:lnSpc>
                <a:spcPct val="140000"/>
              </a:lnSpc>
              <a:buFont typeface="Times" pitchFamily="18" charset="0"/>
              <a:buAutoNum type="arabicPeriod"/>
            </a:pPr>
            <a:r>
              <a:rPr lang="en-US" altLang="zh-CN" sz="2400">
                <a:ea typeface="宋体" pitchFamily="2" charset="-122"/>
              </a:rPr>
              <a:t>Partition the set of dimensions into </a:t>
            </a:r>
            <a:r>
              <a:rPr lang="en-US" altLang="zh-CN" sz="2400" b="1">
                <a:ea typeface="宋体" pitchFamily="2" charset="-122"/>
              </a:rPr>
              <a:t>shell fragments</a:t>
            </a:r>
            <a:endParaRPr lang="en-US" altLang="zh-CN" sz="2400">
              <a:ea typeface="宋体" pitchFamily="2" charset="-122"/>
            </a:endParaRPr>
          </a:p>
          <a:p>
            <a:pPr lvl="1" eaLnBrk="1" hangingPunct="1">
              <a:lnSpc>
                <a:spcPct val="140000"/>
              </a:lnSpc>
              <a:buFont typeface="Times" pitchFamily="18" charset="0"/>
              <a:buAutoNum type="arabicPeriod"/>
            </a:pPr>
            <a:r>
              <a:rPr lang="en-US" altLang="zh-CN" sz="2400">
                <a:ea typeface="宋体" pitchFamily="2" charset="-122"/>
              </a:rPr>
              <a:t>Compute data cubes for each shell fragment while retaining </a:t>
            </a:r>
            <a:r>
              <a:rPr lang="en-US" altLang="zh-CN" sz="2400" b="1">
                <a:ea typeface="宋体" pitchFamily="2" charset="-122"/>
              </a:rPr>
              <a:t>inverted indices</a:t>
            </a:r>
            <a:r>
              <a:rPr lang="en-US" altLang="zh-CN" sz="2400">
                <a:ea typeface="宋体" pitchFamily="2" charset="-122"/>
              </a:rPr>
              <a:t> or </a:t>
            </a:r>
            <a:r>
              <a:rPr lang="en-US" altLang="zh-CN" sz="2400" b="1">
                <a:ea typeface="宋体" pitchFamily="2" charset="-122"/>
              </a:rPr>
              <a:t>value-list indices</a:t>
            </a:r>
            <a:endParaRPr lang="en-US" altLang="zh-CN" sz="2400">
              <a:ea typeface="宋体" pitchFamily="2" charset="-122"/>
            </a:endParaRPr>
          </a:p>
          <a:p>
            <a:pPr lvl="1" eaLnBrk="1" hangingPunct="1">
              <a:lnSpc>
                <a:spcPct val="140000"/>
              </a:lnSpc>
              <a:buFont typeface="Times" pitchFamily="18" charset="0"/>
              <a:buAutoNum type="arabicPeriod"/>
            </a:pPr>
            <a:r>
              <a:rPr lang="en-US" altLang="zh-CN" sz="2400">
                <a:ea typeface="宋体" pitchFamily="2" charset="-122"/>
              </a:rPr>
              <a:t>Given the pre-computed </a:t>
            </a:r>
            <a:r>
              <a:rPr lang="en-US" altLang="zh-CN" sz="2400" b="1">
                <a:ea typeface="宋体" pitchFamily="2" charset="-122"/>
              </a:rPr>
              <a:t>fragment cubes</a:t>
            </a:r>
            <a:r>
              <a:rPr lang="en-US" altLang="zh-CN" sz="2400">
                <a:ea typeface="宋体" pitchFamily="2" charset="-122"/>
              </a:rPr>
              <a:t>, dynamically compute cube cells of the high-dimensional data cube </a:t>
            </a:r>
            <a:r>
              <a:rPr lang="en-US" altLang="zh-CN" sz="2400" i="1">
                <a:ea typeface="宋体" pitchFamily="2" charset="-122"/>
              </a:rPr>
              <a:t>online</a:t>
            </a:r>
            <a:endParaRPr lang="en-US" altLang="zh-CN" sz="2400" i="1">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891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D883524-9598-405C-8CD3-38E14E533110}" type="slidenum">
              <a:rPr lang="zh-CN" altLang="en-US" sz="1200">
                <a:ea typeface="宋体" pitchFamily="2" charset="-122"/>
              </a:rPr>
              <a:t>36</a:t>
            </a:fld>
            <a:endParaRPr lang="en-US" altLang="zh-CN" sz="1200">
              <a:ea typeface="宋体" pitchFamily="2" charset="-122"/>
            </a:endParaRPr>
          </a:p>
        </p:txBody>
      </p:sp>
      <p:sp>
        <p:nvSpPr>
          <p:cNvPr id="3891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B6B273B-FE2F-4170-8D22-59B0E98F5EB8}" type="slidenum">
              <a:rPr lang="zh-CN" altLang="en-US" sz="1200">
                <a:ea typeface="宋体" pitchFamily="2" charset="-122"/>
              </a:rPr>
              <a:t>36</a:t>
            </a:fld>
            <a:endParaRPr lang="en-US" altLang="zh-CN" sz="1200">
              <a:ea typeface="宋体" pitchFamily="2" charset="-122"/>
            </a:endParaRPr>
          </a:p>
        </p:txBody>
      </p:sp>
      <p:sp>
        <p:nvSpPr>
          <p:cNvPr id="38916"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Properties of Proposed Method</a:t>
            </a:r>
            <a:endParaRPr lang="en-US" altLang="zh-CN" sz="3200">
              <a:ea typeface="宋体" pitchFamily="2" charset="-122"/>
            </a:endParaRPr>
          </a:p>
        </p:txBody>
      </p:sp>
      <p:sp>
        <p:nvSpPr>
          <p:cNvPr id="38917"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533400" lvl="0" indent="-533400" eaLnBrk="1" hangingPunct="1">
              <a:lnSpc>
                <a:spcPct val="150000"/>
              </a:lnSpc>
            </a:pPr>
            <a:r>
              <a:rPr lang="en-US" altLang="zh-CN" sz="2400">
                <a:ea typeface="宋体" pitchFamily="2" charset="-122"/>
              </a:rPr>
              <a:t>Partitions the data vertically</a:t>
            </a:r>
            <a:endParaRPr lang="en-US" altLang="zh-CN" sz="2400">
              <a:ea typeface="宋体" pitchFamily="2" charset="-122"/>
            </a:endParaRPr>
          </a:p>
          <a:p>
            <a:pPr marL="533400" lvl="0" indent="-533400" eaLnBrk="1" hangingPunct="1">
              <a:lnSpc>
                <a:spcPct val="150000"/>
              </a:lnSpc>
            </a:pPr>
            <a:r>
              <a:rPr lang="en-US" altLang="zh-CN" sz="2400">
                <a:ea typeface="宋体" pitchFamily="2" charset="-122"/>
              </a:rPr>
              <a:t>Reduces high-dimensional cube into a set of lower dimensional cubes</a:t>
            </a:r>
            <a:endParaRPr lang="en-US" altLang="zh-CN" sz="2400">
              <a:ea typeface="宋体" pitchFamily="2" charset="-122"/>
            </a:endParaRPr>
          </a:p>
          <a:p>
            <a:pPr marL="533400" lvl="0" indent="-533400" eaLnBrk="1" hangingPunct="1">
              <a:lnSpc>
                <a:spcPct val="150000"/>
              </a:lnSpc>
            </a:pPr>
            <a:r>
              <a:rPr lang="en-US" altLang="zh-CN" sz="2400">
                <a:ea typeface="宋体" pitchFamily="2" charset="-122"/>
              </a:rPr>
              <a:t>Online re-construction of original high-dimensional space</a:t>
            </a:r>
            <a:endParaRPr lang="en-US" altLang="zh-CN" sz="2400">
              <a:ea typeface="宋体" pitchFamily="2" charset="-122"/>
            </a:endParaRPr>
          </a:p>
          <a:p>
            <a:pPr marL="533400" lvl="0" indent="-533400" eaLnBrk="1" hangingPunct="1">
              <a:lnSpc>
                <a:spcPct val="150000"/>
              </a:lnSpc>
            </a:pPr>
            <a:r>
              <a:rPr lang="en-US" altLang="zh-CN" sz="2400">
                <a:ea typeface="宋体" pitchFamily="2" charset="-122"/>
              </a:rPr>
              <a:t>Lossless reduction</a:t>
            </a:r>
            <a:endParaRPr lang="en-US" altLang="zh-CN" sz="2400">
              <a:ea typeface="宋体" pitchFamily="2" charset="-122"/>
            </a:endParaRPr>
          </a:p>
          <a:p>
            <a:pPr marL="533400" lvl="0" indent="-533400" eaLnBrk="1" hangingPunct="1">
              <a:lnSpc>
                <a:spcPct val="150000"/>
              </a:lnSpc>
            </a:pPr>
            <a:r>
              <a:rPr lang="en-US" altLang="zh-CN" sz="2400">
                <a:ea typeface="宋体" pitchFamily="2" charset="-122"/>
              </a:rPr>
              <a:t>Offers tradeoffs between the amount of pre-processing and the speed of online computation</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3993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ECAB0C4-050D-45B9-8918-B0E421429A43}" type="slidenum">
              <a:rPr lang="zh-CN" altLang="en-US" sz="1200">
                <a:ea typeface="宋体" pitchFamily="2" charset="-122"/>
              </a:rPr>
              <a:t>37</a:t>
            </a:fld>
            <a:endParaRPr lang="en-US" altLang="zh-CN" sz="1200">
              <a:ea typeface="宋体" pitchFamily="2" charset="-122"/>
            </a:endParaRPr>
          </a:p>
        </p:txBody>
      </p:sp>
      <p:sp>
        <p:nvSpPr>
          <p:cNvPr id="3993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BDD1304-2430-484F-8CE9-48A4138A9641}" type="slidenum">
              <a:rPr lang="zh-CN" altLang="en-US" sz="1200">
                <a:ea typeface="宋体" pitchFamily="2" charset="-122"/>
              </a:rPr>
              <a:t>37</a:t>
            </a:fld>
            <a:endParaRPr lang="en-US" altLang="zh-CN" sz="1200">
              <a:ea typeface="宋体" pitchFamily="2" charset="-122"/>
            </a:endParaRPr>
          </a:p>
        </p:txBody>
      </p:sp>
      <p:sp>
        <p:nvSpPr>
          <p:cNvPr id="39940"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Example Computation</a:t>
            </a:r>
            <a:endParaRPr lang="en-US" altLang="zh-CN" sz="3200">
              <a:ea typeface="宋体" pitchFamily="2" charset="-122"/>
            </a:endParaRPr>
          </a:p>
        </p:txBody>
      </p:sp>
      <p:sp>
        <p:nvSpPr>
          <p:cNvPr id="39941"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90000"/>
              </a:lnSpc>
            </a:pPr>
            <a:r>
              <a:rPr lang="en-US" altLang="zh-CN" sz="2400">
                <a:ea typeface="宋体" pitchFamily="2" charset="-122"/>
              </a:rPr>
              <a:t>Let the cube aggregation function be </a:t>
            </a:r>
            <a:r>
              <a:rPr lang="en-US" altLang="zh-CN" sz="2400">
                <a:latin typeface="Courier New" pitchFamily="49" charset="0"/>
                <a:ea typeface="宋体" pitchFamily="2" charset="-122"/>
              </a:rPr>
              <a:t>count</a:t>
            </a: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endParaRPr lang="en-US" altLang="zh-CN" sz="2400">
              <a:ea typeface="宋体" pitchFamily="2" charset="-122"/>
            </a:endParaRPr>
          </a:p>
          <a:p>
            <a:pPr lvl="0" eaLnBrk="1" hangingPunct="1">
              <a:lnSpc>
                <a:spcPct val="90000"/>
              </a:lnSpc>
            </a:pPr>
            <a:r>
              <a:rPr lang="en-US" altLang="zh-CN" sz="2400">
                <a:ea typeface="宋体" pitchFamily="2" charset="-122"/>
              </a:rPr>
              <a:t>Divide the 5 dimensions into 2 shell fragments: </a:t>
            </a:r>
            <a:endParaRPr lang="en-US" altLang="zh-CN" sz="2400">
              <a:ea typeface="宋体" pitchFamily="2" charset="-122"/>
            </a:endParaRPr>
          </a:p>
          <a:p>
            <a:pPr lvl="1" eaLnBrk="1" hangingPunct="1">
              <a:lnSpc>
                <a:spcPct val="90000"/>
              </a:lnSpc>
            </a:pPr>
            <a:r>
              <a:rPr lang="en-US" altLang="zh-CN" sz="2400">
                <a:ea typeface="宋体" pitchFamily="2" charset="-122"/>
              </a:rPr>
              <a:t>(</a:t>
            </a:r>
            <a:r>
              <a:rPr lang="en-US" altLang="zh-CN" sz="2400">
                <a:latin typeface="Courier New" pitchFamily="49" charset="0"/>
                <a:ea typeface="宋体" pitchFamily="2" charset="-122"/>
              </a:rPr>
              <a:t>A, B, C</a:t>
            </a:r>
            <a:r>
              <a:rPr lang="en-US" altLang="zh-CN" sz="2400">
                <a:ea typeface="宋体" pitchFamily="2" charset="-122"/>
              </a:rPr>
              <a:t>) and (</a:t>
            </a:r>
            <a:r>
              <a:rPr lang="en-US" altLang="zh-CN" sz="2400">
                <a:latin typeface="Courier New" pitchFamily="49" charset="0"/>
                <a:ea typeface="宋体" pitchFamily="2" charset="-122"/>
              </a:rPr>
              <a:t>D, E</a:t>
            </a:r>
            <a:r>
              <a:rPr lang="en-US" altLang="zh-CN" sz="2400">
                <a:ea typeface="宋体" pitchFamily="2" charset="-122"/>
              </a:rPr>
              <a:t>)</a:t>
            </a:r>
            <a:endParaRPr lang="en-US" altLang="zh-CN" sz="2400">
              <a:ea typeface="宋体" pitchFamily="2" charset="-122"/>
            </a:endParaRPr>
          </a:p>
        </p:txBody>
      </p:sp>
      <p:graphicFrame>
        <p:nvGraphicFramePr>
          <p:cNvPr id="39942" name="Group 4" title=""/>
          <p:cNvGraphicFramePr>
            <a:graphicFrameLocks noGrp="1"/>
          </p:cNvGraphicFramePr>
          <p:nvPr/>
        </p:nvGraphicFramePr>
        <p:xfrm>
          <a:off x="1981200" y="2295525"/>
          <a:ext cx="4648200" cy="2733675"/>
        </p:xfrm>
        <a:graphic>
          <a:graphicData uri="http://schemas.openxmlformats.org/drawingml/2006/table">
            <a:tbl>
              <a:tblPr/>
              <a:tblGrid>
                <a:gridCol w="774700"/>
                <a:gridCol w="774700"/>
                <a:gridCol w="774700"/>
                <a:gridCol w="774700"/>
                <a:gridCol w="774700"/>
                <a:gridCol w="774700"/>
              </a:tblGrid>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i="1">
                          <a:latin typeface="Courier New" pitchFamily="49" charset="0"/>
                          <a:ea typeface="宋体" pitchFamily="2" charset="-122"/>
                        </a:rPr>
                        <a:t>tid</a:t>
                      </a:r>
                      <a:endParaRPr lang="en-US" altLang="zh-CN" sz="2000" b="1" i="1">
                        <a:latin typeface="Courier New" pitchFamily="49" charset="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b="1">
                          <a:latin typeface="Courier New" pitchFamily="49" charset="0"/>
                          <a:ea typeface="宋体" pitchFamily="2" charset="-122"/>
                        </a:rPr>
                        <a:t>A</a:t>
                      </a:r>
                      <a:endParaRPr lang="en-US" altLang="zh-CN" sz="2000" b="1">
                        <a:latin typeface="Courier New" pitchFamily="49" charset="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b="1">
                          <a:latin typeface="Courier New" pitchFamily="49" charset="0"/>
                          <a:ea typeface="宋体" pitchFamily="2" charset="-122"/>
                        </a:rPr>
                        <a:t>B</a:t>
                      </a:r>
                      <a:endParaRPr lang="en-US" altLang="zh-CN" sz="2000" b="1">
                        <a:latin typeface="Courier New" pitchFamily="49" charset="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b="1">
                          <a:latin typeface="Courier New" pitchFamily="49" charset="0"/>
                          <a:ea typeface="宋体" pitchFamily="2" charset="-122"/>
                        </a:rPr>
                        <a:t>C</a:t>
                      </a:r>
                      <a:endParaRPr lang="en-US" altLang="zh-CN" sz="2000" b="1">
                        <a:latin typeface="Courier New" pitchFamily="49" charset="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b="1">
                          <a:latin typeface="Courier New" pitchFamily="49" charset="0"/>
                          <a:ea typeface="宋体" pitchFamily="2" charset="-122"/>
                        </a:rPr>
                        <a:t>D</a:t>
                      </a:r>
                      <a:endParaRPr lang="en-US" altLang="zh-CN" sz="2000" b="1">
                        <a:latin typeface="Courier New" pitchFamily="49" charset="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b="1">
                          <a:latin typeface="Courier New" pitchFamily="49" charset="0"/>
                          <a:ea typeface="宋体" pitchFamily="2" charset="-122"/>
                        </a:rPr>
                        <a:t>E</a:t>
                      </a:r>
                      <a:endParaRPr lang="en-US" altLang="zh-CN" sz="2000" b="1">
                        <a:latin typeface="Courier New" pitchFamily="49" charset="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latin typeface="Courier New" pitchFamily="49" charset="0"/>
                          <a:ea typeface="宋体" pitchFamily="2" charset="-122"/>
                        </a:rPr>
                        <a:t>1</a:t>
                      </a:r>
                      <a:endParaRPr lang="zh-CN" altLang="en-US" sz="20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a1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b1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c1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d1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e1</a:t>
                      </a:r>
                      <a:endParaRPr lang="en-US" altLang="zh-CN" sz="2000">
                        <a:latin typeface="Courier New" pitchFamily="49" charset="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latin typeface="Courier New" pitchFamily="49" charset="0"/>
                          <a:ea typeface="宋体" pitchFamily="2" charset="-122"/>
                        </a:rPr>
                        <a:t>2</a:t>
                      </a:r>
                      <a:endParaRPr lang="zh-CN" altLang="en-US" sz="20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a1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b2</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c1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d2</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e1</a:t>
                      </a:r>
                      <a:endParaRPr lang="en-US" altLang="zh-CN" sz="2000">
                        <a:latin typeface="Courier New" pitchFamily="49" charset="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latin typeface="Courier New" pitchFamily="49" charset="0"/>
                          <a:ea typeface="宋体" pitchFamily="2" charset="-122"/>
                        </a:rPr>
                        <a:t>3</a:t>
                      </a:r>
                      <a:endParaRPr lang="zh-CN" altLang="en-US" sz="20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a1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b2</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c1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d1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e2</a:t>
                      </a:r>
                      <a:endParaRPr lang="en-US" altLang="zh-CN" sz="2000">
                        <a:latin typeface="Courier New" pitchFamily="49" charset="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latin typeface="Courier New" pitchFamily="49" charset="0"/>
                          <a:ea typeface="宋体" pitchFamily="2" charset="-122"/>
                        </a:rPr>
                        <a:t>4</a:t>
                      </a:r>
                      <a:endParaRPr lang="zh-CN" altLang="en-US" sz="20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a2</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b1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c1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d1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e2</a:t>
                      </a:r>
                      <a:endParaRPr lang="en-US" altLang="zh-CN" sz="2000">
                        <a:latin typeface="Courier New" pitchFamily="49" charset="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5561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latin typeface="Courier New" pitchFamily="49" charset="0"/>
                          <a:ea typeface="宋体" pitchFamily="2" charset="-122"/>
                        </a:rPr>
                        <a:t>5</a:t>
                      </a:r>
                      <a:endParaRPr lang="zh-CN" altLang="en-US" sz="20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a2</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b1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c1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d1</a:t>
                      </a:r>
                      <a:endParaRPr lang="en-US" altLang="zh-CN" sz="2000">
                        <a:latin typeface="Courier New" pitchFamily="49" charset="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latin typeface="Courier New" pitchFamily="49" charset="0"/>
                          <a:ea typeface="宋体" pitchFamily="2" charset="-122"/>
                        </a:rPr>
                        <a:t>e3</a:t>
                      </a:r>
                      <a:endParaRPr lang="en-US" altLang="zh-CN" sz="2000">
                        <a:latin typeface="Courier New" pitchFamily="49" charset="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096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8D8C825-D84F-4023-A499-BF01A510FD1E}" type="slidenum">
              <a:rPr lang="zh-CN" altLang="en-US" sz="1200">
                <a:ea typeface="宋体" pitchFamily="2" charset="-122"/>
              </a:rPr>
              <a:t>38</a:t>
            </a:fld>
            <a:endParaRPr lang="en-US" altLang="zh-CN" sz="1200">
              <a:ea typeface="宋体" pitchFamily="2" charset="-122"/>
            </a:endParaRPr>
          </a:p>
        </p:txBody>
      </p:sp>
      <p:sp>
        <p:nvSpPr>
          <p:cNvPr id="4096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2C26753-3699-4DFE-8853-F1DCE31FB95F}" type="slidenum">
              <a:rPr lang="zh-CN" altLang="en-US" sz="1200">
                <a:ea typeface="宋体" pitchFamily="2" charset="-122"/>
              </a:rPr>
              <a:t>38</a:t>
            </a:fld>
            <a:endParaRPr lang="en-US" altLang="zh-CN" sz="1200">
              <a:ea typeface="宋体" pitchFamily="2" charset="-122"/>
            </a:endParaRPr>
          </a:p>
        </p:txBody>
      </p:sp>
      <p:sp>
        <p:nvSpPr>
          <p:cNvPr id="40964"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zh-CN" altLang="en-US" sz="3200">
                <a:ea typeface="宋体" pitchFamily="2" charset="-122"/>
              </a:rPr>
              <a:t>1-</a:t>
            </a:r>
            <a:r>
              <a:rPr lang="en-US" altLang="zh-CN" sz="3200">
                <a:ea typeface="宋体" pitchFamily="2" charset="-122"/>
              </a:rPr>
              <a:t>D Inverted Indices</a:t>
            </a:r>
            <a:endParaRPr lang="en-US" altLang="zh-CN" sz="3200">
              <a:ea typeface="宋体" pitchFamily="2" charset="-122"/>
            </a:endParaRPr>
          </a:p>
        </p:txBody>
      </p:sp>
      <p:sp>
        <p:nvSpPr>
          <p:cNvPr id="40965"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r>
              <a:rPr lang="en-US" altLang="zh-CN" sz="2400">
                <a:ea typeface="宋体" pitchFamily="2" charset="-122"/>
              </a:rPr>
              <a:t>Build traditional invert index or RID list</a:t>
            </a:r>
            <a:endParaRPr lang="en-US" altLang="zh-CN" sz="2400">
              <a:ea typeface="宋体" pitchFamily="2" charset="-122"/>
            </a:endParaRPr>
          </a:p>
        </p:txBody>
      </p:sp>
      <p:graphicFrame>
        <p:nvGraphicFramePr>
          <p:cNvPr id="40966" name="Group 4" title=""/>
          <p:cNvGraphicFramePr>
            <a:graphicFrameLocks noGrp="1"/>
          </p:cNvGraphicFramePr>
          <p:nvPr/>
        </p:nvGraphicFramePr>
        <p:xfrm>
          <a:off x="1828800" y="2209800"/>
          <a:ext cx="5181600" cy="4079875"/>
        </p:xfrm>
        <a:graphic>
          <a:graphicData uri="http://schemas.openxmlformats.org/drawingml/2006/table">
            <a:tbl>
              <a:tblPr/>
              <a:tblGrid>
                <a:gridCol w="1981200"/>
                <a:gridCol w="1905000"/>
                <a:gridCol w="1295400"/>
              </a:tblGrid>
              <a:tr h="385762">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Attribute Value</a:t>
                      </a:r>
                      <a:endParaRPr lang="en-US" altLang="zh-CN" sz="16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381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TID List</a:t>
                      </a:r>
                      <a:endParaRPr lang="en-US" altLang="zh-CN" sz="16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381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ea typeface="宋体" pitchFamily="2" charset="-122"/>
                        </a:rPr>
                        <a:t>List Size</a:t>
                      </a:r>
                      <a:endParaRPr lang="en-US" altLang="zh-CN" sz="16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381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a1</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381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1 2 3</a:t>
                      </a:r>
                      <a:endParaRPr lang="zh-CN" altLang="en-US" sz="1600">
                        <a:ea typeface="宋体" pitchFamily="2" charset="-122"/>
                      </a:endParaRPr>
                    </a:p>
                  </a:txBody>
                  <a:tcPr>
                    <a:lnL w="12700">
                      <a:solidFill>
                        <a:schemeClr val="tx1"/>
                      </a:solidFill>
                      <a:miter lim="800000"/>
                    </a:lnL>
                    <a:lnR w="12700">
                      <a:solidFill>
                        <a:schemeClr val="tx1"/>
                      </a:solidFill>
                      <a:miter lim="800000"/>
                    </a:lnR>
                    <a:lnT w="381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3</a:t>
                      </a:r>
                      <a:endParaRPr lang="zh-CN" altLang="en-US" sz="1600">
                        <a:ea typeface="宋体" pitchFamily="2" charset="-122"/>
                      </a:endParaRPr>
                    </a:p>
                  </a:txBody>
                  <a:tcPr>
                    <a:lnL w="12700">
                      <a:solidFill>
                        <a:schemeClr val="tx1"/>
                      </a:solidFill>
                      <a:miter lim="800000"/>
                    </a:lnL>
                    <a:lnR w="28575">
                      <a:solidFill>
                        <a:schemeClr val="tx1"/>
                      </a:solidFill>
                      <a:miter lim="800000"/>
                    </a:lnR>
                    <a:lnT w="381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a2</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4 5</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b1</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1 4 5</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3</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b2</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2 3</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c1</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381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1 2 3 4 5</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381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5</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381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d1</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381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1 3 4 5</a:t>
                      </a:r>
                      <a:endParaRPr lang="zh-CN" altLang="en-US" sz="1600">
                        <a:ea typeface="宋体" pitchFamily="2" charset="-122"/>
                      </a:endParaRPr>
                    </a:p>
                  </a:txBody>
                  <a:tcPr>
                    <a:lnL w="12700">
                      <a:solidFill>
                        <a:schemeClr val="tx1"/>
                      </a:solidFill>
                      <a:miter lim="800000"/>
                    </a:lnL>
                    <a:lnR w="12700">
                      <a:solidFill>
                        <a:schemeClr val="tx1"/>
                      </a:solidFill>
                      <a:miter lim="800000"/>
                    </a:lnR>
                    <a:lnT w="381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4</a:t>
                      </a:r>
                      <a:endParaRPr lang="zh-CN" altLang="en-US" sz="1600">
                        <a:ea typeface="宋体" pitchFamily="2" charset="-122"/>
                      </a:endParaRPr>
                    </a:p>
                  </a:txBody>
                  <a:tcPr>
                    <a:lnL w="12700">
                      <a:solidFill>
                        <a:schemeClr val="tx1"/>
                      </a:solidFill>
                      <a:miter lim="800000"/>
                    </a:lnL>
                    <a:lnR w="28575">
                      <a:solidFill>
                        <a:schemeClr val="tx1"/>
                      </a:solidFill>
                      <a:miter lim="800000"/>
                    </a:lnR>
                    <a:lnT w="381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d2</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e1</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1 2</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83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e2</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3 4 </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2</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698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latin typeface="Courier New" pitchFamily="49" charset="0"/>
                          <a:ea typeface="宋体" pitchFamily="2" charset="-122"/>
                        </a:rPr>
                        <a:t>e3</a:t>
                      </a:r>
                      <a:endParaRPr lang="en-US" altLang="zh-CN" sz="1600">
                        <a:latin typeface="Courier New" pitchFamily="49" charset="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5</a:t>
                      </a:r>
                      <a:endParaRPr lang="zh-CN" altLang="en-US" sz="16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600">
                          <a:ea typeface="宋体" pitchFamily="2" charset="-122"/>
                        </a:rPr>
                        <a:t>1</a:t>
                      </a:r>
                      <a:endParaRPr lang="zh-CN" altLang="en-US" sz="16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198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2C41D50-0979-43AA-B016-88A92E82429C}" type="slidenum">
              <a:rPr lang="zh-CN" altLang="en-US" sz="1200">
                <a:ea typeface="宋体" pitchFamily="2" charset="-122"/>
              </a:rPr>
              <a:t>39</a:t>
            </a:fld>
            <a:endParaRPr lang="en-US" altLang="zh-CN" sz="1200">
              <a:ea typeface="宋体" pitchFamily="2" charset="-122"/>
            </a:endParaRPr>
          </a:p>
        </p:txBody>
      </p:sp>
      <p:sp>
        <p:nvSpPr>
          <p:cNvPr id="41987"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70F31F0-798B-4D1B-928B-0FF3BF420029}" type="slidenum">
              <a:rPr lang="zh-CN" altLang="en-US" sz="1200">
                <a:ea typeface="宋体" pitchFamily="2" charset="-122"/>
              </a:rPr>
              <a:t>39</a:t>
            </a:fld>
            <a:endParaRPr lang="en-US" altLang="zh-CN" sz="1200">
              <a:ea typeface="宋体" pitchFamily="2" charset="-122"/>
            </a:endParaRPr>
          </a:p>
        </p:txBody>
      </p:sp>
      <p:sp>
        <p:nvSpPr>
          <p:cNvPr id="41988"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Shell Fragment Cubes: Ideas</a:t>
            </a:r>
            <a:endParaRPr lang="en-US" altLang="zh-CN" sz="3200">
              <a:ea typeface="宋体" pitchFamily="2" charset="-122"/>
            </a:endParaRPr>
          </a:p>
        </p:txBody>
      </p:sp>
      <p:sp>
        <p:nvSpPr>
          <p:cNvPr id="41989" name="Rectangle 3" title=""/>
          <p:cNvSpPr>
            <a:spLocks noGrp="1"/>
          </p:cNvSpPr>
          <p:nvPr>
            <p:ph type="body" sz="half" idx="1"/>
          </p:nvPr>
        </p:nvSpPr>
        <p:spPr>
          <a:xfrm>
            <a:off x="304800" y="1447800"/>
            <a:ext cx="8382000" cy="1676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r>
              <a:rPr lang="en-US" altLang="zh-CN">
                <a:latin typeface="Arial" pitchFamily="34" charset="0"/>
                <a:ea typeface="宋体" pitchFamily="2" charset="-122"/>
              </a:rPr>
              <a:t>Generalize the 1-D inverted indices to multi-dimensional ones in the data cube sense</a:t>
            </a:r>
            <a:endParaRPr lang="en-US" altLang="zh-CN">
              <a:latin typeface="Arial" pitchFamily="34" charset="0"/>
              <a:ea typeface="宋体" pitchFamily="2" charset="-122"/>
            </a:endParaRPr>
          </a:p>
          <a:p>
            <a:pPr lvl="0" eaLnBrk="1" hangingPunct="1"/>
            <a:r>
              <a:rPr lang="en-US" altLang="zh-CN">
                <a:latin typeface="Arial" pitchFamily="34" charset="0"/>
                <a:ea typeface="宋体" pitchFamily="2" charset="-122"/>
              </a:rPr>
              <a:t>Compute all cuboids for data cubes ABC and DE while retaining the inverted indices</a:t>
            </a:r>
            <a:endParaRPr lang="en-US" altLang="zh-CN">
              <a:latin typeface="Arial" pitchFamily="34" charset="0"/>
              <a:ea typeface="宋体" pitchFamily="2" charset="-122"/>
            </a:endParaRPr>
          </a:p>
        </p:txBody>
      </p:sp>
      <p:sp>
        <p:nvSpPr>
          <p:cNvPr id="41990" name="Rectangle 43" title=""/>
          <p:cNvSpPr>
            <a:spLocks noGrp="1"/>
          </p:cNvSpPr>
          <p:nvPr>
            <p:ph type="body" sz="half" idx="2"/>
          </p:nvPr>
        </p:nvSpPr>
        <p:spPr>
          <a:xfrm>
            <a:off x="304800" y="3124200"/>
            <a:ext cx="4114800" cy="3352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r>
              <a:rPr lang="en-US" altLang="zh-CN">
                <a:latin typeface="Arial" pitchFamily="34" charset="0"/>
                <a:ea typeface="宋体" pitchFamily="2" charset="-122"/>
              </a:rPr>
              <a:t>For example, shell fragment cube ABC contains 7 cuboids:</a:t>
            </a:r>
            <a:endParaRPr lang="en-US" altLang="zh-CN">
              <a:latin typeface="Arial" pitchFamily="34" charset="0"/>
              <a:ea typeface="宋体" pitchFamily="2" charset="-122"/>
            </a:endParaRPr>
          </a:p>
          <a:p>
            <a:pPr lvl="1" eaLnBrk="1" hangingPunct="1"/>
            <a:r>
              <a:rPr lang="en-US" altLang="zh-CN">
                <a:latin typeface="Arial" pitchFamily="34" charset="0"/>
                <a:ea typeface="宋体" pitchFamily="2" charset="-122"/>
              </a:rPr>
              <a:t>A, B, C</a:t>
            </a:r>
            <a:endParaRPr lang="en-US" altLang="zh-CN">
              <a:latin typeface="Arial" pitchFamily="34" charset="0"/>
              <a:ea typeface="宋体" pitchFamily="2" charset="-122"/>
            </a:endParaRPr>
          </a:p>
          <a:p>
            <a:pPr lvl="1" eaLnBrk="1" hangingPunct="1"/>
            <a:r>
              <a:rPr lang="en-US" altLang="zh-CN">
                <a:latin typeface="Arial" pitchFamily="34" charset="0"/>
                <a:ea typeface="宋体" pitchFamily="2" charset="-122"/>
              </a:rPr>
              <a:t>AB, AC, BC</a:t>
            </a:r>
            <a:endParaRPr lang="en-US" altLang="zh-CN">
              <a:latin typeface="Arial" pitchFamily="34" charset="0"/>
              <a:ea typeface="宋体" pitchFamily="2" charset="-122"/>
            </a:endParaRPr>
          </a:p>
          <a:p>
            <a:pPr lvl="1" eaLnBrk="1" hangingPunct="1"/>
            <a:r>
              <a:rPr lang="en-US" altLang="zh-CN">
                <a:latin typeface="Arial" pitchFamily="34" charset="0"/>
                <a:ea typeface="宋体" pitchFamily="2" charset="-122"/>
              </a:rPr>
              <a:t>ABC</a:t>
            </a:r>
            <a:endParaRPr lang="en-US" altLang="zh-CN">
              <a:latin typeface="Arial" pitchFamily="34" charset="0"/>
              <a:ea typeface="宋体" pitchFamily="2" charset="-122"/>
            </a:endParaRPr>
          </a:p>
          <a:p>
            <a:pPr lvl="0" eaLnBrk="1" hangingPunct="1"/>
            <a:r>
              <a:rPr lang="en-US" altLang="zh-CN">
                <a:latin typeface="Arial" pitchFamily="34" charset="0"/>
                <a:ea typeface="宋体" pitchFamily="2" charset="-122"/>
              </a:rPr>
              <a:t>This completes the offline computation stage</a:t>
            </a:r>
            <a:endParaRPr>
              <a:latin typeface="Arial" pitchFamily="34" charset="0"/>
            </a:endParaRPr>
          </a:p>
        </p:txBody>
      </p:sp>
      <p:grpSp>
        <p:nvGrpSpPr>
          <p:cNvPr id="41991" name="Group 42" title=""/>
          <p:cNvGrpSpPr/>
          <p:nvPr/>
        </p:nvGrpSpPr>
        <p:grpSpPr>
          <a:xfrm>
            <a:off x="4114800" y="3124200"/>
            <a:ext cx="5105400" cy="2438400"/>
            <a:chOff x="1728" y="1056"/>
            <a:chExt cx="3216" cy="1536"/>
          </a:xfrm>
        </p:grpSpPr>
        <p:sp>
          <p:nvSpPr>
            <p:cNvPr id="41992" name="Rectangle 5" title=""/>
            <p:cNvSpPr/>
            <p:nvPr/>
          </p:nvSpPr>
          <p:spPr>
            <a:xfrm>
              <a:off x="4128" y="1392"/>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1</a:t>
              </a:r>
              <a:endParaRPr lang="zh-CN" altLang="en-US" sz="1800">
                <a:ea typeface="宋体" pitchFamily="2" charset="-122"/>
              </a:endParaRPr>
            </a:p>
          </p:txBody>
        </p:sp>
        <p:sp>
          <p:nvSpPr>
            <p:cNvPr id="41993" name="Rectangle 6" title=""/>
            <p:cNvSpPr/>
            <p:nvPr/>
          </p:nvSpPr>
          <p:spPr>
            <a:xfrm>
              <a:off x="3552" y="1373"/>
              <a:ext cx="288"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1</a:t>
              </a:r>
              <a:endParaRPr lang="zh-CN" altLang="en-US" sz="1800">
                <a:ea typeface="宋体" pitchFamily="2" charset="-122"/>
              </a:endParaRPr>
            </a:p>
          </p:txBody>
        </p:sp>
        <p:sp>
          <p:nvSpPr>
            <p:cNvPr id="41994" name="Rectangle 7" title=""/>
            <p:cNvSpPr/>
            <p:nvPr/>
          </p:nvSpPr>
          <p:spPr>
            <a:xfrm>
              <a:off x="2400" y="1363"/>
              <a:ext cx="1728"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1 2 3    1 4 5</a:t>
              </a:r>
              <a:endParaRPr lang="zh-CN" altLang="en-US" sz="1800">
                <a:ea typeface="宋体" pitchFamily="2" charset="-122"/>
              </a:endParaRPr>
            </a:p>
          </p:txBody>
        </p:sp>
        <p:sp>
          <p:nvSpPr>
            <p:cNvPr id="41995" name="Rectangle 8" title=""/>
            <p:cNvSpPr/>
            <p:nvPr/>
          </p:nvSpPr>
          <p:spPr>
            <a:xfrm>
              <a:off x="1728" y="1363"/>
              <a:ext cx="672"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latin typeface="Courier New" pitchFamily="49" charset="0"/>
                  <a:ea typeface="宋体" pitchFamily="2" charset="-122"/>
                </a:rPr>
                <a:t>a1 b1</a:t>
              </a:r>
              <a:endParaRPr lang="en-US" altLang="zh-CN" sz="1800">
                <a:latin typeface="Courier New" pitchFamily="49" charset="0"/>
                <a:ea typeface="宋体" pitchFamily="2" charset="-122"/>
              </a:endParaRPr>
            </a:p>
          </p:txBody>
        </p:sp>
        <p:sp>
          <p:nvSpPr>
            <p:cNvPr id="41996" name="Rectangle 9" title=""/>
            <p:cNvSpPr/>
            <p:nvPr/>
          </p:nvSpPr>
          <p:spPr>
            <a:xfrm>
              <a:off x="4128" y="2285"/>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0</a:t>
              </a:r>
              <a:endParaRPr lang="zh-CN" altLang="en-US" sz="1800">
                <a:ea typeface="宋体" pitchFamily="2" charset="-122"/>
              </a:endParaRPr>
            </a:p>
          </p:txBody>
        </p:sp>
        <p:sp>
          <p:nvSpPr>
            <p:cNvPr id="41997" name="Rectangle 10" title=""/>
            <p:cNvSpPr/>
            <p:nvPr/>
          </p:nvSpPr>
          <p:spPr>
            <a:xfrm>
              <a:off x="4128" y="2285"/>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endParaRPr lang="zh-CN" altLang="en-US" sz="1800">
                <a:ea typeface="宋体" pitchFamily="2" charset="-122"/>
              </a:endParaRPr>
            </a:p>
          </p:txBody>
        </p:sp>
        <p:sp>
          <p:nvSpPr>
            <p:cNvPr id="41998" name="Rectangle 11" title=""/>
            <p:cNvSpPr/>
            <p:nvPr/>
          </p:nvSpPr>
          <p:spPr>
            <a:xfrm>
              <a:off x="2400" y="2285"/>
              <a:ext cx="1728"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4 5    2 3</a:t>
              </a:r>
              <a:endParaRPr lang="zh-CN" altLang="en-US" sz="1800">
                <a:ea typeface="宋体" pitchFamily="2" charset="-122"/>
              </a:endParaRPr>
            </a:p>
          </p:txBody>
        </p:sp>
        <p:sp>
          <p:nvSpPr>
            <p:cNvPr id="41999" name="Rectangle 12" title=""/>
            <p:cNvSpPr/>
            <p:nvPr/>
          </p:nvSpPr>
          <p:spPr>
            <a:xfrm>
              <a:off x="1728" y="2285"/>
              <a:ext cx="672"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latin typeface="Courier New" pitchFamily="49" charset="0"/>
                  <a:ea typeface="宋体" pitchFamily="2" charset="-122"/>
                </a:rPr>
                <a:t>a2 b2</a:t>
              </a:r>
              <a:endParaRPr lang="en-US" altLang="zh-CN" sz="1800">
                <a:latin typeface="Courier New" pitchFamily="49" charset="0"/>
                <a:ea typeface="宋体" pitchFamily="2" charset="-122"/>
              </a:endParaRPr>
            </a:p>
          </p:txBody>
        </p:sp>
        <p:sp>
          <p:nvSpPr>
            <p:cNvPr id="42000" name="Rectangle 13" title=""/>
            <p:cNvSpPr/>
            <p:nvPr/>
          </p:nvSpPr>
          <p:spPr>
            <a:xfrm>
              <a:off x="4128" y="2016"/>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2</a:t>
              </a:r>
              <a:endParaRPr lang="zh-CN" altLang="en-US" sz="1800">
                <a:ea typeface="宋体" pitchFamily="2" charset="-122"/>
              </a:endParaRPr>
            </a:p>
          </p:txBody>
        </p:sp>
        <p:sp>
          <p:nvSpPr>
            <p:cNvPr id="42001" name="Rectangle 14" title=""/>
            <p:cNvSpPr/>
            <p:nvPr/>
          </p:nvSpPr>
          <p:spPr>
            <a:xfrm>
              <a:off x="3552" y="1978"/>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4 5</a:t>
              </a:r>
              <a:endParaRPr lang="zh-CN" altLang="en-US" sz="1800">
                <a:ea typeface="宋体" pitchFamily="2" charset="-122"/>
              </a:endParaRPr>
            </a:p>
          </p:txBody>
        </p:sp>
        <p:sp>
          <p:nvSpPr>
            <p:cNvPr id="42002" name="Rectangle 15" title=""/>
            <p:cNvSpPr/>
            <p:nvPr/>
          </p:nvSpPr>
          <p:spPr>
            <a:xfrm>
              <a:off x="2400" y="1978"/>
              <a:ext cx="1728"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4 5    1 4 5</a:t>
              </a:r>
              <a:endParaRPr lang="zh-CN" altLang="en-US" sz="1800">
                <a:ea typeface="宋体" pitchFamily="2" charset="-122"/>
              </a:endParaRPr>
            </a:p>
          </p:txBody>
        </p:sp>
        <p:sp>
          <p:nvSpPr>
            <p:cNvPr id="42003" name="Rectangle 16" title=""/>
            <p:cNvSpPr/>
            <p:nvPr/>
          </p:nvSpPr>
          <p:spPr>
            <a:xfrm>
              <a:off x="1728" y="1978"/>
              <a:ext cx="672"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latin typeface="Courier New" pitchFamily="49" charset="0"/>
                  <a:ea typeface="宋体" pitchFamily="2" charset="-122"/>
                </a:rPr>
                <a:t>a2 b1</a:t>
              </a:r>
              <a:endParaRPr lang="en-US" altLang="zh-CN" sz="1800">
                <a:latin typeface="Courier New" pitchFamily="49" charset="0"/>
                <a:ea typeface="宋体" pitchFamily="2" charset="-122"/>
              </a:endParaRPr>
            </a:p>
          </p:txBody>
        </p:sp>
        <p:sp>
          <p:nvSpPr>
            <p:cNvPr id="42004" name="Rectangle 17" title=""/>
            <p:cNvSpPr/>
            <p:nvPr/>
          </p:nvSpPr>
          <p:spPr>
            <a:xfrm>
              <a:off x="4128" y="1708"/>
              <a:ext cx="816" cy="308"/>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2</a:t>
              </a:r>
              <a:endParaRPr lang="zh-CN" altLang="en-US" sz="1800">
                <a:ea typeface="宋体" pitchFamily="2" charset="-122"/>
              </a:endParaRPr>
            </a:p>
          </p:txBody>
        </p:sp>
        <p:sp>
          <p:nvSpPr>
            <p:cNvPr id="42005" name="Rectangle 18" title=""/>
            <p:cNvSpPr/>
            <p:nvPr/>
          </p:nvSpPr>
          <p:spPr>
            <a:xfrm>
              <a:off x="3552" y="1670"/>
              <a:ext cx="816" cy="308"/>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2 3</a:t>
              </a:r>
              <a:endParaRPr lang="zh-CN" altLang="en-US" sz="1800">
                <a:ea typeface="宋体" pitchFamily="2" charset="-122"/>
              </a:endParaRPr>
            </a:p>
          </p:txBody>
        </p:sp>
        <p:sp>
          <p:nvSpPr>
            <p:cNvPr id="42006" name="Rectangle 19" title=""/>
            <p:cNvSpPr/>
            <p:nvPr/>
          </p:nvSpPr>
          <p:spPr>
            <a:xfrm>
              <a:off x="2400" y="1670"/>
              <a:ext cx="1728" cy="308"/>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800">
                  <a:ea typeface="宋体" pitchFamily="2" charset="-122"/>
                </a:rPr>
                <a:t>1 2 3    2 3</a:t>
              </a:r>
              <a:endParaRPr lang="zh-CN" altLang="en-US" sz="1800">
                <a:ea typeface="宋体" pitchFamily="2" charset="-122"/>
              </a:endParaRPr>
            </a:p>
          </p:txBody>
        </p:sp>
        <p:sp>
          <p:nvSpPr>
            <p:cNvPr id="42007" name="Rectangle 20" title=""/>
            <p:cNvSpPr/>
            <p:nvPr/>
          </p:nvSpPr>
          <p:spPr>
            <a:xfrm>
              <a:off x="1728" y="1670"/>
              <a:ext cx="672" cy="308"/>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latin typeface="Courier New" pitchFamily="49" charset="0"/>
                  <a:ea typeface="宋体" pitchFamily="2" charset="-122"/>
                </a:rPr>
                <a:t>a1 b2</a:t>
              </a:r>
              <a:endParaRPr lang="en-US" altLang="zh-CN" sz="1800">
                <a:latin typeface="Courier New" pitchFamily="49" charset="0"/>
                <a:ea typeface="宋体" pitchFamily="2" charset="-122"/>
              </a:endParaRPr>
            </a:p>
          </p:txBody>
        </p:sp>
        <p:sp>
          <p:nvSpPr>
            <p:cNvPr id="42008" name="Rectangle 21" title=""/>
            <p:cNvSpPr/>
            <p:nvPr/>
          </p:nvSpPr>
          <p:spPr>
            <a:xfrm>
              <a:off x="4128" y="1056"/>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ea typeface="宋体" pitchFamily="2" charset="-122"/>
                </a:rPr>
                <a:t>List Size</a:t>
              </a:r>
              <a:endParaRPr lang="en-US" altLang="zh-CN" sz="1800">
                <a:ea typeface="宋体" pitchFamily="2" charset="-122"/>
              </a:endParaRPr>
            </a:p>
          </p:txBody>
        </p:sp>
        <p:sp>
          <p:nvSpPr>
            <p:cNvPr id="42009" name="Rectangle 22" title=""/>
            <p:cNvSpPr/>
            <p:nvPr/>
          </p:nvSpPr>
          <p:spPr>
            <a:xfrm>
              <a:off x="3504" y="1056"/>
              <a:ext cx="816"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ea typeface="宋体" pitchFamily="2" charset="-122"/>
                </a:rPr>
                <a:t>TID List</a:t>
              </a:r>
              <a:endParaRPr lang="en-US" altLang="zh-CN" sz="1800">
                <a:ea typeface="宋体" pitchFamily="2" charset="-122"/>
              </a:endParaRPr>
            </a:p>
          </p:txBody>
        </p:sp>
        <p:sp>
          <p:nvSpPr>
            <p:cNvPr id="42010" name="Rectangle 23" title=""/>
            <p:cNvSpPr/>
            <p:nvPr/>
          </p:nvSpPr>
          <p:spPr>
            <a:xfrm>
              <a:off x="2400" y="1056"/>
              <a:ext cx="1728"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ea typeface="宋体" pitchFamily="2" charset="-122"/>
                </a:rPr>
                <a:t>Intersection</a:t>
              </a:r>
              <a:endParaRPr lang="en-US" altLang="zh-CN" sz="1800">
                <a:ea typeface="宋体" pitchFamily="2" charset="-122"/>
              </a:endParaRPr>
            </a:p>
          </p:txBody>
        </p:sp>
        <p:sp>
          <p:nvSpPr>
            <p:cNvPr id="42011" name="Rectangle 24" title=""/>
            <p:cNvSpPr/>
            <p:nvPr/>
          </p:nvSpPr>
          <p:spPr>
            <a:xfrm>
              <a:off x="1728" y="1056"/>
              <a:ext cx="672" cy="307"/>
            </a:xfrm>
            <a:prstGeom prst="rect">
              <a:avLst/>
            </a:prstGeom>
            <a:noFill/>
            <a:ln>
              <a:noFill/>
              <a:miter lim="800000"/>
            </a:ln>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800">
                  <a:ea typeface="宋体" pitchFamily="2" charset="-122"/>
                </a:rPr>
                <a:t>Cell</a:t>
              </a:r>
              <a:endParaRPr lang="en-US" altLang="zh-CN" sz="1800">
                <a:ea typeface="宋体" pitchFamily="2" charset="-122"/>
              </a:endParaRPr>
            </a:p>
          </p:txBody>
        </p:sp>
        <p:sp>
          <p:nvSpPr>
            <p:cNvPr id="42012" name="Line 25" title=""/>
            <p:cNvSpPr/>
            <p:nvPr/>
          </p:nvSpPr>
          <p:spPr>
            <a:xfrm>
              <a:off x="1728" y="1056"/>
              <a:ext cx="3024" cy="0"/>
            </a:xfrm>
            <a:prstGeom prst="line">
              <a:avLst/>
            </a:prstGeom>
            <a:noFill/>
            <a:ln w="28575" cap="sq">
              <a:solidFill>
                <a:schemeClr val="tx1"/>
              </a:solidFill>
              <a:miter lim="800000"/>
            </a:ln>
          </p:spPr>
        </p:sp>
        <p:sp>
          <p:nvSpPr>
            <p:cNvPr id="42013" name="Line 26" title=""/>
            <p:cNvSpPr/>
            <p:nvPr/>
          </p:nvSpPr>
          <p:spPr>
            <a:xfrm flipV="1">
              <a:off x="1728" y="1344"/>
              <a:ext cx="3024" cy="19"/>
            </a:xfrm>
            <a:prstGeom prst="line">
              <a:avLst/>
            </a:prstGeom>
            <a:noFill/>
            <a:ln w="38100">
              <a:solidFill>
                <a:schemeClr val="tx1"/>
              </a:solidFill>
              <a:miter lim="800000"/>
            </a:ln>
          </p:spPr>
        </p:sp>
        <p:sp>
          <p:nvSpPr>
            <p:cNvPr id="42014" name="Line 27" title=""/>
            <p:cNvSpPr/>
            <p:nvPr/>
          </p:nvSpPr>
          <p:spPr>
            <a:xfrm flipV="1">
              <a:off x="1728" y="1968"/>
              <a:ext cx="3024" cy="10"/>
            </a:xfrm>
            <a:prstGeom prst="line">
              <a:avLst/>
            </a:prstGeom>
            <a:noFill/>
            <a:ln w="12700">
              <a:solidFill>
                <a:schemeClr val="tx1"/>
              </a:solidFill>
              <a:miter lim="800000"/>
            </a:ln>
          </p:spPr>
        </p:sp>
        <p:sp>
          <p:nvSpPr>
            <p:cNvPr id="42015" name="Line 28" title=""/>
            <p:cNvSpPr/>
            <p:nvPr/>
          </p:nvSpPr>
          <p:spPr>
            <a:xfrm>
              <a:off x="1728" y="2285"/>
              <a:ext cx="3024" cy="19"/>
            </a:xfrm>
            <a:prstGeom prst="line">
              <a:avLst/>
            </a:prstGeom>
            <a:noFill/>
            <a:ln w="12700">
              <a:solidFill>
                <a:schemeClr val="tx1"/>
              </a:solidFill>
              <a:miter lim="800000"/>
            </a:ln>
          </p:spPr>
        </p:sp>
        <p:sp>
          <p:nvSpPr>
            <p:cNvPr id="42016" name="Line 29" title=""/>
            <p:cNvSpPr/>
            <p:nvPr/>
          </p:nvSpPr>
          <p:spPr>
            <a:xfrm>
              <a:off x="1728" y="2592"/>
              <a:ext cx="3024" cy="0"/>
            </a:xfrm>
            <a:prstGeom prst="line">
              <a:avLst/>
            </a:prstGeom>
            <a:noFill/>
            <a:ln w="28575" cap="sq">
              <a:solidFill>
                <a:schemeClr val="tx1"/>
              </a:solidFill>
              <a:miter lim="800000"/>
            </a:ln>
          </p:spPr>
        </p:sp>
        <p:sp>
          <p:nvSpPr>
            <p:cNvPr id="42017" name="Line 30" title=""/>
            <p:cNvSpPr/>
            <p:nvPr/>
          </p:nvSpPr>
          <p:spPr>
            <a:xfrm flipH="1">
              <a:off x="1728" y="1056"/>
              <a:ext cx="0" cy="1536"/>
            </a:xfrm>
            <a:prstGeom prst="line">
              <a:avLst/>
            </a:prstGeom>
            <a:noFill/>
            <a:ln w="28575" cap="sq">
              <a:solidFill>
                <a:schemeClr val="tx1"/>
              </a:solidFill>
              <a:miter lim="800000"/>
            </a:ln>
          </p:spPr>
        </p:sp>
        <p:sp>
          <p:nvSpPr>
            <p:cNvPr id="42018" name="Line 31" title=""/>
            <p:cNvSpPr/>
            <p:nvPr/>
          </p:nvSpPr>
          <p:spPr>
            <a:xfrm flipH="1">
              <a:off x="2400" y="1056"/>
              <a:ext cx="0" cy="1536"/>
            </a:xfrm>
            <a:prstGeom prst="line">
              <a:avLst/>
            </a:prstGeom>
            <a:noFill/>
            <a:ln w="12700">
              <a:solidFill>
                <a:schemeClr val="tx1"/>
              </a:solidFill>
              <a:miter lim="800000"/>
            </a:ln>
          </p:spPr>
        </p:sp>
        <p:sp>
          <p:nvSpPr>
            <p:cNvPr id="42019" name="Line 32" title=""/>
            <p:cNvSpPr/>
            <p:nvPr/>
          </p:nvSpPr>
          <p:spPr>
            <a:xfrm flipH="1">
              <a:off x="3408" y="1056"/>
              <a:ext cx="0" cy="1536"/>
            </a:xfrm>
            <a:prstGeom prst="line">
              <a:avLst/>
            </a:prstGeom>
            <a:noFill/>
            <a:ln w="12700">
              <a:solidFill>
                <a:schemeClr val="tx1"/>
              </a:solidFill>
              <a:miter lim="800000"/>
            </a:ln>
          </p:spPr>
        </p:sp>
        <p:sp>
          <p:nvSpPr>
            <p:cNvPr id="42020" name="Line 33" title=""/>
            <p:cNvSpPr/>
            <p:nvPr/>
          </p:nvSpPr>
          <p:spPr>
            <a:xfrm flipH="1">
              <a:off x="4080" y="1056"/>
              <a:ext cx="0" cy="1536"/>
            </a:xfrm>
            <a:prstGeom prst="line">
              <a:avLst/>
            </a:prstGeom>
            <a:noFill/>
            <a:ln w="12700">
              <a:solidFill>
                <a:schemeClr val="tx1"/>
              </a:solidFill>
              <a:miter lim="800000"/>
            </a:ln>
          </p:spPr>
        </p:sp>
        <p:sp>
          <p:nvSpPr>
            <p:cNvPr id="42021" name="Line 34" title=""/>
            <p:cNvSpPr/>
            <p:nvPr/>
          </p:nvSpPr>
          <p:spPr>
            <a:xfrm flipH="1">
              <a:off x="4752" y="1056"/>
              <a:ext cx="0" cy="1536"/>
            </a:xfrm>
            <a:prstGeom prst="line">
              <a:avLst/>
            </a:prstGeom>
            <a:noFill/>
            <a:ln w="28575" cap="sq">
              <a:solidFill>
                <a:schemeClr val="tx1"/>
              </a:solidFill>
              <a:miter lim="800000"/>
            </a:ln>
          </p:spPr>
        </p:sp>
        <p:sp>
          <p:nvSpPr>
            <p:cNvPr id="42022" name="Line 35" title=""/>
            <p:cNvSpPr/>
            <p:nvPr/>
          </p:nvSpPr>
          <p:spPr>
            <a:xfrm>
              <a:off x="1728" y="1632"/>
              <a:ext cx="3024" cy="10"/>
            </a:xfrm>
            <a:prstGeom prst="line">
              <a:avLst/>
            </a:prstGeom>
            <a:noFill/>
            <a:ln w="12700">
              <a:solidFill>
                <a:schemeClr val="tx1"/>
              </a:solidFill>
              <a:miter lim="800000"/>
            </a:ln>
          </p:spPr>
        </p:sp>
        <p:graphicFrame>
          <p:nvGraphicFramePr>
            <p:cNvPr id="42023" name="Object 36" title=""/>
            <p:cNvGraphicFramePr>
              <a:graphicFrameLocks noChangeAspect="1"/>
            </p:cNvGraphicFramePr>
            <p:nvPr/>
          </p:nvGraphicFramePr>
          <p:xfrm>
            <a:off x="2836" y="1409"/>
            <a:ext cx="140" cy="127"/>
          </p:xfrm>
          <a:graphic>
            <a:graphicData uri="http://schemas.openxmlformats.org/presentationml/2006/ole">
              <mc:AlternateContent>
                <mc:Choice xmlns:v="urn:schemas-microsoft-com:vml" Requires="v">
                  <p:oleObj spid="_x0000_s1050" name="Equation" r:id="rId3" imgW="222250" imgH="201612" progId="Equation.3">
                    <p:embed/>
                  </p:oleObj>
                </mc:Choice>
                <mc:Fallback>
                  <p:oleObj name="Equation" r:id="rId3" imgW="222250" imgH="201612" progId="Equation.3">
                    <p:embed/>
                    <p:pic>
                      <p:nvPicPr>
                        <p:cNvPr id="0" name="OLE substitute image"/>
                        <p:cNvPicPr/>
                        <p:nvPr/>
                      </p:nvPicPr>
                      <p:blipFill>
                        <a:blip r:embed="rId4"/>
                        <a:stretch>
                          <a:fillRect/>
                        </a:stretch>
                      </p:blipFill>
                      <p:spPr>
                        <a:xfrm>
                          <a:off x="2836" y="1409"/>
                          <a:ext cx="140" cy="127"/>
                        </a:xfrm>
                        <a:prstGeom prst="rect">
                          <a:avLst/>
                        </a:prstGeom>
                        <a:noFill/>
                        <a:ln>
                          <a:noFill/>
                          <a:miter lim="800000"/>
                        </a:ln>
                        <a:effectLst/>
                      </p:spPr>
                    </p:pic>
                  </p:oleObj>
                </mc:Fallback>
              </mc:AlternateContent>
            </a:graphicData>
          </a:graphic>
        </p:graphicFrame>
        <p:graphicFrame>
          <p:nvGraphicFramePr>
            <p:cNvPr id="42024" name="Object 37" title=""/>
            <p:cNvGraphicFramePr>
              <a:graphicFrameLocks noChangeAspect="1"/>
            </p:cNvGraphicFramePr>
            <p:nvPr/>
          </p:nvGraphicFramePr>
          <p:xfrm>
            <a:off x="2832" y="1728"/>
            <a:ext cx="140" cy="127"/>
          </p:xfrm>
          <a:graphic>
            <a:graphicData uri="http://schemas.openxmlformats.org/presentationml/2006/ole">
              <mc:AlternateContent>
                <mc:Choice xmlns:v="urn:schemas-microsoft-com:vml" Requires="v">
                  <p:oleObj spid="_x0000_s1051" name="Equation" r:id="rId5" imgW="222250" imgH="201612" progId="Equation.3">
                    <p:embed/>
                  </p:oleObj>
                </mc:Choice>
                <mc:Fallback>
                  <p:oleObj name="Equation" r:id="rId5" imgW="222250" imgH="201612" progId="Equation.3">
                    <p:embed/>
                    <p:pic>
                      <p:nvPicPr>
                        <p:cNvPr id="0" name="OLE substitute image"/>
                        <p:cNvPicPr/>
                        <p:nvPr/>
                      </p:nvPicPr>
                      <p:blipFill>
                        <a:blip r:embed="rId4"/>
                        <a:stretch>
                          <a:fillRect/>
                        </a:stretch>
                      </p:blipFill>
                      <p:spPr>
                        <a:xfrm>
                          <a:off x="2832" y="1728"/>
                          <a:ext cx="140" cy="127"/>
                        </a:xfrm>
                        <a:prstGeom prst="rect">
                          <a:avLst/>
                        </a:prstGeom>
                        <a:noFill/>
                        <a:ln>
                          <a:noFill/>
                          <a:miter lim="800000"/>
                        </a:ln>
                        <a:effectLst/>
                      </p:spPr>
                    </p:pic>
                  </p:oleObj>
                </mc:Fallback>
              </mc:AlternateContent>
            </a:graphicData>
          </a:graphic>
        </p:graphicFrame>
        <p:graphicFrame>
          <p:nvGraphicFramePr>
            <p:cNvPr id="42025" name="Object 38" title=""/>
            <p:cNvGraphicFramePr>
              <a:graphicFrameLocks noChangeAspect="1"/>
            </p:cNvGraphicFramePr>
            <p:nvPr/>
          </p:nvGraphicFramePr>
          <p:xfrm>
            <a:off x="2688" y="2033"/>
            <a:ext cx="140" cy="127"/>
          </p:xfrm>
          <a:graphic>
            <a:graphicData uri="http://schemas.openxmlformats.org/presentationml/2006/ole">
              <mc:AlternateContent>
                <mc:Choice xmlns:v="urn:schemas-microsoft-com:vml" Requires="v">
                  <p:oleObj spid="_x0000_s1052" name="Equation" r:id="rId6" imgW="222250" imgH="201612" progId="Equation.3">
                    <p:embed/>
                  </p:oleObj>
                </mc:Choice>
                <mc:Fallback>
                  <p:oleObj name="Equation" r:id="rId6" imgW="222250" imgH="201612" progId="Equation.3">
                    <p:embed/>
                    <p:pic>
                      <p:nvPicPr>
                        <p:cNvPr id="0" name="OLE substitute image"/>
                        <p:cNvPicPr/>
                        <p:nvPr/>
                      </p:nvPicPr>
                      <p:blipFill>
                        <a:blip r:embed="rId4"/>
                        <a:stretch>
                          <a:fillRect/>
                        </a:stretch>
                      </p:blipFill>
                      <p:spPr>
                        <a:xfrm>
                          <a:off x="2688" y="2033"/>
                          <a:ext cx="140" cy="127"/>
                        </a:xfrm>
                        <a:prstGeom prst="rect">
                          <a:avLst/>
                        </a:prstGeom>
                        <a:noFill/>
                        <a:ln>
                          <a:noFill/>
                          <a:miter lim="800000"/>
                        </a:ln>
                        <a:effectLst/>
                      </p:spPr>
                    </p:pic>
                  </p:oleObj>
                </mc:Fallback>
              </mc:AlternateContent>
            </a:graphicData>
          </a:graphic>
        </p:graphicFrame>
        <p:graphicFrame>
          <p:nvGraphicFramePr>
            <p:cNvPr id="42026" name="Object 39" title=""/>
            <p:cNvGraphicFramePr>
              <a:graphicFrameLocks noChangeAspect="1"/>
            </p:cNvGraphicFramePr>
            <p:nvPr/>
          </p:nvGraphicFramePr>
          <p:xfrm>
            <a:off x="2688" y="2352"/>
            <a:ext cx="140" cy="127"/>
          </p:xfrm>
          <a:graphic>
            <a:graphicData uri="http://schemas.openxmlformats.org/presentationml/2006/ole">
              <mc:AlternateContent>
                <mc:Choice xmlns:v="urn:schemas-microsoft-com:vml" Requires="v">
                  <p:oleObj spid="_x0000_s1053" name="Equation" r:id="rId7" imgW="222250" imgH="201612" progId="Equation.3">
                    <p:embed/>
                  </p:oleObj>
                </mc:Choice>
                <mc:Fallback>
                  <p:oleObj name="Equation" r:id="rId7" imgW="222250" imgH="201612" progId="Equation.3">
                    <p:embed/>
                    <p:pic>
                      <p:nvPicPr>
                        <p:cNvPr id="0" name="OLE substitute image"/>
                        <p:cNvPicPr/>
                        <p:nvPr/>
                      </p:nvPicPr>
                      <p:blipFill>
                        <a:blip r:embed="rId4"/>
                        <a:stretch>
                          <a:fillRect/>
                        </a:stretch>
                      </p:blipFill>
                      <p:spPr>
                        <a:xfrm>
                          <a:off x="2688" y="2352"/>
                          <a:ext cx="140" cy="127"/>
                        </a:xfrm>
                        <a:prstGeom prst="rect">
                          <a:avLst/>
                        </a:prstGeom>
                        <a:noFill/>
                        <a:ln>
                          <a:noFill/>
                          <a:miter lim="800000"/>
                        </a:ln>
                        <a:effectLst/>
                      </p:spPr>
                    </p:pic>
                  </p:oleObj>
                </mc:Fallback>
              </mc:AlternateContent>
            </a:graphicData>
          </a:graphic>
        </p:graphicFrame>
        <p:graphicFrame>
          <p:nvGraphicFramePr>
            <p:cNvPr id="42027" name="Object 40" title=""/>
            <p:cNvGraphicFramePr>
              <a:graphicFrameLocks noChangeAspect="1"/>
            </p:cNvGraphicFramePr>
            <p:nvPr/>
          </p:nvGraphicFramePr>
          <p:xfrm>
            <a:off x="3600" y="2304"/>
            <a:ext cx="192" cy="192"/>
          </p:xfrm>
          <a:graphic>
            <a:graphicData uri="http://schemas.openxmlformats.org/presentationml/2006/ole">
              <mc:AlternateContent>
                <mc:Choice xmlns:v="urn:schemas-microsoft-com:vml" Requires="v">
                  <p:oleObj spid="_x0000_s1054" name="Equation" r:id="rId8" imgW="304800" imgH="304800" progId="Equation.3">
                    <p:embed/>
                  </p:oleObj>
                </mc:Choice>
                <mc:Fallback>
                  <p:oleObj name="Equation" r:id="rId8" imgW="304800" imgH="304800" progId="Equation.3">
                    <p:embed/>
                    <p:pic>
                      <p:nvPicPr>
                        <p:cNvPr id="0" name="OLE substitute image"/>
                        <p:cNvPicPr/>
                        <p:nvPr/>
                      </p:nvPicPr>
                      <p:blipFill>
                        <a:blip r:embed="rId9"/>
                        <a:stretch>
                          <a:fillRect/>
                        </a:stretch>
                      </p:blipFill>
                      <p:spPr>
                        <a:xfrm>
                          <a:off x="3600" y="2304"/>
                          <a:ext cx="192" cy="192"/>
                        </a:xfrm>
                        <a:prstGeom prst="rect">
                          <a:avLst/>
                        </a:prstGeom>
                        <a:noFill/>
                        <a:ln>
                          <a:noFill/>
                          <a:miter lim="800000"/>
                        </a:ln>
                        <a:effectLst/>
                      </p:spPr>
                    </p:pic>
                  </p:oleObj>
                </mc:Fallback>
              </mc:AlternateContent>
            </a:graphicData>
          </a:graphic>
        </p:graphicFrame>
      </p:gr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301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10AA295-8AA4-4A99-B6F9-291371DADE96}" type="slidenum">
              <a:rPr lang="zh-CN" altLang="en-US" sz="1200">
                <a:ea typeface="宋体" pitchFamily="2" charset="-122"/>
              </a:rPr>
              <a:t>40</a:t>
            </a:fld>
            <a:endParaRPr lang="en-US" altLang="zh-CN" sz="1200">
              <a:ea typeface="宋体" pitchFamily="2" charset="-122"/>
            </a:endParaRPr>
          </a:p>
        </p:txBody>
      </p:sp>
      <p:sp>
        <p:nvSpPr>
          <p:cNvPr id="4301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E8649845-585F-44CD-A9AF-56F431944523}" type="slidenum">
              <a:rPr lang="zh-CN" altLang="en-US" sz="1200">
                <a:ea typeface="宋体" pitchFamily="2" charset="-122"/>
              </a:rPr>
              <a:t>40</a:t>
            </a:fld>
            <a:endParaRPr lang="en-US" altLang="zh-CN" sz="1200">
              <a:ea typeface="宋体" pitchFamily="2" charset="-122"/>
            </a:endParaRPr>
          </a:p>
        </p:txBody>
      </p:sp>
      <p:sp>
        <p:nvSpPr>
          <p:cNvPr id="43012"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Shell Fragment Cubes: Size and Design</a:t>
            </a:r>
            <a:endParaRPr lang="en-US" altLang="zh-CN" sz="3200">
              <a:ea typeface="宋体" pitchFamily="2" charset="-122"/>
            </a:endParaRPr>
          </a:p>
        </p:txBody>
      </p:sp>
      <p:sp>
        <p:nvSpPr>
          <p:cNvPr id="43013" name="Rectangle 3" title=""/>
          <p:cNvSpPr>
            <a:spLocks noGrp="1"/>
          </p:cNvSpPr>
          <p:nvPr>
            <p:ph type="body" idx="1"/>
          </p:nvPr>
        </p:nvSpPr>
        <p:spPr>
          <a:xfrm>
            <a:off x="381000" y="13716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400">
                <a:latin typeface="Arial" pitchFamily="34" charset="0"/>
                <a:ea typeface="宋体" pitchFamily="2" charset="-122"/>
              </a:rPr>
              <a:t>Given a database of T tuples, D dimensions, and F shell fragment size, the fragment cubes’ space requirement is:</a:t>
            </a:r>
            <a:endParaRPr lang="en-US" altLang="zh-CN" sz="2400">
              <a:latin typeface="Arial" pitchFamily="34" charset="0"/>
              <a:ea typeface="宋体" pitchFamily="2" charset="-122"/>
            </a:endParaRPr>
          </a:p>
          <a:p>
            <a:pPr lvl="0" eaLnBrk="1" hangingPunct="1">
              <a:lnSpc>
                <a:spcPct val="110000"/>
              </a:lnSpc>
            </a:pPr>
            <a:endParaRPr lang="en-US" altLang="zh-CN" sz="2400">
              <a:latin typeface="Arial" pitchFamily="34" charset="0"/>
              <a:ea typeface="宋体" pitchFamily="2" charset="-122"/>
            </a:endParaRPr>
          </a:p>
          <a:p>
            <a:pPr lvl="1" eaLnBrk="1" hangingPunct="1">
              <a:lnSpc>
                <a:spcPct val="110000"/>
              </a:lnSpc>
            </a:pPr>
            <a:r>
              <a:rPr lang="en-US" altLang="zh-CN" sz="2400">
                <a:latin typeface="Arial" pitchFamily="34" charset="0"/>
                <a:ea typeface="宋体" pitchFamily="2" charset="-122"/>
              </a:rPr>
              <a:t>For F &lt; 5, the growth is sub-linear</a:t>
            </a:r>
            <a:endParaRPr lang="en-US" altLang="zh-CN" sz="2400">
              <a:latin typeface="Arial" pitchFamily="34" charset="0"/>
              <a:ea typeface="宋体" pitchFamily="2" charset="-122"/>
            </a:endParaRPr>
          </a:p>
          <a:p>
            <a:pPr lvl="0" eaLnBrk="1" hangingPunct="1">
              <a:lnSpc>
                <a:spcPct val="110000"/>
              </a:lnSpc>
            </a:pPr>
            <a:r>
              <a:rPr lang="en-US" altLang="zh-CN" sz="2400">
                <a:latin typeface="Arial" pitchFamily="34" charset="0"/>
                <a:ea typeface="宋体" pitchFamily="2" charset="-122"/>
              </a:rPr>
              <a:t>Shell fragments do not have to be disjoint</a:t>
            </a:r>
            <a:endParaRPr lang="en-US" altLang="zh-CN" sz="2400">
              <a:latin typeface="Arial" pitchFamily="34" charset="0"/>
              <a:ea typeface="宋体" pitchFamily="2" charset="-122"/>
            </a:endParaRPr>
          </a:p>
          <a:p>
            <a:pPr lvl="0" eaLnBrk="1" hangingPunct="1">
              <a:lnSpc>
                <a:spcPct val="110000"/>
              </a:lnSpc>
            </a:pPr>
            <a:r>
              <a:rPr lang="en-US" altLang="zh-CN" sz="2400">
                <a:latin typeface="Arial" pitchFamily="34" charset="0"/>
                <a:ea typeface="宋体" pitchFamily="2" charset="-122"/>
              </a:rPr>
              <a:t>Fragment groupings can be arbitrary to allow for maximum online performance</a:t>
            </a:r>
            <a:endParaRPr lang="en-US" altLang="zh-CN" sz="2400">
              <a:latin typeface="Arial" pitchFamily="34" charset="0"/>
              <a:ea typeface="宋体" pitchFamily="2" charset="-122"/>
            </a:endParaRPr>
          </a:p>
          <a:p>
            <a:pPr lvl="1" eaLnBrk="1" hangingPunct="1">
              <a:lnSpc>
                <a:spcPct val="110000"/>
              </a:lnSpc>
            </a:pPr>
            <a:r>
              <a:rPr lang="en-US" altLang="zh-CN" sz="2400">
                <a:latin typeface="Arial" pitchFamily="34" charset="0"/>
                <a:ea typeface="宋体" pitchFamily="2" charset="-122"/>
              </a:rPr>
              <a:t>Known common combinations (e.g.,&lt;city, state&gt;) should be grouped together.</a:t>
            </a:r>
            <a:endParaRPr lang="en-US" altLang="zh-CN" sz="2400">
              <a:latin typeface="Arial" pitchFamily="34" charset="0"/>
              <a:ea typeface="宋体" pitchFamily="2" charset="-122"/>
            </a:endParaRPr>
          </a:p>
          <a:p>
            <a:pPr lvl="0" eaLnBrk="1" hangingPunct="1">
              <a:lnSpc>
                <a:spcPct val="110000"/>
              </a:lnSpc>
            </a:pPr>
            <a:r>
              <a:rPr lang="en-US" altLang="zh-CN" sz="2400">
                <a:latin typeface="Arial" pitchFamily="34" charset="0"/>
                <a:ea typeface="宋体" pitchFamily="2" charset="-122"/>
              </a:rPr>
              <a:t>Shell fragment sizes can be adjusted for optimal balance between offline and online computation</a:t>
            </a:r>
            <a:endParaRPr lang="en-US" altLang="zh-CN" sz="2400">
              <a:latin typeface="Arial" pitchFamily="34" charset="0"/>
              <a:ea typeface="宋体" pitchFamily="2" charset="-122"/>
            </a:endParaRPr>
          </a:p>
        </p:txBody>
      </p:sp>
      <p:graphicFrame>
        <p:nvGraphicFramePr>
          <p:cNvPr id="43014" name="Object 4" title=""/>
          <p:cNvGraphicFramePr>
            <a:graphicFrameLocks noChangeAspect="1"/>
          </p:cNvGraphicFramePr>
          <p:nvPr/>
        </p:nvGraphicFramePr>
        <p:xfrm>
          <a:off x="6019800" y="2286000"/>
          <a:ext cx="2590800" cy="1103313"/>
        </p:xfrm>
        <a:graphic>
          <a:graphicData uri="http://schemas.openxmlformats.org/presentationml/2006/ole">
            <mc:AlternateContent>
              <mc:Choice xmlns:v="urn:schemas-microsoft-com:vml" Requires="v">
                <p:oleObj spid="_x0000_s1055" name="Equation" r:id="rId3" imgW="2590800" imgH="1103313" progId="Equation.3">
                  <p:embed/>
                </p:oleObj>
              </mc:Choice>
              <mc:Fallback>
                <p:oleObj name="Equation" r:id="rId3" imgW="2590800" imgH="1103313" progId="Equation.3">
                  <p:embed/>
                  <p:pic>
                    <p:nvPicPr>
                      <p:cNvPr id="0" name="OLE substitute image"/>
                      <p:cNvPicPr/>
                      <p:nvPr/>
                    </p:nvPicPr>
                    <p:blipFill>
                      <a:blip r:embed="rId4"/>
                      <a:stretch>
                        <a:fillRect/>
                      </a:stretch>
                    </p:blipFill>
                    <p:spPr>
                      <a:xfrm>
                        <a:off x="6019800" y="2286000"/>
                        <a:ext cx="2590800" cy="1103313"/>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403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BCD056F-8EF9-442B-AA95-25A057588D67}" type="slidenum">
              <a:rPr lang="zh-CN" altLang="en-US" sz="1200">
                <a:ea typeface="宋体" pitchFamily="2" charset="-122"/>
              </a:rPr>
              <a:t>41</a:t>
            </a:fld>
            <a:endParaRPr lang="en-US" altLang="zh-CN" sz="1200">
              <a:ea typeface="宋体" pitchFamily="2" charset="-122"/>
            </a:endParaRPr>
          </a:p>
        </p:txBody>
      </p:sp>
      <p:sp>
        <p:nvSpPr>
          <p:cNvPr id="4403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F00227E-BB0D-4974-800C-0BD26840F8C3}" type="slidenum">
              <a:rPr lang="zh-CN" altLang="en-US" sz="1200">
                <a:ea typeface="宋体" pitchFamily="2" charset="-122"/>
              </a:rPr>
              <a:t>41</a:t>
            </a:fld>
            <a:endParaRPr lang="en-US" altLang="zh-CN" sz="1200">
              <a:ea typeface="宋体" pitchFamily="2" charset="-122"/>
            </a:endParaRPr>
          </a:p>
        </p:txBody>
      </p:sp>
      <p:sp>
        <p:nvSpPr>
          <p:cNvPr id="44036" name="Rectangle 2050"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ID_Measure Table</a:t>
            </a:r>
            <a:endParaRPr lang="en-US" altLang="zh-CN" sz="3200">
              <a:ea typeface="宋体" pitchFamily="2" charset="-122"/>
            </a:endParaRPr>
          </a:p>
        </p:txBody>
      </p:sp>
      <p:sp>
        <p:nvSpPr>
          <p:cNvPr id="44037" name="Rectangle 2051"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r>
              <a:rPr lang="en-US" altLang="zh-CN" sz="2400">
                <a:ea typeface="宋体" pitchFamily="2" charset="-122"/>
              </a:rPr>
              <a:t>If measures other than </a:t>
            </a:r>
            <a:r>
              <a:rPr lang="en-US" altLang="zh-CN" sz="2400">
                <a:latin typeface="Courier New" pitchFamily="49" charset="0"/>
                <a:ea typeface="宋体" pitchFamily="2" charset="-122"/>
              </a:rPr>
              <a:t>count</a:t>
            </a:r>
            <a:r>
              <a:rPr lang="en-US" altLang="zh-CN" sz="2400">
                <a:ea typeface="宋体" pitchFamily="2" charset="-122"/>
              </a:rPr>
              <a:t> are present, store in </a:t>
            </a:r>
            <a:r>
              <a:rPr lang="en-US" altLang="zh-CN" sz="2400" i="1">
                <a:ea typeface="宋体" pitchFamily="2" charset="-122"/>
              </a:rPr>
              <a:t>ID_measure</a:t>
            </a:r>
            <a:r>
              <a:rPr lang="en-US" altLang="zh-CN" sz="2400">
                <a:ea typeface="宋体" pitchFamily="2" charset="-122"/>
              </a:rPr>
              <a:t> table separate from the shell fragments</a:t>
            </a:r>
            <a:endParaRPr lang="en-US" altLang="zh-CN" sz="2400">
              <a:ea typeface="宋体" pitchFamily="2" charset="-122"/>
            </a:endParaRPr>
          </a:p>
        </p:txBody>
      </p:sp>
      <p:graphicFrame>
        <p:nvGraphicFramePr>
          <p:cNvPr id="44038" name="Group 2052" title=""/>
          <p:cNvGraphicFramePr>
            <a:graphicFrameLocks noGrp="1"/>
          </p:cNvGraphicFramePr>
          <p:nvPr/>
        </p:nvGraphicFramePr>
        <p:xfrm>
          <a:off x="2362200" y="2667000"/>
          <a:ext cx="4648200" cy="2895600"/>
        </p:xfrm>
        <a:graphic>
          <a:graphicData uri="http://schemas.openxmlformats.org/drawingml/2006/table">
            <a:tbl>
              <a:tblPr/>
              <a:tblGrid>
                <a:gridCol w="1549400"/>
                <a:gridCol w="1736725"/>
                <a:gridCol w="1362075"/>
              </a:tblGrid>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ea typeface="宋体" pitchFamily="2" charset="-122"/>
                        </a:rPr>
                        <a:t>tid</a:t>
                      </a:r>
                      <a:endParaRPr lang="en-US" altLang="zh-CN" sz="20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ea typeface="宋体" pitchFamily="2" charset="-122"/>
                        </a:rPr>
                        <a:t>count</a:t>
                      </a:r>
                      <a:endParaRPr lang="en-US" altLang="zh-CN" sz="20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000">
                          <a:ea typeface="宋体" pitchFamily="2" charset="-122"/>
                        </a:rPr>
                        <a:t>sum</a:t>
                      </a:r>
                      <a:endParaRPr lang="en-US" altLang="zh-CN" sz="20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1</a:t>
                      </a:r>
                      <a:endParaRPr lang="zh-CN" altLang="en-US" sz="20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5</a:t>
                      </a:r>
                      <a:endParaRPr lang="zh-CN" altLang="en-US" sz="20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70</a:t>
                      </a:r>
                      <a:endParaRPr lang="zh-CN" altLang="en-US" sz="20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2</a:t>
                      </a:r>
                      <a:endParaRPr lang="zh-CN" altLang="en-US" sz="20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3</a:t>
                      </a:r>
                      <a:endParaRPr lang="zh-CN" altLang="en-US" sz="20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10</a:t>
                      </a:r>
                      <a:endParaRPr lang="zh-CN" altLang="en-US" sz="20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3</a:t>
                      </a:r>
                      <a:endParaRPr lang="zh-CN" altLang="en-US" sz="20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8</a:t>
                      </a:r>
                      <a:endParaRPr lang="zh-CN" altLang="en-US" sz="20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20</a:t>
                      </a:r>
                      <a:endParaRPr lang="zh-CN" altLang="en-US" sz="20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4</a:t>
                      </a:r>
                      <a:endParaRPr lang="zh-CN" altLang="en-US" sz="20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5</a:t>
                      </a:r>
                      <a:endParaRPr lang="zh-CN" altLang="en-US" sz="20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40</a:t>
                      </a:r>
                      <a:endParaRPr lang="zh-CN" altLang="en-US" sz="20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482600">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5</a:t>
                      </a:r>
                      <a:endParaRPr lang="zh-CN" altLang="en-US" sz="2000">
                        <a:ea typeface="宋体" pitchFamily="2" charset="-122"/>
                      </a:endParaRPr>
                    </a:p>
                  </a:txBody>
                  <a:tcP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2</a:t>
                      </a:r>
                      <a:endParaRPr lang="zh-CN" altLang="en-US" sz="2000">
                        <a:ea typeface="宋体" pitchFamily="2" charset="-122"/>
                      </a:endParaRPr>
                    </a:p>
                  </a:txBody>
                  <a:tcP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000">
                          <a:ea typeface="宋体" pitchFamily="2" charset="-122"/>
                        </a:rPr>
                        <a:t>30</a:t>
                      </a:r>
                      <a:endParaRPr lang="zh-CN" altLang="en-US" sz="2000">
                        <a:ea typeface="宋体" pitchFamily="2" charset="-122"/>
                      </a:endParaRPr>
                    </a:p>
                  </a:txBody>
                  <a:tcP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505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9150DF5-4188-4DB3-B6BE-CA93FC0B21A0}" type="slidenum">
              <a:rPr lang="zh-CN" altLang="en-US" sz="1200">
                <a:ea typeface="宋体" pitchFamily="2" charset="-122"/>
              </a:rPr>
              <a:t>42</a:t>
            </a:fld>
            <a:endParaRPr lang="en-US" altLang="zh-CN" sz="1200">
              <a:ea typeface="宋体" pitchFamily="2" charset="-122"/>
            </a:endParaRPr>
          </a:p>
        </p:txBody>
      </p:sp>
      <p:sp>
        <p:nvSpPr>
          <p:cNvPr id="4505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BCD8B82-54AC-434C-84BB-5161E12434FA}" type="slidenum">
              <a:rPr lang="zh-CN" altLang="en-US" sz="1200">
                <a:ea typeface="宋体" pitchFamily="2" charset="-122"/>
              </a:rPr>
              <a:t>42</a:t>
            </a:fld>
            <a:endParaRPr lang="en-US" altLang="zh-CN" sz="1200">
              <a:ea typeface="宋体" pitchFamily="2" charset="-122"/>
            </a:endParaRPr>
          </a:p>
        </p:txBody>
      </p:sp>
      <p:sp>
        <p:nvSpPr>
          <p:cNvPr id="45060" name="Rectangle 2050"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The Frag-Shells Algorithm</a:t>
            </a:r>
            <a:endParaRPr lang="en-US" altLang="zh-CN" sz="3200">
              <a:ea typeface="宋体" pitchFamily="2" charset="-122"/>
            </a:endParaRPr>
          </a:p>
        </p:txBody>
      </p:sp>
      <p:sp>
        <p:nvSpPr>
          <p:cNvPr id="45061" name="Rectangle 2051"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628650" lvl="0" indent="-628650" eaLnBrk="1" hangingPunct="1">
              <a:lnSpc>
                <a:spcPct val="160000"/>
              </a:lnSpc>
              <a:buFont typeface="Times" pitchFamily="18" charset="0"/>
              <a:buAutoNum type="arabicPeriod"/>
            </a:pPr>
            <a:r>
              <a:rPr lang="en-US" altLang="zh-CN" sz="2000">
                <a:ea typeface="宋体" pitchFamily="2" charset="-122"/>
              </a:rPr>
              <a:t>Partition set of dimension (A</a:t>
            </a:r>
            <a:r>
              <a:rPr lang="en-US" altLang="zh-CN" sz="2000" baseline="-25000">
                <a:ea typeface="宋体" pitchFamily="2" charset="-122"/>
              </a:rPr>
              <a:t>1</a:t>
            </a:r>
            <a:r>
              <a:rPr lang="en-US" altLang="zh-CN" sz="2000">
                <a:ea typeface="宋体" pitchFamily="2" charset="-122"/>
              </a:rPr>
              <a:t>,…,A</a:t>
            </a:r>
            <a:r>
              <a:rPr lang="en-US" altLang="zh-CN" sz="2000" baseline="-25000">
                <a:ea typeface="宋体" pitchFamily="2" charset="-122"/>
              </a:rPr>
              <a:t>n</a:t>
            </a:r>
            <a:r>
              <a:rPr lang="en-US" altLang="zh-CN" sz="2000">
                <a:ea typeface="宋体" pitchFamily="2" charset="-122"/>
              </a:rPr>
              <a:t>) into a set of </a:t>
            </a:r>
            <a:r>
              <a:rPr lang="en-US" altLang="zh-CN" sz="2000" i="1">
                <a:ea typeface="宋体" pitchFamily="2" charset="-122"/>
              </a:rPr>
              <a:t>k</a:t>
            </a:r>
            <a:r>
              <a:rPr lang="en-US" altLang="zh-CN" sz="2000">
                <a:ea typeface="宋体" pitchFamily="2" charset="-122"/>
              </a:rPr>
              <a:t> fragments (P</a:t>
            </a:r>
            <a:r>
              <a:rPr lang="en-US" altLang="zh-CN" sz="2000" baseline="-25000">
                <a:ea typeface="宋体" pitchFamily="2" charset="-122"/>
              </a:rPr>
              <a:t>1</a:t>
            </a:r>
            <a:r>
              <a:rPr lang="en-US" altLang="zh-CN" sz="2000">
                <a:ea typeface="宋体" pitchFamily="2" charset="-122"/>
              </a:rPr>
              <a:t>,…,P</a:t>
            </a:r>
            <a:r>
              <a:rPr lang="en-US" altLang="zh-CN" sz="2000" baseline="-25000">
                <a:ea typeface="宋体" pitchFamily="2" charset="-122"/>
              </a:rPr>
              <a:t>k</a:t>
            </a:r>
            <a:r>
              <a:rPr lang="en-US" altLang="zh-CN" sz="2000">
                <a:ea typeface="宋体" pitchFamily="2" charset="-122"/>
              </a:rPr>
              <a:t>).</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Scan base table once and do the following</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     insert &lt;tid, measure&gt; into ID_measure table.</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     for each attribute value a</a:t>
            </a:r>
            <a:r>
              <a:rPr lang="en-US" altLang="zh-CN" sz="2000" baseline="-25000">
                <a:ea typeface="宋体" pitchFamily="2" charset="-122"/>
              </a:rPr>
              <a:t>i</a:t>
            </a:r>
            <a:r>
              <a:rPr lang="en-US" altLang="zh-CN" sz="2000">
                <a:ea typeface="宋体" pitchFamily="2" charset="-122"/>
              </a:rPr>
              <a:t> of each dimension A</a:t>
            </a:r>
            <a:r>
              <a:rPr lang="en-US" altLang="zh-CN" sz="2000" baseline="-25000">
                <a:ea typeface="宋体" pitchFamily="2" charset="-122"/>
              </a:rPr>
              <a:t>i</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            build inverted index entry &lt;a</a:t>
            </a:r>
            <a:r>
              <a:rPr lang="en-US" altLang="zh-CN" sz="2000" baseline="-25000">
                <a:ea typeface="宋体" pitchFamily="2" charset="-122"/>
              </a:rPr>
              <a:t>i</a:t>
            </a:r>
            <a:r>
              <a:rPr lang="en-US" altLang="zh-CN" sz="2000">
                <a:ea typeface="宋体" pitchFamily="2" charset="-122"/>
              </a:rPr>
              <a:t>, tidlist&gt;</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For each fragment partition P</a:t>
            </a:r>
            <a:r>
              <a:rPr lang="en-US" altLang="zh-CN" sz="2000" baseline="-25000">
                <a:ea typeface="宋体" pitchFamily="2" charset="-122"/>
              </a:rPr>
              <a:t>i</a:t>
            </a:r>
            <a:endParaRPr lang="en-US" altLang="zh-CN" sz="2000">
              <a:ea typeface="宋体" pitchFamily="2" charset="-122"/>
            </a:endParaRPr>
          </a:p>
          <a:p>
            <a:pPr marL="628650" lvl="0" indent="-628650" eaLnBrk="1" hangingPunct="1">
              <a:lnSpc>
                <a:spcPct val="160000"/>
              </a:lnSpc>
              <a:buFont typeface="Times" pitchFamily="18" charset="0"/>
              <a:buAutoNum type="arabicPeriod"/>
            </a:pPr>
            <a:r>
              <a:rPr lang="en-US" altLang="zh-CN" sz="2000">
                <a:ea typeface="宋体" pitchFamily="2" charset="-122"/>
              </a:rPr>
              <a:t>     build local fragment cube S</a:t>
            </a:r>
            <a:r>
              <a:rPr lang="en-US" altLang="zh-CN" sz="2000" baseline="-25000">
                <a:ea typeface="宋体" pitchFamily="2" charset="-122"/>
              </a:rPr>
              <a:t>i</a:t>
            </a:r>
            <a:r>
              <a:rPr lang="en-US" altLang="zh-CN" sz="2000">
                <a:ea typeface="宋体" pitchFamily="2" charset="-122"/>
              </a:rPr>
              <a:t> by intersecting tid-lists in bottom-         	 up fashion.</a:t>
            </a:r>
            <a:endParaRPr lang="en-US" altLang="zh-CN">
              <a:ea typeface="宋体" pitchFamily="2" charset="-122"/>
            </a:endParaRPr>
          </a:p>
        </p:txBody>
      </p:sp>
      <p:sp>
        <p:nvSpPr>
          <p:cNvPr id="45062" name="Rectangle 2052" title=""/>
          <p:cNvSpPr/>
          <p:nvPr/>
        </p:nvSpPr>
        <p:spPr>
          <a:xfrm>
            <a:off x="7121525" y="4452938"/>
            <a:ext cx="184150" cy="45720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lang="zh-CN" altLang="en-US" sz="2400">
              <a:latin typeface="Helvetica" pitchFamily="34" charset="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608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264C12A-86AA-4613-9ED2-A6DF32F9F4B4}" type="slidenum">
              <a:rPr lang="zh-CN" altLang="en-US" sz="1200">
                <a:ea typeface="宋体" pitchFamily="2" charset="-122"/>
              </a:rPr>
              <a:t>43</a:t>
            </a:fld>
            <a:endParaRPr lang="en-US" altLang="zh-CN" sz="1200">
              <a:ea typeface="宋体" pitchFamily="2" charset="-122"/>
            </a:endParaRPr>
          </a:p>
        </p:txBody>
      </p:sp>
      <p:sp>
        <p:nvSpPr>
          <p:cNvPr id="4608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7919D29-217A-48B9-9EBF-AFDC502B642C}" type="slidenum">
              <a:rPr lang="zh-CN" altLang="en-US" sz="1200">
                <a:ea typeface="宋体" pitchFamily="2" charset="-122"/>
              </a:rPr>
              <a:t>43</a:t>
            </a:fld>
            <a:endParaRPr lang="en-US" altLang="zh-CN" sz="1200">
              <a:ea typeface="宋体" pitchFamily="2" charset="-122"/>
            </a:endParaRPr>
          </a:p>
        </p:txBody>
      </p:sp>
      <p:sp>
        <p:nvSpPr>
          <p:cNvPr id="46084" name="Rectangle 2050"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Frag-Shells (2)</a:t>
            </a:r>
            <a:endParaRPr lang="en-US" altLang="zh-CN" sz="3200">
              <a:ea typeface="宋体" pitchFamily="2" charset="-122"/>
            </a:endParaRPr>
          </a:p>
        </p:txBody>
      </p:sp>
      <p:graphicFrame>
        <p:nvGraphicFramePr>
          <p:cNvPr id="46085" name="Group 2051" title=""/>
          <p:cNvGraphicFramePr>
            <a:graphicFrameLocks noGrp="1"/>
          </p:cNvGraphicFramePr>
          <p:nvPr/>
        </p:nvGraphicFramePr>
        <p:xfrm>
          <a:off x="1219200" y="2711450"/>
          <a:ext cx="2895600" cy="492125"/>
        </p:xfrm>
        <a:graphic>
          <a:graphicData uri="http://schemas.openxmlformats.org/drawingml/2006/table">
            <a:tbl>
              <a:tblPr/>
              <a:tblGrid>
                <a:gridCol w="414338"/>
                <a:gridCol w="412750"/>
                <a:gridCol w="414338"/>
                <a:gridCol w="412750"/>
                <a:gridCol w="414338"/>
                <a:gridCol w="412750"/>
                <a:gridCol w="414338"/>
              </a:tblGrid>
              <a:tr h="492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A</a:t>
                      </a:r>
                      <a:endParaRPr lang="en-US" altLang="zh-CN" sz="24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B</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C</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D</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E</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F</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400">
                          <a:ea typeface="宋体" pitchFamily="2" charset="-122"/>
                        </a:rPr>
                        <a:t>…</a:t>
                      </a:r>
                      <a:endParaRPr lang="zh-CN" altLang="en-US" sz="24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28575">
                      <a:solidFill>
                        <a:schemeClr val="tx1"/>
                      </a:solidFill>
                      <a:miter lim="800000"/>
                    </a:lnB>
                    <a:noFill/>
                  </a:tcPr>
                </a:tc>
              </a:tr>
            </a:tbl>
          </a:graphicData>
        </a:graphic>
      </p:graphicFrame>
      <p:sp>
        <p:nvSpPr>
          <p:cNvPr id="46103" name="AutoShape 2069" title=""/>
          <p:cNvSpPr/>
          <p:nvPr/>
        </p:nvSpPr>
        <p:spPr>
          <a:xfrm rot="16200000">
            <a:off x="1714500" y="290195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6104" name="AutoShape 2070" title=""/>
          <p:cNvSpPr/>
          <p:nvPr/>
        </p:nvSpPr>
        <p:spPr>
          <a:xfrm rot="16200000">
            <a:off x="3009900" y="290195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6105" name="AutoShape 2071" title=""/>
          <p:cNvSpPr/>
          <p:nvPr/>
        </p:nvSpPr>
        <p:spPr>
          <a:xfrm>
            <a:off x="1295400" y="3778250"/>
            <a:ext cx="914400" cy="838200"/>
          </a:xfrm>
          <a:prstGeom prst="cube">
            <a:avLst>
              <a:gd name="adj" fmla="val 25000"/>
            </a:avLst>
          </a:prstGeom>
          <a:solidFill>
            <a:schemeClr val="accent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6106" name="AutoShape 2072" title=""/>
          <p:cNvSpPr/>
          <p:nvPr/>
        </p:nvSpPr>
        <p:spPr>
          <a:xfrm>
            <a:off x="2667000" y="3778250"/>
            <a:ext cx="914400" cy="838200"/>
          </a:xfrm>
          <a:prstGeom prst="cube">
            <a:avLst>
              <a:gd name="adj" fmla="val 25000"/>
            </a:avLst>
          </a:prstGeom>
          <a:solidFill>
            <a:schemeClr val="accent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6107" name="Text Box 2073" title=""/>
          <p:cNvSpPr txBox="1"/>
          <p:nvPr/>
        </p:nvSpPr>
        <p:spPr>
          <a:xfrm>
            <a:off x="1298575" y="4768850"/>
            <a:ext cx="766763" cy="64770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r>
              <a:rPr lang="en-US" altLang="zh-CN" sz="1800">
                <a:latin typeface="Verdana" pitchFamily="34" charset="0"/>
                <a:ea typeface="宋体" pitchFamily="2" charset="-122"/>
              </a:rPr>
              <a:t>ABC</a:t>
            </a:r>
            <a:endParaRPr lang="en-US" altLang="zh-CN" sz="1800">
              <a:latin typeface="Verdana" pitchFamily="34" charset="0"/>
              <a:ea typeface="宋体" pitchFamily="2" charset="-122"/>
            </a:endParaRPr>
          </a:p>
          <a:p>
            <a:pPr marL="0" lvl="0" indent="0" algn="ctr"/>
            <a:r>
              <a:rPr lang="en-US" altLang="zh-CN" sz="1800">
                <a:latin typeface="Verdana" pitchFamily="34" charset="0"/>
                <a:ea typeface="宋体" pitchFamily="2" charset="-122"/>
              </a:rPr>
              <a:t>Cube</a:t>
            </a:r>
            <a:endParaRPr lang="en-US" altLang="zh-CN" sz="1800">
              <a:latin typeface="Verdana" pitchFamily="34" charset="0"/>
              <a:ea typeface="宋体" pitchFamily="2" charset="-122"/>
            </a:endParaRPr>
          </a:p>
        </p:txBody>
      </p:sp>
      <p:sp>
        <p:nvSpPr>
          <p:cNvPr id="46108" name="Text Box 2074" title=""/>
          <p:cNvSpPr txBox="1"/>
          <p:nvPr/>
        </p:nvSpPr>
        <p:spPr>
          <a:xfrm>
            <a:off x="2654300" y="4768850"/>
            <a:ext cx="766763" cy="64770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r>
              <a:rPr lang="en-US" altLang="zh-CN" sz="1800">
                <a:latin typeface="Verdana" pitchFamily="34" charset="0"/>
                <a:ea typeface="宋体" pitchFamily="2" charset="-122"/>
              </a:rPr>
              <a:t>DEF</a:t>
            </a:r>
            <a:endParaRPr lang="en-US" altLang="zh-CN" sz="1800">
              <a:latin typeface="Verdana" pitchFamily="34" charset="0"/>
              <a:ea typeface="宋体" pitchFamily="2" charset="-122"/>
            </a:endParaRPr>
          </a:p>
          <a:p>
            <a:pPr marL="0" lvl="0" indent="0" algn="ctr"/>
            <a:r>
              <a:rPr lang="en-US" altLang="zh-CN" sz="1800">
                <a:latin typeface="Verdana" pitchFamily="34" charset="0"/>
                <a:ea typeface="宋体" pitchFamily="2" charset="-122"/>
              </a:rPr>
              <a:t>Cube</a:t>
            </a:r>
            <a:endParaRPr lang="en-US" altLang="zh-CN" sz="1800">
              <a:latin typeface="Verdana" pitchFamily="34" charset="0"/>
              <a:ea typeface="宋体" pitchFamily="2" charset="-122"/>
            </a:endParaRPr>
          </a:p>
        </p:txBody>
      </p:sp>
      <p:sp>
        <p:nvSpPr>
          <p:cNvPr id="46109" name="Line 2075" title=""/>
          <p:cNvSpPr/>
          <p:nvPr/>
        </p:nvSpPr>
        <p:spPr>
          <a:xfrm flipV="1">
            <a:off x="3505200" y="3359150"/>
            <a:ext cx="1219200" cy="876300"/>
          </a:xfrm>
          <a:prstGeom prst="line">
            <a:avLst/>
          </a:prstGeom>
          <a:noFill/>
          <a:ln>
            <a:solidFill>
              <a:schemeClr val="tx1"/>
            </a:solidFill>
            <a:miter lim="800000"/>
            <a:tailEnd type="triangle"/>
          </a:ln>
        </p:spPr>
      </p:sp>
      <p:sp>
        <p:nvSpPr>
          <p:cNvPr id="46110" name="AutoShape 2076" title=""/>
          <p:cNvSpPr/>
          <p:nvPr/>
        </p:nvSpPr>
        <p:spPr>
          <a:xfrm>
            <a:off x="4876800" y="2320925"/>
            <a:ext cx="3124200" cy="3089275"/>
          </a:xfrm>
          <a:prstGeom prst="flowChartMultidocument">
            <a:avLst/>
          </a:prstGeom>
          <a:no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6111" name="Text Box 2077" title=""/>
          <p:cNvSpPr txBox="1"/>
          <p:nvPr/>
        </p:nvSpPr>
        <p:spPr>
          <a:xfrm>
            <a:off x="5562600" y="2286000"/>
            <a:ext cx="1116013" cy="3365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a:latin typeface="Verdana" pitchFamily="34" charset="0"/>
                <a:ea typeface="宋体" pitchFamily="2" charset="-122"/>
              </a:rPr>
              <a:t>D Cuboid</a:t>
            </a:r>
            <a:endParaRPr lang="en-US" altLang="zh-CN" sz="1600">
              <a:latin typeface="Verdana" pitchFamily="34" charset="0"/>
              <a:ea typeface="宋体" pitchFamily="2" charset="-122"/>
            </a:endParaRPr>
          </a:p>
        </p:txBody>
      </p:sp>
      <p:sp>
        <p:nvSpPr>
          <p:cNvPr id="46112" name="Text Box 2078" title=""/>
          <p:cNvSpPr txBox="1"/>
          <p:nvPr/>
        </p:nvSpPr>
        <p:spPr>
          <a:xfrm>
            <a:off x="5334000" y="2555875"/>
            <a:ext cx="1204913" cy="3365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a:latin typeface="Verdana" pitchFamily="34" charset="0"/>
                <a:ea typeface="宋体" pitchFamily="2" charset="-122"/>
              </a:rPr>
              <a:t>EF Cuboid</a:t>
            </a:r>
            <a:endParaRPr lang="en-US" altLang="zh-CN" sz="1600">
              <a:latin typeface="Verdana" pitchFamily="34" charset="0"/>
              <a:ea typeface="宋体" pitchFamily="2" charset="-122"/>
            </a:endParaRPr>
          </a:p>
        </p:txBody>
      </p:sp>
      <p:sp>
        <p:nvSpPr>
          <p:cNvPr id="46113" name="Text Box 2079" title=""/>
          <p:cNvSpPr txBox="1"/>
          <p:nvPr/>
        </p:nvSpPr>
        <p:spPr>
          <a:xfrm>
            <a:off x="5156200" y="2819400"/>
            <a:ext cx="1244600" cy="3365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600">
                <a:latin typeface="Verdana" pitchFamily="34" charset="0"/>
                <a:ea typeface="宋体" pitchFamily="2" charset="-122"/>
              </a:rPr>
              <a:t>DE Cuboid</a:t>
            </a:r>
            <a:endParaRPr lang="en-US" altLang="zh-CN" sz="1600">
              <a:latin typeface="Verdana" pitchFamily="34" charset="0"/>
              <a:ea typeface="宋体" pitchFamily="2" charset="-122"/>
            </a:endParaRPr>
          </a:p>
        </p:txBody>
      </p:sp>
      <p:graphicFrame>
        <p:nvGraphicFramePr>
          <p:cNvPr id="46114" name="Group 2101" title=""/>
          <p:cNvGraphicFramePr>
            <a:graphicFrameLocks noGrp="1"/>
          </p:cNvGraphicFramePr>
          <p:nvPr/>
        </p:nvGraphicFramePr>
        <p:xfrm>
          <a:off x="4953000" y="3124200"/>
          <a:ext cx="2395538" cy="1620838"/>
        </p:xfrm>
        <a:graphic>
          <a:graphicData uri="http://schemas.openxmlformats.org/drawingml/2006/table">
            <a:tbl>
              <a:tblPr/>
              <a:tblGrid>
                <a:gridCol w="893762"/>
                <a:gridCol w="1501775"/>
              </a:tblGrid>
              <a:tr h="320675">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500">
                          <a:ea typeface="宋体" pitchFamily="2" charset="-122"/>
                        </a:rPr>
                        <a:t>Cell</a:t>
                      </a:r>
                      <a:endParaRPr lang="en-US" altLang="zh-CN"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500">
                          <a:ea typeface="宋体" pitchFamily="2" charset="-122"/>
                        </a:rPr>
                        <a:t>Tuple-ID List</a:t>
                      </a:r>
                      <a:endParaRPr lang="en-US" altLang="zh-CN"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r>
              <a:tr h="320675">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500">
                          <a:ea typeface="宋体" pitchFamily="2" charset="-122"/>
                        </a:rPr>
                        <a:t>d1 e1</a:t>
                      </a:r>
                      <a:endParaRPr lang="en-US" altLang="zh-CN"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500">
                          <a:ea typeface="宋体" pitchFamily="2" charset="-122"/>
                        </a:rPr>
                        <a:t>{1, 3, 8, 9}</a:t>
                      </a:r>
                      <a:endParaRPr lang="zh-CN" altLang="en-US"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r>
              <a:tr h="320675">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500">
                          <a:ea typeface="宋体" pitchFamily="2" charset="-122"/>
                        </a:rPr>
                        <a:t>d1 e2</a:t>
                      </a:r>
                      <a:endParaRPr lang="en-US" altLang="zh-CN"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500">
                          <a:ea typeface="宋体" pitchFamily="2" charset="-122"/>
                        </a:rPr>
                        <a:t>{2, 4, 6, 7}</a:t>
                      </a:r>
                      <a:endParaRPr lang="zh-CN" altLang="en-US"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r>
              <a:tr h="338138">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500">
                          <a:ea typeface="宋体" pitchFamily="2" charset="-122"/>
                        </a:rPr>
                        <a:t>d2 e1</a:t>
                      </a:r>
                      <a:endParaRPr lang="en-US" altLang="zh-CN"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500">
                          <a:ea typeface="宋体" pitchFamily="2" charset="-122"/>
                        </a:rPr>
                        <a:t>{5, 10}</a:t>
                      </a:r>
                      <a:endParaRPr lang="zh-CN" altLang="en-US"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r>
              <a:tr h="320675">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500">
                          <a:ea typeface="宋体" pitchFamily="2" charset="-122"/>
                        </a:rPr>
                        <a:t>…</a:t>
                      </a:r>
                      <a:endParaRPr lang="zh-CN" altLang="en-US"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45683" bIns="4568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1500">
                          <a:ea typeface="宋体" pitchFamily="2" charset="-122"/>
                        </a:rPr>
                        <a:t>…</a:t>
                      </a:r>
                      <a:endParaRPr lang="zh-CN" altLang="en-US" sz="1500">
                        <a:ea typeface="宋体" pitchFamily="2" charset="-122"/>
                      </a:endParaRPr>
                    </a:p>
                  </a:txBody>
                  <a:tcPr marT="45683" marB="45683">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r>
            </a:tbl>
          </a:graphicData>
        </a:graphic>
      </p:graphicFrame>
      <p:sp>
        <p:nvSpPr>
          <p:cNvPr id="46134" name="Text Box 2100" title=""/>
          <p:cNvSpPr txBox="1"/>
          <p:nvPr/>
        </p:nvSpPr>
        <p:spPr>
          <a:xfrm>
            <a:off x="1905000" y="2286000"/>
            <a:ext cx="1511300" cy="369888"/>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lang="en-US" altLang="zh-CN" sz="1800">
                <a:latin typeface="Verdana" pitchFamily="34" charset="0"/>
                <a:ea typeface="宋体" pitchFamily="2" charset="-122"/>
              </a:rPr>
              <a:t>Dimensions</a:t>
            </a:r>
            <a:endParaRPr lang="en-US" altLang="zh-CN" sz="1800">
              <a:latin typeface="Verdana" pitchFamily="34" charset="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710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ABF5E94-9C58-45E6-A5BE-9D6E3D7085CC}" type="slidenum">
              <a:rPr lang="zh-CN" altLang="en-US" sz="1200">
                <a:ea typeface="宋体" pitchFamily="2" charset="-122"/>
              </a:rPr>
              <a:t>44</a:t>
            </a:fld>
            <a:endParaRPr lang="en-US" altLang="zh-CN" sz="1200">
              <a:ea typeface="宋体" pitchFamily="2" charset="-122"/>
            </a:endParaRPr>
          </a:p>
        </p:txBody>
      </p:sp>
      <p:sp>
        <p:nvSpPr>
          <p:cNvPr id="4710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DF6C1B7-E312-4616-934C-066C9F6EF49B}" type="slidenum">
              <a:rPr lang="zh-CN" altLang="en-US" sz="1200">
                <a:ea typeface="宋体" pitchFamily="2" charset="-122"/>
              </a:rPr>
              <a:t>44</a:t>
            </a:fld>
            <a:endParaRPr lang="en-US" altLang="zh-CN" sz="1200">
              <a:ea typeface="宋体" pitchFamily="2" charset="-122"/>
            </a:endParaRPr>
          </a:p>
        </p:txBody>
      </p:sp>
      <p:sp>
        <p:nvSpPr>
          <p:cNvPr id="47108" name="Rectangle 1026"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Online Query Computation: Query</a:t>
            </a:r>
            <a:endParaRPr lang="en-US" altLang="zh-CN" sz="3200">
              <a:ea typeface="宋体" pitchFamily="2" charset="-122"/>
            </a:endParaRPr>
          </a:p>
        </p:txBody>
      </p:sp>
      <p:sp>
        <p:nvSpPr>
          <p:cNvPr id="47109" name="Rectangle 1027" title=""/>
          <p:cNvSpPr>
            <a:spLocks noGrp="1"/>
          </p:cNvSpPr>
          <p:nvPr>
            <p:ph type="body" idx="1"/>
          </p:nvPr>
        </p:nvSpPr>
        <p:spPr>
          <a:xfrm>
            <a:off x="381000" y="1447800"/>
            <a:ext cx="7877175"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609600" lvl="0" indent="-609600" eaLnBrk="1" hangingPunct="1">
              <a:lnSpc>
                <a:spcPct val="150000"/>
              </a:lnSpc>
              <a:buChar char="n"/>
            </a:pPr>
            <a:r>
              <a:rPr lang="en-US" altLang="zh-CN" sz="2400">
                <a:ea typeface="宋体" pitchFamily="2" charset="-122"/>
              </a:rPr>
              <a:t>A query has the general form</a:t>
            </a:r>
            <a:endParaRPr lang="en-US" altLang="zh-CN" sz="2400">
              <a:ea typeface="宋体" pitchFamily="2" charset="-122"/>
            </a:endParaRPr>
          </a:p>
          <a:p>
            <a:pPr marL="609600" lvl="0" indent="-609600" eaLnBrk="1" hangingPunct="1">
              <a:lnSpc>
                <a:spcPct val="150000"/>
              </a:lnSpc>
              <a:buChar char="n"/>
            </a:pPr>
            <a:r>
              <a:rPr lang="en-US" altLang="zh-CN" sz="2400">
                <a:ea typeface="宋体" pitchFamily="2" charset="-122"/>
              </a:rPr>
              <a:t>Each a</a:t>
            </a:r>
            <a:r>
              <a:rPr lang="en-US" altLang="zh-CN" sz="2400" baseline="-25000">
                <a:ea typeface="宋体" pitchFamily="2" charset="-122"/>
              </a:rPr>
              <a:t>i</a:t>
            </a:r>
            <a:r>
              <a:rPr lang="en-US" altLang="zh-CN" sz="2400">
                <a:ea typeface="宋体" pitchFamily="2" charset="-122"/>
              </a:rPr>
              <a:t> has 3 possible values</a:t>
            </a:r>
            <a:endParaRPr lang="en-US" altLang="zh-CN" sz="2400">
              <a:ea typeface="宋体" pitchFamily="2" charset="-122"/>
            </a:endParaRPr>
          </a:p>
          <a:p>
            <a:pPr marL="990600" lvl="1" indent="-533400" eaLnBrk="1" hangingPunct="1">
              <a:lnSpc>
                <a:spcPct val="150000"/>
              </a:lnSpc>
              <a:buFont typeface="Times" pitchFamily="18" charset="0"/>
              <a:buAutoNum type="arabicPeriod"/>
            </a:pPr>
            <a:r>
              <a:rPr lang="en-US" altLang="zh-CN" sz="2400">
                <a:ea typeface="宋体" pitchFamily="2" charset="-122"/>
              </a:rPr>
              <a:t>Instantiated value</a:t>
            </a:r>
            <a:endParaRPr lang="en-US" altLang="zh-CN" sz="2400">
              <a:ea typeface="宋体" pitchFamily="2" charset="-122"/>
            </a:endParaRPr>
          </a:p>
          <a:p>
            <a:pPr marL="990600" lvl="1" indent="-533400" eaLnBrk="1" hangingPunct="1">
              <a:lnSpc>
                <a:spcPct val="150000"/>
              </a:lnSpc>
              <a:buFont typeface="Times" pitchFamily="18" charset="0"/>
              <a:buAutoNum type="arabicPeriod"/>
            </a:pPr>
            <a:r>
              <a:rPr lang="en-US" altLang="zh-CN" sz="2400">
                <a:ea typeface="宋体" pitchFamily="2" charset="-122"/>
              </a:rPr>
              <a:t>Aggregate * function</a:t>
            </a:r>
            <a:endParaRPr lang="en-US" altLang="zh-CN" sz="2400">
              <a:ea typeface="宋体" pitchFamily="2" charset="-122"/>
            </a:endParaRPr>
          </a:p>
          <a:p>
            <a:pPr marL="990600" lvl="1" indent="-533400" eaLnBrk="1" hangingPunct="1">
              <a:lnSpc>
                <a:spcPct val="150000"/>
              </a:lnSpc>
              <a:buFont typeface="Times" pitchFamily="18" charset="0"/>
              <a:buAutoNum type="arabicPeriod"/>
            </a:pPr>
            <a:r>
              <a:rPr lang="en-US" altLang="zh-CN" sz="2400">
                <a:ea typeface="宋体" pitchFamily="2" charset="-122"/>
              </a:rPr>
              <a:t>Inquire ? function</a:t>
            </a:r>
            <a:endParaRPr lang="en-US" altLang="zh-CN" sz="2400">
              <a:ea typeface="宋体" pitchFamily="2" charset="-122"/>
            </a:endParaRPr>
          </a:p>
          <a:p>
            <a:pPr marL="609600" lvl="0" indent="-609600" eaLnBrk="1" hangingPunct="1">
              <a:lnSpc>
                <a:spcPct val="150000"/>
              </a:lnSpc>
              <a:buSzPct val="140000"/>
              <a:buFont typeface="Wingdings" pitchFamily="2" charset="2"/>
              <a:buChar char="§"/>
            </a:pPr>
            <a:r>
              <a:rPr lang="en-US" altLang="zh-CN" sz="2400">
                <a:ea typeface="宋体" pitchFamily="2" charset="-122"/>
              </a:rPr>
              <a:t>For example,                                returns a 2-D data cube.</a:t>
            </a:r>
            <a:endParaRPr lang="en-US" altLang="zh-CN" sz="2400">
              <a:ea typeface="宋体" pitchFamily="2" charset="-122"/>
            </a:endParaRPr>
          </a:p>
        </p:txBody>
      </p:sp>
      <p:graphicFrame>
        <p:nvGraphicFramePr>
          <p:cNvPr id="47110" name="Object 1024" title=""/>
          <p:cNvGraphicFramePr>
            <a:graphicFrameLocks noChangeAspect="1"/>
          </p:cNvGraphicFramePr>
          <p:nvPr/>
        </p:nvGraphicFramePr>
        <p:xfrm>
          <a:off x="5257800" y="1676400"/>
          <a:ext cx="2133600" cy="417513"/>
        </p:xfrm>
        <a:graphic>
          <a:graphicData uri="http://schemas.openxmlformats.org/presentationml/2006/ole">
            <mc:AlternateContent>
              <mc:Choice xmlns:v="urn:schemas-microsoft-com:vml" Requires="v">
                <p:oleObj spid="_x0000_s1056" name="Equation" r:id="rId3" imgW="2133600" imgH="417513" progId="Equation.3">
                  <p:embed/>
                </p:oleObj>
              </mc:Choice>
              <mc:Fallback>
                <p:oleObj name="Equation" r:id="rId3" imgW="2133600" imgH="417513" progId="Equation.3">
                  <p:embed/>
                  <p:pic>
                    <p:nvPicPr>
                      <p:cNvPr id="0" name="OLE substitute image"/>
                      <p:cNvPicPr/>
                      <p:nvPr/>
                    </p:nvPicPr>
                    <p:blipFill>
                      <a:blip r:embed="rId4"/>
                      <a:stretch>
                        <a:fillRect/>
                      </a:stretch>
                    </p:blipFill>
                    <p:spPr>
                      <a:xfrm>
                        <a:off x="5257800" y="1676400"/>
                        <a:ext cx="2133600" cy="417513"/>
                      </a:xfrm>
                      <a:prstGeom prst="rect">
                        <a:avLst/>
                      </a:prstGeom>
                      <a:noFill/>
                      <a:ln>
                        <a:noFill/>
                        <a:miter lim="800000"/>
                      </a:ln>
                      <a:effectLst/>
                    </p:spPr>
                  </p:pic>
                </p:oleObj>
              </mc:Fallback>
            </mc:AlternateContent>
          </a:graphicData>
        </a:graphic>
      </p:graphicFrame>
      <p:graphicFrame>
        <p:nvGraphicFramePr>
          <p:cNvPr id="47111" name="Object 1025" title=""/>
          <p:cNvGraphicFramePr>
            <a:graphicFrameLocks noChangeAspect="1"/>
          </p:cNvGraphicFramePr>
          <p:nvPr/>
        </p:nvGraphicFramePr>
        <p:xfrm>
          <a:off x="2895600" y="4764088"/>
          <a:ext cx="2965450" cy="417512"/>
        </p:xfrm>
        <a:graphic>
          <a:graphicData uri="http://schemas.openxmlformats.org/presentationml/2006/ole">
            <mc:AlternateContent>
              <mc:Choice xmlns:v="urn:schemas-microsoft-com:vml" Requires="v">
                <p:oleObj spid="_x0000_s1057" name="Equation" r:id="rId5" imgW="2965450" imgH="417512" progId="Equation.3">
                  <p:embed/>
                </p:oleObj>
              </mc:Choice>
              <mc:Fallback>
                <p:oleObj name="Equation" r:id="rId5" imgW="2965450" imgH="417512" progId="Equation.3">
                  <p:embed/>
                  <p:pic>
                    <p:nvPicPr>
                      <p:cNvPr id="0" name="OLE substitute image"/>
                      <p:cNvPicPr/>
                      <p:nvPr/>
                    </p:nvPicPr>
                    <p:blipFill>
                      <a:blip r:embed="rId6"/>
                      <a:stretch>
                        <a:fillRect/>
                      </a:stretch>
                    </p:blipFill>
                    <p:spPr>
                      <a:xfrm>
                        <a:off x="2895600" y="4764088"/>
                        <a:ext cx="2965450" cy="417512"/>
                      </a:xfrm>
                      <a:prstGeom prst="rect">
                        <a:avLst/>
                      </a:prstGeom>
                      <a:noFill/>
                      <a:ln>
                        <a:noFill/>
                        <a:miter lim="800000"/>
                      </a:ln>
                      <a:effectLst/>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813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93115EA-AE63-4441-9E05-6343191CB71C}" type="slidenum">
              <a:rPr lang="zh-CN" altLang="en-US" sz="1200">
                <a:ea typeface="宋体" pitchFamily="2" charset="-122"/>
              </a:rPr>
              <a:t>45</a:t>
            </a:fld>
            <a:endParaRPr lang="en-US" altLang="zh-CN" sz="1200">
              <a:ea typeface="宋体" pitchFamily="2" charset="-122"/>
            </a:endParaRPr>
          </a:p>
        </p:txBody>
      </p:sp>
      <p:sp>
        <p:nvSpPr>
          <p:cNvPr id="4813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C8AFC74-1113-426B-ACB5-4875162FBE08}" type="slidenum">
              <a:rPr lang="zh-CN" altLang="en-US" sz="1200">
                <a:ea typeface="宋体" pitchFamily="2" charset="-122"/>
              </a:rPr>
              <a:t>45</a:t>
            </a:fld>
            <a:endParaRPr lang="en-US" altLang="zh-CN" sz="1200">
              <a:ea typeface="宋体" pitchFamily="2" charset="-122"/>
            </a:endParaRPr>
          </a:p>
        </p:txBody>
      </p:sp>
      <p:sp>
        <p:nvSpPr>
          <p:cNvPr id="48132"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Online Query Computation: Method</a:t>
            </a:r>
            <a:endParaRPr lang="en-US" altLang="zh-CN" sz="3200">
              <a:ea typeface="宋体" pitchFamily="2" charset="-122"/>
            </a:endParaRPr>
          </a:p>
        </p:txBody>
      </p:sp>
      <p:sp>
        <p:nvSpPr>
          <p:cNvPr id="48133" name="Rectangle 3" title=""/>
          <p:cNvSpPr>
            <a:spLocks noGrp="1"/>
          </p:cNvSpPr>
          <p:nvPr>
            <p:ph type="body" idx="1"/>
          </p:nvPr>
        </p:nvSpPr>
        <p:spPr>
          <a:xfrm>
            <a:off x="381000" y="1447800"/>
            <a:ext cx="7954963"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609600" lvl="0" indent="-609600" eaLnBrk="1" hangingPunct="1">
              <a:lnSpc>
                <a:spcPct val="130000"/>
              </a:lnSpc>
              <a:buChar char="n"/>
            </a:pPr>
            <a:r>
              <a:rPr lang="en-US" altLang="zh-CN" sz="2400">
                <a:ea typeface="宋体" pitchFamily="2" charset="-122"/>
              </a:rPr>
              <a:t>Given the fragment cubes, process a query as follows</a:t>
            </a:r>
            <a:endParaRPr lang="en-US" altLang="zh-CN" sz="2400">
              <a:ea typeface="宋体" pitchFamily="2" charset="-122"/>
            </a:endParaRPr>
          </a:p>
          <a:p>
            <a:pPr marL="990600" lvl="1" indent="-533400" eaLnBrk="1" hangingPunct="1">
              <a:lnSpc>
                <a:spcPct val="130000"/>
              </a:lnSpc>
              <a:buFont typeface="Times" pitchFamily="18" charset="0"/>
              <a:buAutoNum type="arabicPeriod"/>
            </a:pPr>
            <a:r>
              <a:rPr lang="en-US" altLang="zh-CN" sz="2400">
                <a:ea typeface="宋体" pitchFamily="2" charset="-122"/>
              </a:rPr>
              <a:t>Divide the query into fragment, same as the shell</a:t>
            </a:r>
            <a:endParaRPr lang="en-US" altLang="zh-CN" sz="2400">
              <a:ea typeface="宋体" pitchFamily="2" charset="-122"/>
            </a:endParaRPr>
          </a:p>
          <a:p>
            <a:pPr marL="990600" lvl="1" indent="-533400" eaLnBrk="1" hangingPunct="1">
              <a:lnSpc>
                <a:spcPct val="130000"/>
              </a:lnSpc>
              <a:buFont typeface="Times" pitchFamily="18" charset="0"/>
              <a:buAutoNum type="arabicPeriod"/>
            </a:pPr>
            <a:r>
              <a:rPr lang="en-US" altLang="zh-CN" sz="2400">
                <a:ea typeface="宋体" pitchFamily="2" charset="-122"/>
              </a:rPr>
              <a:t>Fetch the corresponding TID list for each fragment from the fragment cube</a:t>
            </a:r>
            <a:endParaRPr lang="en-US" altLang="zh-CN" sz="2400">
              <a:ea typeface="宋体" pitchFamily="2" charset="-122"/>
            </a:endParaRPr>
          </a:p>
          <a:p>
            <a:pPr marL="990600" lvl="1" indent="-533400" eaLnBrk="1" hangingPunct="1">
              <a:lnSpc>
                <a:spcPct val="130000"/>
              </a:lnSpc>
              <a:buFont typeface="Times" pitchFamily="18" charset="0"/>
              <a:buAutoNum type="arabicPeriod"/>
            </a:pPr>
            <a:r>
              <a:rPr lang="en-US" altLang="zh-CN" sz="2400">
                <a:ea typeface="宋体" pitchFamily="2" charset="-122"/>
              </a:rPr>
              <a:t>Intersect the TID lists from each fragment to construct </a:t>
            </a:r>
            <a:r>
              <a:rPr lang="en-US" altLang="zh-CN" sz="2400" b="1">
                <a:ea typeface="宋体" pitchFamily="2" charset="-122"/>
              </a:rPr>
              <a:t>instantiated base table</a:t>
            </a:r>
            <a:endParaRPr lang="en-US" altLang="zh-CN" sz="2400">
              <a:ea typeface="宋体" pitchFamily="2" charset="-122"/>
            </a:endParaRPr>
          </a:p>
          <a:p>
            <a:pPr marL="990600" lvl="1" indent="-533400" eaLnBrk="1" hangingPunct="1">
              <a:lnSpc>
                <a:spcPct val="130000"/>
              </a:lnSpc>
              <a:buFont typeface="Times" pitchFamily="18" charset="0"/>
              <a:buAutoNum type="arabicPeriod"/>
            </a:pPr>
            <a:r>
              <a:rPr lang="en-US" altLang="zh-CN" sz="2400">
                <a:ea typeface="宋体" pitchFamily="2" charset="-122"/>
              </a:rPr>
              <a:t>Compute the data cube using the base table with any cubing algorithm</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4915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E40E8BD5-08D4-4D61-9472-5F2BAC20F356}" type="slidenum">
              <a:rPr lang="zh-CN" altLang="en-US" sz="1200">
                <a:ea typeface="宋体" pitchFamily="2" charset="-122"/>
              </a:rPr>
              <a:t>46</a:t>
            </a:fld>
            <a:endParaRPr lang="en-US" altLang="zh-CN" sz="1200">
              <a:ea typeface="宋体" pitchFamily="2" charset="-122"/>
            </a:endParaRPr>
          </a:p>
        </p:txBody>
      </p:sp>
      <p:sp>
        <p:nvSpPr>
          <p:cNvPr id="4915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90A075E-08B2-4B4E-AA01-5F8D0F229681}" type="slidenum">
              <a:rPr lang="zh-CN" altLang="en-US" sz="1200">
                <a:ea typeface="宋体" pitchFamily="2" charset="-122"/>
              </a:rPr>
              <a:t>46</a:t>
            </a:fld>
            <a:endParaRPr lang="en-US" altLang="zh-CN" sz="1200">
              <a:ea typeface="宋体" pitchFamily="2" charset="-122"/>
            </a:endParaRPr>
          </a:p>
        </p:txBody>
      </p:sp>
      <p:sp>
        <p:nvSpPr>
          <p:cNvPr id="49156" name="Rectangle 1026"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Online Query Computation: Sketch</a:t>
            </a:r>
            <a:endParaRPr lang="en-US" altLang="zh-CN" sz="3200">
              <a:ea typeface="宋体" pitchFamily="2" charset="-122"/>
            </a:endParaRPr>
          </a:p>
        </p:txBody>
      </p:sp>
      <p:graphicFrame>
        <p:nvGraphicFramePr>
          <p:cNvPr id="49157" name="Group 1027" title=""/>
          <p:cNvGraphicFramePr>
            <a:graphicFrameLocks noGrp="1"/>
          </p:cNvGraphicFramePr>
          <p:nvPr/>
        </p:nvGraphicFramePr>
        <p:xfrm>
          <a:off x="1066800" y="2057400"/>
          <a:ext cx="6210300" cy="492125"/>
        </p:xfrm>
        <a:graphic>
          <a:graphicData uri="http://schemas.openxmlformats.org/drawingml/2006/table">
            <a:tbl>
              <a:tblPr/>
              <a:tblGrid>
                <a:gridCol w="414338"/>
                <a:gridCol w="412750"/>
                <a:gridCol w="414338"/>
                <a:gridCol w="412750"/>
                <a:gridCol w="414338"/>
                <a:gridCol w="412750"/>
                <a:gridCol w="414338"/>
                <a:gridCol w="414338"/>
                <a:gridCol w="414338"/>
                <a:gridCol w="414338"/>
                <a:gridCol w="414338"/>
                <a:gridCol w="414338"/>
                <a:gridCol w="414338"/>
                <a:gridCol w="414338"/>
                <a:gridCol w="414338"/>
              </a:tblGrid>
              <a:tr h="492125">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A</a:t>
                      </a:r>
                      <a:endParaRPr lang="en-US" altLang="zh-CN" sz="2400">
                        <a:ea typeface="宋体" pitchFamily="2" charset="-122"/>
                      </a:endParaRPr>
                    </a:p>
                  </a:txBody>
                  <a:tcPr>
                    <a:lnL w="28575">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B</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C</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D</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E</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F</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G</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H</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I</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J</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K</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L</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M</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2400">
                          <a:ea typeface="宋体" pitchFamily="2" charset="-122"/>
                        </a:rPr>
                        <a:t>N</a:t>
                      </a:r>
                      <a:endParaRPr lang="en-US" altLang="zh-CN" sz="2400">
                        <a:ea typeface="宋体" pitchFamily="2" charset="-122"/>
                      </a:endParaRPr>
                    </a:p>
                  </a:txBody>
                  <a:tcP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zh-CN" altLang="en-US" sz="2400">
                          <a:ea typeface="宋体" pitchFamily="2" charset="-122"/>
                        </a:rPr>
                        <a:t>…</a:t>
                      </a:r>
                      <a:endParaRPr lang="zh-CN" altLang="en-US" sz="2400">
                        <a:ea typeface="宋体" pitchFamily="2" charset="-122"/>
                      </a:endParaRPr>
                    </a:p>
                  </a:txBody>
                  <a:tcPr>
                    <a:lnL w="12700">
                      <a:solidFill>
                        <a:schemeClr val="tx1"/>
                      </a:solidFill>
                      <a:miter lim="800000"/>
                    </a:lnL>
                    <a:lnR w="28575">
                      <a:solidFill>
                        <a:schemeClr val="tx1"/>
                      </a:solidFill>
                      <a:miter lim="800000"/>
                    </a:lnR>
                    <a:lnT w="28575">
                      <a:solidFill>
                        <a:schemeClr val="tx1"/>
                      </a:solidFill>
                      <a:miter lim="800000"/>
                    </a:lnT>
                    <a:lnB w="28575">
                      <a:solidFill>
                        <a:schemeClr val="tx1"/>
                      </a:solidFill>
                      <a:miter lim="800000"/>
                    </a:lnB>
                    <a:noFill/>
                  </a:tcPr>
                </a:tc>
              </a:tr>
            </a:tbl>
          </a:graphicData>
        </a:graphic>
      </p:graphicFrame>
      <p:sp>
        <p:nvSpPr>
          <p:cNvPr id="49191" name="AutoShape 1061" title=""/>
          <p:cNvSpPr/>
          <p:nvPr/>
        </p:nvSpPr>
        <p:spPr>
          <a:xfrm rot="16200000">
            <a:off x="1562100" y="225425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9192" name="AutoShape 1062" title=""/>
          <p:cNvSpPr/>
          <p:nvPr/>
        </p:nvSpPr>
        <p:spPr>
          <a:xfrm rot="16200000">
            <a:off x="2857500" y="225425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9193" name="AutoShape 1063" title=""/>
          <p:cNvSpPr/>
          <p:nvPr/>
        </p:nvSpPr>
        <p:spPr>
          <a:xfrm>
            <a:off x="1143000" y="3130550"/>
            <a:ext cx="914400" cy="838200"/>
          </a:xfrm>
          <a:prstGeom prst="cube">
            <a:avLst>
              <a:gd name="adj" fmla="val 25000"/>
            </a:avLst>
          </a:prstGeom>
          <a:solidFill>
            <a:schemeClr val="accent1"/>
          </a:solidFill>
          <a:ln w="28575">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endParaRPr lang="zh-CN" altLang="en-US" sz="2400">
              <a:solidFill>
                <a:schemeClr val="folHlink"/>
              </a:solidFill>
              <a:latin typeface="Helvetica" pitchFamily="34" charset="0"/>
              <a:ea typeface="宋体" pitchFamily="2" charset="-122"/>
            </a:endParaRPr>
          </a:p>
        </p:txBody>
      </p:sp>
      <p:sp>
        <p:nvSpPr>
          <p:cNvPr id="49194" name="AutoShape 1064" title=""/>
          <p:cNvSpPr/>
          <p:nvPr/>
        </p:nvSpPr>
        <p:spPr>
          <a:xfrm>
            <a:off x="2514600" y="3130550"/>
            <a:ext cx="914400" cy="838200"/>
          </a:xfrm>
          <a:prstGeom prst="cube">
            <a:avLst>
              <a:gd name="adj" fmla="val 25000"/>
            </a:avLst>
          </a:prstGeom>
          <a:solidFill>
            <a:schemeClr val="accent1"/>
          </a:solidFill>
          <a:ln w="28575">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9195" name="AutoShape 1065" title=""/>
          <p:cNvSpPr/>
          <p:nvPr/>
        </p:nvSpPr>
        <p:spPr>
          <a:xfrm rot="16200000">
            <a:off x="4076700" y="224790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9196" name="AutoShape 1066" title=""/>
          <p:cNvSpPr/>
          <p:nvPr/>
        </p:nvSpPr>
        <p:spPr>
          <a:xfrm>
            <a:off x="3733800" y="3124200"/>
            <a:ext cx="914400" cy="838200"/>
          </a:xfrm>
          <a:prstGeom prst="cube">
            <a:avLst>
              <a:gd name="adj" fmla="val 25000"/>
            </a:avLst>
          </a:prstGeom>
          <a:solidFill>
            <a:schemeClr val="accent1"/>
          </a:solidFill>
          <a:ln w="28575">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9197" name="AutoShape 1067" title=""/>
          <p:cNvSpPr/>
          <p:nvPr/>
        </p:nvSpPr>
        <p:spPr>
          <a:xfrm rot="16200000">
            <a:off x="5295900" y="224790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9198" name="AutoShape 1068" title=""/>
          <p:cNvSpPr/>
          <p:nvPr/>
        </p:nvSpPr>
        <p:spPr>
          <a:xfrm>
            <a:off x="4953000" y="3124200"/>
            <a:ext cx="914400" cy="838200"/>
          </a:xfrm>
          <a:prstGeom prst="cube">
            <a:avLst>
              <a:gd name="adj" fmla="val 25000"/>
            </a:avLst>
          </a:prstGeom>
          <a:solidFill>
            <a:schemeClr val="accent1"/>
          </a:solidFill>
          <a:ln w="28575">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9199" name="AutoShape 1069" title=""/>
          <p:cNvSpPr/>
          <p:nvPr/>
        </p:nvSpPr>
        <p:spPr>
          <a:xfrm rot="16200000">
            <a:off x="6591300" y="2247900"/>
            <a:ext cx="228600" cy="1066800"/>
          </a:xfrm>
          <a:prstGeom prst="leftBrace">
            <a:avLst>
              <a:gd name="adj1" fmla="val 38889"/>
              <a:gd name="adj2" fmla="val 50000"/>
            </a:avLst>
          </a:prstGeom>
          <a:noFill/>
          <a:ln>
            <a:solidFill>
              <a:schemeClr val="tx1"/>
            </a:solidFill>
            <a:round/>
          </a:ln>
        </p:spPr>
        <p:txBody>
          <a:bodyPr vert="vert"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endParaRPr lang="zh-CN" altLang="en-US" sz="1800">
              <a:latin typeface="Verdana" pitchFamily="34" charset="0"/>
              <a:ea typeface="宋体" pitchFamily="2" charset="-122"/>
            </a:endParaRPr>
          </a:p>
        </p:txBody>
      </p:sp>
      <p:sp>
        <p:nvSpPr>
          <p:cNvPr id="49200" name="AutoShape 1070" title=""/>
          <p:cNvSpPr/>
          <p:nvPr/>
        </p:nvSpPr>
        <p:spPr>
          <a:xfrm>
            <a:off x="6248400" y="3124200"/>
            <a:ext cx="914400" cy="838200"/>
          </a:xfrm>
          <a:prstGeom prst="cube">
            <a:avLst>
              <a:gd name="adj" fmla="val 25000"/>
            </a:avLst>
          </a:prstGeom>
          <a:solidFill>
            <a:schemeClr val="accent1"/>
          </a:solidFill>
          <a:ln w="28575">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9201" name="Line 1071" title=""/>
          <p:cNvSpPr/>
          <p:nvPr/>
        </p:nvSpPr>
        <p:spPr>
          <a:xfrm>
            <a:off x="1143000" y="3733800"/>
            <a:ext cx="685800" cy="0"/>
          </a:xfrm>
          <a:prstGeom prst="line">
            <a:avLst/>
          </a:prstGeom>
          <a:noFill/>
          <a:ln w="57150">
            <a:solidFill>
              <a:schemeClr val="folHlink"/>
            </a:solidFill>
            <a:miter lim="800000"/>
          </a:ln>
        </p:spPr>
      </p:sp>
      <p:sp>
        <p:nvSpPr>
          <p:cNvPr id="49202" name="Line 1072" title=""/>
          <p:cNvSpPr/>
          <p:nvPr/>
        </p:nvSpPr>
        <p:spPr>
          <a:xfrm>
            <a:off x="2514600" y="3505200"/>
            <a:ext cx="685800" cy="0"/>
          </a:xfrm>
          <a:prstGeom prst="line">
            <a:avLst/>
          </a:prstGeom>
          <a:noFill/>
          <a:ln w="57150">
            <a:solidFill>
              <a:schemeClr val="folHlink"/>
            </a:solidFill>
            <a:miter lim="800000"/>
          </a:ln>
        </p:spPr>
      </p:sp>
      <p:sp>
        <p:nvSpPr>
          <p:cNvPr id="49203" name="Line 1073" title=""/>
          <p:cNvSpPr/>
          <p:nvPr/>
        </p:nvSpPr>
        <p:spPr>
          <a:xfrm>
            <a:off x="3733800" y="3810000"/>
            <a:ext cx="685800" cy="0"/>
          </a:xfrm>
          <a:prstGeom prst="line">
            <a:avLst/>
          </a:prstGeom>
          <a:noFill/>
          <a:ln w="57150">
            <a:solidFill>
              <a:schemeClr val="folHlink"/>
            </a:solidFill>
            <a:miter lim="800000"/>
          </a:ln>
        </p:spPr>
      </p:sp>
      <p:sp>
        <p:nvSpPr>
          <p:cNvPr id="49204" name="Line 1074" title=""/>
          <p:cNvSpPr/>
          <p:nvPr/>
        </p:nvSpPr>
        <p:spPr>
          <a:xfrm>
            <a:off x="4953000" y="3657600"/>
            <a:ext cx="685800" cy="0"/>
          </a:xfrm>
          <a:prstGeom prst="line">
            <a:avLst/>
          </a:prstGeom>
          <a:noFill/>
          <a:ln w="57150">
            <a:solidFill>
              <a:schemeClr val="folHlink"/>
            </a:solidFill>
            <a:miter lim="800000"/>
          </a:ln>
        </p:spPr>
      </p:sp>
      <p:sp>
        <p:nvSpPr>
          <p:cNvPr id="49205" name="Line 1075" title=""/>
          <p:cNvSpPr/>
          <p:nvPr/>
        </p:nvSpPr>
        <p:spPr>
          <a:xfrm>
            <a:off x="6248400" y="3429000"/>
            <a:ext cx="685800" cy="0"/>
          </a:xfrm>
          <a:prstGeom prst="line">
            <a:avLst/>
          </a:prstGeom>
          <a:noFill/>
          <a:ln w="57150">
            <a:solidFill>
              <a:schemeClr val="folHlink"/>
            </a:solidFill>
            <a:miter lim="800000"/>
          </a:ln>
        </p:spPr>
      </p:sp>
      <p:sp>
        <p:nvSpPr>
          <p:cNvPr id="49206" name="Line 1076" title=""/>
          <p:cNvSpPr/>
          <p:nvPr/>
        </p:nvSpPr>
        <p:spPr>
          <a:xfrm flipV="1">
            <a:off x="1828800" y="3505200"/>
            <a:ext cx="228600" cy="228600"/>
          </a:xfrm>
          <a:prstGeom prst="line">
            <a:avLst/>
          </a:prstGeom>
          <a:noFill/>
          <a:ln w="38100">
            <a:solidFill>
              <a:schemeClr val="folHlink"/>
            </a:solidFill>
            <a:miter lim="800000"/>
          </a:ln>
        </p:spPr>
      </p:sp>
      <p:sp>
        <p:nvSpPr>
          <p:cNvPr id="49207" name="Line 1077" title=""/>
          <p:cNvSpPr/>
          <p:nvPr/>
        </p:nvSpPr>
        <p:spPr>
          <a:xfrm flipV="1">
            <a:off x="3200400" y="3276600"/>
            <a:ext cx="228600" cy="228600"/>
          </a:xfrm>
          <a:prstGeom prst="line">
            <a:avLst/>
          </a:prstGeom>
          <a:noFill/>
          <a:ln w="38100">
            <a:solidFill>
              <a:schemeClr val="folHlink"/>
            </a:solidFill>
            <a:miter lim="800000"/>
          </a:ln>
        </p:spPr>
      </p:sp>
      <p:sp>
        <p:nvSpPr>
          <p:cNvPr id="49208" name="Line 1078" title=""/>
          <p:cNvSpPr/>
          <p:nvPr/>
        </p:nvSpPr>
        <p:spPr>
          <a:xfrm flipV="1">
            <a:off x="4419600" y="3581400"/>
            <a:ext cx="228600" cy="228600"/>
          </a:xfrm>
          <a:prstGeom prst="line">
            <a:avLst/>
          </a:prstGeom>
          <a:noFill/>
          <a:ln w="38100">
            <a:solidFill>
              <a:schemeClr val="folHlink"/>
            </a:solidFill>
            <a:miter lim="800000"/>
          </a:ln>
        </p:spPr>
      </p:sp>
      <p:sp>
        <p:nvSpPr>
          <p:cNvPr id="49209" name="Line 1079" title=""/>
          <p:cNvSpPr/>
          <p:nvPr/>
        </p:nvSpPr>
        <p:spPr>
          <a:xfrm flipV="1">
            <a:off x="5638800" y="3429000"/>
            <a:ext cx="228600" cy="228600"/>
          </a:xfrm>
          <a:prstGeom prst="line">
            <a:avLst/>
          </a:prstGeom>
          <a:noFill/>
          <a:ln w="38100">
            <a:solidFill>
              <a:schemeClr val="folHlink"/>
            </a:solidFill>
            <a:miter lim="800000"/>
          </a:ln>
        </p:spPr>
      </p:sp>
      <p:sp>
        <p:nvSpPr>
          <p:cNvPr id="49210" name="Line 1080" title=""/>
          <p:cNvSpPr/>
          <p:nvPr/>
        </p:nvSpPr>
        <p:spPr>
          <a:xfrm flipV="1">
            <a:off x="6934200" y="3200400"/>
            <a:ext cx="228600" cy="228600"/>
          </a:xfrm>
          <a:prstGeom prst="line">
            <a:avLst/>
          </a:prstGeom>
          <a:noFill/>
          <a:ln w="38100">
            <a:solidFill>
              <a:schemeClr val="folHlink"/>
            </a:solidFill>
            <a:miter lim="800000"/>
          </a:ln>
        </p:spPr>
      </p:sp>
      <p:sp>
        <p:nvSpPr>
          <p:cNvPr id="49211" name="AutoShape 1081" title=""/>
          <p:cNvSpPr/>
          <p:nvPr/>
        </p:nvSpPr>
        <p:spPr>
          <a:xfrm>
            <a:off x="5334000" y="4724400"/>
            <a:ext cx="1905000" cy="1600200"/>
          </a:xfrm>
          <a:prstGeom prst="cube">
            <a:avLst>
              <a:gd name="adj" fmla="val 25000"/>
            </a:avLst>
          </a:prstGeom>
          <a:solidFill>
            <a:schemeClr val="accent1"/>
          </a:solidFill>
          <a:ln w="28575">
            <a:solidFill>
              <a:schemeClr val="folHlink"/>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r>
              <a:rPr lang="en-US" altLang="zh-CN" sz="2400">
                <a:solidFill>
                  <a:schemeClr val="folHlink"/>
                </a:solidFill>
                <a:latin typeface="Helvetica" pitchFamily="34" charset="0"/>
                <a:ea typeface="宋体" pitchFamily="2" charset="-122"/>
              </a:rPr>
              <a:t>Online</a:t>
            </a:r>
            <a:endParaRPr lang="en-US" altLang="zh-CN" sz="2400">
              <a:solidFill>
                <a:schemeClr val="folHlink"/>
              </a:solidFill>
              <a:latin typeface="Helvetica" pitchFamily="34" charset="0"/>
              <a:ea typeface="宋体" pitchFamily="2" charset="-122"/>
            </a:endParaRPr>
          </a:p>
          <a:p>
            <a:pPr marL="0" lvl="0" indent="0" algn="ctr" eaLnBrk="1" hangingPunct="1"/>
            <a:r>
              <a:rPr lang="en-US" altLang="zh-CN" sz="2400">
                <a:solidFill>
                  <a:schemeClr val="folHlink"/>
                </a:solidFill>
                <a:latin typeface="Helvetica" pitchFamily="34" charset="0"/>
                <a:ea typeface="宋体" pitchFamily="2" charset="-122"/>
              </a:rPr>
              <a:t>Cube</a:t>
            </a:r>
            <a:endParaRPr lang="en-US" altLang="zh-CN" sz="2400">
              <a:latin typeface="Helvetica" pitchFamily="34" charset="0"/>
              <a:ea typeface="宋体" pitchFamily="2" charset="-122"/>
            </a:endParaRPr>
          </a:p>
        </p:txBody>
      </p:sp>
      <p:sp>
        <p:nvSpPr>
          <p:cNvPr id="49212" name="AutoShape 1082" title=""/>
          <p:cNvSpPr/>
          <p:nvPr/>
        </p:nvSpPr>
        <p:spPr>
          <a:xfrm>
            <a:off x="4114800" y="5410200"/>
            <a:ext cx="838200" cy="381000"/>
          </a:xfrm>
          <a:prstGeom prst="rightArrow">
            <a:avLst>
              <a:gd name="adj1" fmla="val 50000"/>
              <a:gd name="adj2" fmla="val 55000"/>
            </a:avLst>
          </a:prstGeom>
          <a:solidFill>
            <a:schemeClr val="accent1"/>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49213" name="AutoShape 1083" title=""/>
          <p:cNvSpPr/>
          <p:nvPr/>
        </p:nvSpPr>
        <p:spPr>
          <a:xfrm>
            <a:off x="1143000" y="4724400"/>
            <a:ext cx="2590800" cy="1600200"/>
          </a:xfrm>
          <a:prstGeom prst="flowChartInternalStorage">
            <a:avLst/>
          </a:prstGeom>
          <a:solidFill>
            <a:schemeClr val="accent1"/>
          </a:solidFill>
          <a:ln w="28575">
            <a:solidFill>
              <a:schemeClr val="folHlink"/>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r>
              <a:rPr lang="en-US" altLang="zh-CN" sz="2400">
                <a:solidFill>
                  <a:schemeClr val="folHlink"/>
                </a:solidFill>
                <a:latin typeface="Helvetica" pitchFamily="34" charset="0"/>
                <a:ea typeface="宋体" pitchFamily="2" charset="-122"/>
              </a:rPr>
              <a:t>Instantiated </a:t>
            </a:r>
            <a:endParaRPr lang="en-US" altLang="zh-CN" sz="2400">
              <a:solidFill>
                <a:schemeClr val="folHlink"/>
              </a:solidFill>
              <a:latin typeface="Helvetica" pitchFamily="34" charset="0"/>
              <a:ea typeface="宋体" pitchFamily="2" charset="-122"/>
            </a:endParaRPr>
          </a:p>
          <a:p>
            <a:pPr marL="0" lvl="0" indent="0" algn="ctr" eaLnBrk="1" hangingPunct="1"/>
            <a:r>
              <a:rPr lang="en-US" altLang="zh-CN" sz="2400">
                <a:solidFill>
                  <a:schemeClr val="folHlink"/>
                </a:solidFill>
                <a:latin typeface="Helvetica" pitchFamily="34" charset="0"/>
                <a:ea typeface="宋体" pitchFamily="2" charset="-122"/>
              </a:rPr>
              <a:t>Base Table</a:t>
            </a:r>
            <a:endParaRPr lang="en-US" altLang="zh-CN" sz="2400">
              <a:latin typeface="Helvetica" pitchFamily="34" charset="0"/>
              <a:ea typeface="宋体" pitchFamily="2" charset="-122"/>
            </a:endParaRPr>
          </a:p>
        </p:txBody>
      </p:sp>
      <p:sp>
        <p:nvSpPr>
          <p:cNvPr id="49214" name="Line 1084" title=""/>
          <p:cNvSpPr/>
          <p:nvPr/>
        </p:nvSpPr>
        <p:spPr>
          <a:xfrm flipH="1">
            <a:off x="1524000" y="3810000"/>
            <a:ext cx="0" cy="762000"/>
          </a:xfrm>
          <a:prstGeom prst="line">
            <a:avLst/>
          </a:prstGeom>
          <a:noFill/>
          <a:ln>
            <a:solidFill>
              <a:schemeClr val="tx1"/>
            </a:solidFill>
            <a:miter lim="800000"/>
            <a:tailEnd type="triangle"/>
          </a:ln>
        </p:spPr>
      </p:sp>
      <p:sp>
        <p:nvSpPr>
          <p:cNvPr id="49215" name="Line 1085" title=""/>
          <p:cNvSpPr/>
          <p:nvPr/>
        </p:nvSpPr>
        <p:spPr>
          <a:xfrm flipH="1">
            <a:off x="1828800" y="3581400"/>
            <a:ext cx="1066800" cy="990600"/>
          </a:xfrm>
          <a:prstGeom prst="line">
            <a:avLst/>
          </a:prstGeom>
          <a:noFill/>
          <a:ln>
            <a:solidFill>
              <a:schemeClr val="tx1"/>
            </a:solidFill>
            <a:miter lim="800000"/>
            <a:tailEnd type="triangle"/>
          </a:ln>
        </p:spPr>
      </p:sp>
      <p:sp>
        <p:nvSpPr>
          <p:cNvPr id="49216" name="Line 1086" title=""/>
          <p:cNvSpPr/>
          <p:nvPr/>
        </p:nvSpPr>
        <p:spPr>
          <a:xfrm flipH="1">
            <a:off x="2438400" y="3886200"/>
            <a:ext cx="1524000" cy="685800"/>
          </a:xfrm>
          <a:prstGeom prst="line">
            <a:avLst/>
          </a:prstGeom>
          <a:noFill/>
          <a:ln>
            <a:solidFill>
              <a:schemeClr val="tx1"/>
            </a:solidFill>
            <a:miter lim="800000"/>
            <a:tailEnd type="triangle"/>
          </a:ln>
        </p:spPr>
      </p:sp>
      <p:sp>
        <p:nvSpPr>
          <p:cNvPr id="49217" name="Line 1087" title=""/>
          <p:cNvSpPr/>
          <p:nvPr/>
        </p:nvSpPr>
        <p:spPr>
          <a:xfrm flipH="1">
            <a:off x="3048000" y="3733800"/>
            <a:ext cx="2362200" cy="838200"/>
          </a:xfrm>
          <a:prstGeom prst="line">
            <a:avLst/>
          </a:prstGeom>
          <a:noFill/>
          <a:ln>
            <a:solidFill>
              <a:schemeClr val="tx1"/>
            </a:solidFill>
            <a:miter lim="800000"/>
            <a:tailEnd type="triangle"/>
          </a:ln>
        </p:spPr>
      </p:sp>
      <p:sp>
        <p:nvSpPr>
          <p:cNvPr id="49218" name="Line 1088" title=""/>
          <p:cNvSpPr/>
          <p:nvPr/>
        </p:nvSpPr>
        <p:spPr>
          <a:xfrm flipH="1">
            <a:off x="3505200" y="3505200"/>
            <a:ext cx="2819400" cy="1066800"/>
          </a:xfrm>
          <a:prstGeom prst="line">
            <a:avLst/>
          </a:prstGeom>
          <a:noFill/>
          <a:ln>
            <a:solidFill>
              <a:schemeClr val="tx1"/>
            </a:solidFill>
            <a:miter lim="800000"/>
            <a:tailEnd type="triangle"/>
          </a:ln>
        </p:spPr>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017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EC73AD3-DE7D-437C-A2B3-3768AFAA9213}" type="slidenum">
              <a:rPr lang="zh-CN" altLang="en-US" sz="1200">
                <a:ea typeface="宋体" pitchFamily="2" charset="-122"/>
              </a:rPr>
              <a:t>47</a:t>
            </a:fld>
            <a:endParaRPr lang="en-US" altLang="zh-CN" sz="1200">
              <a:ea typeface="宋体" pitchFamily="2" charset="-122"/>
            </a:endParaRPr>
          </a:p>
        </p:txBody>
      </p:sp>
      <p:sp>
        <p:nvSpPr>
          <p:cNvPr id="5017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6BE8DB8-16A0-463B-A241-6C51CE5F6564}" type="slidenum">
              <a:rPr lang="zh-CN" altLang="en-US" sz="1200">
                <a:ea typeface="宋体" pitchFamily="2" charset="-122"/>
              </a:rPr>
              <a:t>47</a:t>
            </a:fld>
            <a:endParaRPr lang="en-US" altLang="zh-CN" sz="1200">
              <a:ea typeface="宋体" pitchFamily="2" charset="-122"/>
            </a:endParaRPr>
          </a:p>
        </p:txBody>
      </p:sp>
      <p:sp>
        <p:nvSpPr>
          <p:cNvPr id="50180" name="Rectangle 1026" title=""/>
          <p:cNvSpPr>
            <a:spLocks noGrp="1"/>
          </p:cNvSpPr>
          <p:nvPr>
            <p:ph type="title"/>
          </p:nvPr>
        </p:nvSpPr>
        <p:spPr>
          <a:xfrm>
            <a:off x="381000" y="152400"/>
            <a:ext cx="8348663" cy="1090613"/>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Experiment: Size vs. Dimensionality (50 and 100 cardinality)</a:t>
            </a:r>
            <a:endParaRPr lang="en-US" altLang="zh-CN" sz="3200">
              <a:ea typeface="宋体" pitchFamily="2" charset="-122"/>
            </a:endParaRPr>
          </a:p>
        </p:txBody>
      </p:sp>
      <p:sp>
        <p:nvSpPr>
          <p:cNvPr id="50181" name="Rectangle 1027" title=""/>
          <p:cNvSpPr>
            <a:spLocks noGrp="1"/>
          </p:cNvSpPr>
          <p:nvPr>
            <p:ph type="body" idx="1"/>
          </p:nvPr>
        </p:nvSpPr>
        <p:spPr>
          <a:xfrm>
            <a:off x="1219200" y="6019800"/>
            <a:ext cx="7010400" cy="533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90000"/>
              </a:lnSpc>
            </a:pPr>
            <a:r>
              <a:rPr lang="zh-CN" altLang="en-US" sz="1600">
                <a:ea typeface="宋体" pitchFamily="2" charset="-122"/>
              </a:rPr>
              <a:t>(50-</a:t>
            </a:r>
            <a:r>
              <a:rPr lang="en-US" altLang="zh-CN" sz="1600">
                <a:ea typeface="宋体" pitchFamily="2" charset="-122"/>
              </a:rPr>
              <a:t>C): 10</a:t>
            </a:r>
            <a:r>
              <a:rPr lang="en-US" altLang="zh-CN" sz="1600" baseline="30000">
                <a:ea typeface="宋体" pitchFamily="2" charset="-122"/>
              </a:rPr>
              <a:t>6</a:t>
            </a:r>
            <a:r>
              <a:rPr lang="en-US" altLang="zh-CN" sz="1600">
                <a:ea typeface="宋体" pitchFamily="2" charset="-122"/>
              </a:rPr>
              <a:t> tuples, 0 skew, 50 cardinality, fragment size 3.</a:t>
            </a:r>
            <a:endParaRPr lang="en-US" altLang="zh-CN" sz="1600">
              <a:ea typeface="宋体" pitchFamily="2" charset="-122"/>
            </a:endParaRPr>
          </a:p>
          <a:p>
            <a:pPr lvl="0" eaLnBrk="1" hangingPunct="1">
              <a:lnSpc>
                <a:spcPct val="90000"/>
              </a:lnSpc>
            </a:pPr>
            <a:r>
              <a:rPr lang="en-US" altLang="zh-CN" sz="1600">
                <a:ea typeface="宋体" pitchFamily="2" charset="-122"/>
              </a:rPr>
              <a:t>(100-C): 10</a:t>
            </a:r>
            <a:r>
              <a:rPr lang="en-US" altLang="zh-CN" sz="1600" baseline="30000">
                <a:ea typeface="宋体" pitchFamily="2" charset="-122"/>
              </a:rPr>
              <a:t>6</a:t>
            </a:r>
            <a:r>
              <a:rPr lang="en-US" altLang="zh-CN" sz="1600">
                <a:ea typeface="宋体" pitchFamily="2" charset="-122"/>
              </a:rPr>
              <a:t> tuples, 2 skew, 100 cardinality, fragment size 2.</a:t>
            </a:r>
            <a:endParaRPr lang="en-US" altLang="zh-CN" sz="1600">
              <a:ea typeface="宋体" pitchFamily="2" charset="-122"/>
            </a:endParaRPr>
          </a:p>
        </p:txBody>
      </p:sp>
      <p:pic>
        <p:nvPicPr>
          <p:cNvPr id="50182" name="Picture 1028" title=""/>
          <p:cNvPicPr>
            <a:picLocks noChangeAspect="1"/>
          </p:cNvPicPr>
          <p:nvPr/>
        </p:nvPicPr>
        <p:blipFill>
          <a:blip r:embed="rId3"/>
          <a:stretch>
            <a:fillRect/>
          </a:stretch>
        </p:blipFill>
        <p:spPr>
          <a:xfrm>
            <a:off x="1752600" y="1828800"/>
            <a:ext cx="5410200" cy="405765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120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2A546AB-FD91-490F-9712-C5BA12598F3A}" type="slidenum">
              <a:rPr lang="zh-CN" altLang="en-US" sz="1200">
                <a:ea typeface="宋体" pitchFamily="2" charset="-122"/>
              </a:rPr>
              <a:t>48</a:t>
            </a:fld>
            <a:endParaRPr lang="en-US" altLang="zh-CN" sz="1200">
              <a:ea typeface="宋体" pitchFamily="2" charset="-122"/>
            </a:endParaRPr>
          </a:p>
        </p:txBody>
      </p:sp>
      <p:sp>
        <p:nvSpPr>
          <p:cNvPr id="5120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ACD9DAC-A0C0-4104-AF19-1B9CF1259244}" type="slidenum">
              <a:rPr lang="zh-CN" altLang="en-US" sz="1200">
                <a:ea typeface="宋体" pitchFamily="2" charset="-122"/>
              </a:rPr>
              <a:t>48</a:t>
            </a:fld>
            <a:endParaRPr lang="en-US" altLang="zh-CN" sz="1200">
              <a:ea typeface="宋体" pitchFamily="2" charset="-122"/>
            </a:endParaRPr>
          </a:p>
        </p:txBody>
      </p:sp>
      <p:sp>
        <p:nvSpPr>
          <p:cNvPr id="51204" name="Rectangle 1026" title=""/>
          <p:cNvSpPr>
            <a:spLocks noGrp="1"/>
          </p:cNvSpPr>
          <p:nvPr>
            <p:ph type="title"/>
          </p:nvPr>
        </p:nvSpPr>
        <p:spPr>
          <a:xfrm>
            <a:off x="0" y="381000"/>
            <a:ext cx="9144000" cy="574675"/>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Experiments on Real World Data</a:t>
            </a:r>
            <a:endParaRPr lang="en-US" altLang="zh-CN" sz="3200">
              <a:ea typeface="宋体" pitchFamily="2" charset="-122"/>
            </a:endParaRPr>
          </a:p>
        </p:txBody>
      </p:sp>
      <p:sp>
        <p:nvSpPr>
          <p:cNvPr id="51205" name="Rectangle 1027"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20000"/>
              </a:lnSpc>
            </a:pPr>
            <a:r>
              <a:rPr lang="en-US" altLang="zh-CN" sz="2400">
                <a:ea typeface="宋体" pitchFamily="2" charset="-122"/>
              </a:rPr>
              <a:t>UCI Forest CoverType data set</a:t>
            </a:r>
            <a:endParaRPr lang="en-US" altLang="zh-CN" sz="2400">
              <a:ea typeface="宋体" pitchFamily="2" charset="-122"/>
            </a:endParaRPr>
          </a:p>
          <a:p>
            <a:pPr lvl="1" eaLnBrk="1" hangingPunct="1">
              <a:lnSpc>
                <a:spcPct val="120000"/>
              </a:lnSpc>
            </a:pPr>
            <a:r>
              <a:rPr lang="en-US" altLang="zh-CN" sz="2400">
                <a:ea typeface="宋体" pitchFamily="2" charset="-122"/>
              </a:rPr>
              <a:t>54 dimensions, 581K tuples</a:t>
            </a:r>
            <a:endParaRPr lang="en-US" altLang="zh-CN" sz="2400">
              <a:ea typeface="宋体" pitchFamily="2" charset="-122"/>
            </a:endParaRPr>
          </a:p>
          <a:p>
            <a:pPr lvl="1" eaLnBrk="1" hangingPunct="1">
              <a:lnSpc>
                <a:spcPct val="120000"/>
              </a:lnSpc>
            </a:pPr>
            <a:r>
              <a:rPr lang="en-US" altLang="zh-CN" sz="2400">
                <a:ea typeface="宋体" pitchFamily="2" charset="-122"/>
              </a:rPr>
              <a:t>Shell fragments of size 2 took 33 seconds and 325MB to compute</a:t>
            </a:r>
            <a:endParaRPr lang="en-US" altLang="zh-CN" sz="2400">
              <a:ea typeface="宋体" pitchFamily="2" charset="-122"/>
            </a:endParaRPr>
          </a:p>
          <a:p>
            <a:pPr lvl="1" eaLnBrk="1" hangingPunct="1">
              <a:lnSpc>
                <a:spcPct val="120000"/>
              </a:lnSpc>
            </a:pPr>
            <a:r>
              <a:rPr lang="en-US" altLang="zh-CN" sz="2400">
                <a:ea typeface="宋体" pitchFamily="2" charset="-122"/>
              </a:rPr>
              <a:t>3-D subquery with 1 instantiate D: 85ms~1.4 sec.</a:t>
            </a:r>
            <a:endParaRPr lang="en-US" altLang="zh-CN" sz="2400">
              <a:ea typeface="宋体" pitchFamily="2" charset="-122"/>
            </a:endParaRPr>
          </a:p>
          <a:p>
            <a:pPr lvl="0" eaLnBrk="1" hangingPunct="1">
              <a:lnSpc>
                <a:spcPct val="120000"/>
              </a:lnSpc>
            </a:pPr>
            <a:r>
              <a:rPr lang="en-US" altLang="zh-CN" sz="2400">
                <a:ea typeface="宋体" pitchFamily="2" charset="-122"/>
              </a:rPr>
              <a:t>Longitudinal Study of Vocational Rehab. Data</a:t>
            </a:r>
            <a:endParaRPr lang="en-US" altLang="zh-CN" sz="2400">
              <a:ea typeface="宋体" pitchFamily="2" charset="-122"/>
            </a:endParaRPr>
          </a:p>
          <a:p>
            <a:pPr lvl="1" eaLnBrk="1" hangingPunct="1">
              <a:lnSpc>
                <a:spcPct val="120000"/>
              </a:lnSpc>
            </a:pPr>
            <a:r>
              <a:rPr lang="en-US" altLang="zh-CN" sz="2400">
                <a:ea typeface="宋体" pitchFamily="2" charset="-122"/>
              </a:rPr>
              <a:t>24 dimensions, 8818 tuples</a:t>
            </a:r>
            <a:endParaRPr lang="en-US" altLang="zh-CN" sz="2400">
              <a:ea typeface="宋体" pitchFamily="2" charset="-122"/>
            </a:endParaRPr>
          </a:p>
          <a:p>
            <a:pPr lvl="1" eaLnBrk="1" hangingPunct="1">
              <a:lnSpc>
                <a:spcPct val="120000"/>
              </a:lnSpc>
            </a:pPr>
            <a:r>
              <a:rPr lang="en-US" altLang="zh-CN" sz="2400">
                <a:ea typeface="宋体" pitchFamily="2" charset="-122"/>
              </a:rPr>
              <a:t>Shell fragments of size 3 took 0.9 seconds and 60MB to compute</a:t>
            </a:r>
            <a:endParaRPr lang="en-US" altLang="zh-CN" sz="2400">
              <a:ea typeface="宋体" pitchFamily="2" charset="-122"/>
            </a:endParaRPr>
          </a:p>
          <a:p>
            <a:pPr lvl="1" eaLnBrk="1" hangingPunct="1">
              <a:lnSpc>
                <a:spcPct val="120000"/>
              </a:lnSpc>
            </a:pPr>
            <a:r>
              <a:rPr lang="en-US" altLang="zh-CN" sz="2400">
                <a:ea typeface="宋体" pitchFamily="2" charset="-122"/>
              </a:rPr>
              <a:t>5-D query with 0 instantiated D: 227ms~2.6 sec.</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2226" name="Slide Number Placeholder 1" title=""/>
          <p:cNvSpPr txBox="1">
            <a:spLocks noGrp="1"/>
          </p:cNvSpPr>
          <p:nvPr>
            <p:ph type="sldNum" idx="12"/>
          </p:nvPr>
        </p:nvSpPr>
        <p:spPr>
          <a:xfrm>
            <a:off x="152400" y="6324600"/>
            <a:ext cx="1905000" cy="5334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fld id="{1A8CE564-5571-427D-A626-6F2454F091A6}" type="slidenum">
              <a:rPr lang="zh-CN" altLang="en-US" sz="1400">
                <a:latin typeface="Calibri" pitchFamily="34" charset="0"/>
                <a:ea typeface="宋体" pitchFamily="2" charset="-122"/>
              </a:rPr>
              <a:t>49</a:t>
            </a:fld>
            <a:r>
              <a:rPr lang="en-US" altLang="zh-CN" sz="1200">
                <a:latin typeface="宋体" pitchFamily="2" charset="-122"/>
                <a:ea typeface="宋体" pitchFamily="2" charset="-122"/>
              </a:rPr>
              <a:t> </a:t>
            </a:r>
            <a:endParaRPr lang="en-US" altLang="zh-CN" sz="1200">
              <a:latin typeface="宋体" pitchFamily="2" charset="-122"/>
              <a:ea typeface="宋体" pitchFamily="2" charset="-122"/>
            </a:endParaRPr>
          </a:p>
        </p:txBody>
      </p:sp>
      <p:pic>
        <p:nvPicPr>
          <p:cNvPr id="52227" name="Picture 6" descr="Barcelona_Jiawei 264.JPG" title=""/>
          <p:cNvPicPr>
            <a:picLocks noChangeAspect="1"/>
          </p:cNvPicPr>
          <p:nvPr/>
        </p:nvPicPr>
        <p:blipFill>
          <a:blip r:embed="rId3"/>
          <a:stretch>
            <a:fillRect/>
          </a:stretch>
        </p:blipFill>
        <p:spPr>
          <a:xfrm>
            <a:off x="-431800" y="0"/>
            <a:ext cx="10261600" cy="76962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325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E82352A-26B2-47DA-9555-8613E3DA50CD}" type="slidenum">
              <a:rPr lang="zh-CN" altLang="en-US" sz="1200">
                <a:ea typeface="宋体" pitchFamily="2" charset="-122"/>
              </a:rPr>
              <a:t>50</a:t>
            </a:fld>
            <a:endParaRPr lang="en-US" altLang="zh-CN" sz="1200">
              <a:ea typeface="宋体" pitchFamily="2" charset="-122"/>
            </a:endParaRPr>
          </a:p>
        </p:txBody>
      </p:sp>
      <p:sp>
        <p:nvSpPr>
          <p:cNvPr id="5325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C69E545-7E2E-43F2-A756-A248CD3E38A1}" type="slidenum">
              <a:rPr lang="zh-CN" altLang="en-US" sz="1200">
                <a:ea typeface="宋体" pitchFamily="2" charset="-122"/>
              </a:rPr>
              <a:t>50</a:t>
            </a:fld>
            <a:endParaRPr lang="en-US" altLang="zh-CN" sz="1200">
              <a:ea typeface="宋体" pitchFamily="2" charset="-122"/>
            </a:endParaRPr>
          </a:p>
        </p:txBody>
      </p:sp>
      <p:sp>
        <p:nvSpPr>
          <p:cNvPr id="53252"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53253"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50000"/>
              </a:lnSpc>
            </a:pPr>
            <a:r>
              <a:rPr lang="en-US" altLang="zh-CN" sz="2400">
                <a:ea typeface="宋体" pitchFamily="2" charset="-122"/>
              </a:rPr>
              <a:t>Data Cube Computation: Preliminary Concepts </a:t>
            </a:r>
            <a:endParaRPr lang="en-US" altLang="zh-CN" sz="2400">
              <a:ea typeface="宋体" pitchFamily="2" charset="-122"/>
            </a:endParaRPr>
          </a:p>
          <a:p>
            <a:pPr lvl="0" eaLnBrk="1" hangingPunct="1">
              <a:lnSpc>
                <a:spcPct val="150000"/>
              </a:lnSpc>
            </a:pPr>
            <a:r>
              <a:rPr lang="en-US" altLang="zh-CN" sz="2400">
                <a:ea typeface="宋体" pitchFamily="2" charset="-122"/>
              </a:rPr>
              <a:t>Data Cube Computation Methods</a:t>
            </a:r>
            <a:endParaRPr lang="en-US" altLang="zh-CN" sz="2400">
              <a:ea typeface="宋体" pitchFamily="2" charset="-122"/>
            </a:endParaRPr>
          </a:p>
          <a:p>
            <a:pPr lvl="0" eaLnBrk="1" hangingPunct="1">
              <a:lnSpc>
                <a:spcPct val="150000"/>
              </a:lnSpc>
            </a:pPr>
            <a:r>
              <a:rPr lang="en-US" altLang="zh-CN" sz="2400">
                <a:ea typeface="宋体" pitchFamily="2" charset="-122"/>
              </a:rPr>
              <a:t>Processing Advanced Queries by Exploring Data Cube Technology</a:t>
            </a:r>
            <a:endParaRPr lang="en-US" altLang="zh-CN" sz="2400">
              <a:ea typeface="宋体" pitchFamily="2" charset="-122"/>
            </a:endParaRPr>
          </a:p>
          <a:p>
            <a:pPr lvl="1" eaLnBrk="1" hangingPunct="1">
              <a:lnSpc>
                <a:spcPct val="150000"/>
              </a:lnSpc>
            </a:pPr>
            <a:r>
              <a:rPr lang="en-US" altLang="zh-CN" sz="2400">
                <a:ea typeface="宋体" pitchFamily="2" charset="-122"/>
              </a:rPr>
              <a:t>Sampling Cube</a:t>
            </a:r>
            <a:endParaRPr lang="en-US" altLang="zh-CN" sz="2400">
              <a:ea typeface="宋体" pitchFamily="2" charset="-122"/>
            </a:endParaRPr>
          </a:p>
          <a:p>
            <a:pPr lvl="1" eaLnBrk="1" hangingPunct="1">
              <a:lnSpc>
                <a:spcPct val="150000"/>
              </a:lnSpc>
            </a:pPr>
            <a:r>
              <a:rPr lang="en-US" altLang="zh-CN" sz="2400">
                <a:ea typeface="宋体" pitchFamily="2" charset="-122"/>
              </a:rPr>
              <a:t>Ranking Cube</a:t>
            </a:r>
            <a:endParaRPr lang="en-US" altLang="zh-CN" sz="2400">
              <a:ea typeface="宋体" pitchFamily="2" charset="-122"/>
            </a:endParaRPr>
          </a:p>
          <a:p>
            <a:pPr lvl="0" eaLnBrk="1" hangingPunct="1">
              <a:lnSpc>
                <a:spcPct val="150000"/>
              </a:lnSpc>
            </a:pPr>
            <a:r>
              <a:rPr lang="en-US" altLang="zh-CN" sz="2400">
                <a:ea typeface="宋体" pitchFamily="2" charset="-122"/>
              </a:rPr>
              <a:t>Multidimensional Data Analysis in Cube Space</a:t>
            </a:r>
            <a:endParaRPr lang="en-US" altLang="zh-CN" sz="2400">
              <a:ea typeface="宋体" pitchFamily="2" charset="-122"/>
            </a:endParaRPr>
          </a:p>
          <a:p>
            <a:pPr lvl="0" eaLnBrk="1" hangingPunct="1">
              <a:lnSpc>
                <a:spcPct val="150000"/>
              </a:lnSpc>
            </a:pPr>
            <a:r>
              <a:rPr lang="en-US" altLang="zh-CN" sz="2400">
                <a:ea typeface="宋体" pitchFamily="2" charset="-122"/>
              </a:rPr>
              <a:t>Summary</a:t>
            </a:r>
            <a:endParaRPr lang="en-US" altLang="zh-CN" sz="2400">
              <a:ea typeface="宋体" pitchFamily="2" charset="-122"/>
            </a:endParaRPr>
          </a:p>
        </p:txBody>
      </p:sp>
      <p:sp>
        <p:nvSpPr>
          <p:cNvPr id="53254" name="AutoShape 5" title=""/>
          <p:cNvSpPr/>
          <p:nvPr/>
        </p:nvSpPr>
        <p:spPr>
          <a:xfrm rot="20580000">
            <a:off x="8229600" y="25908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53255" name="AutoShape 5" title=""/>
          <p:cNvSpPr/>
          <p:nvPr/>
        </p:nvSpPr>
        <p:spPr>
          <a:xfrm rot="20580000">
            <a:off x="3505200" y="3962400"/>
            <a:ext cx="436563" cy="304800"/>
          </a:xfrm>
          <a:prstGeom prst="leftArrow">
            <a:avLst>
              <a:gd name="adj1" fmla="val 50000"/>
              <a:gd name="adj2" fmla="val 35807"/>
            </a:avLst>
          </a:prstGeom>
          <a:solidFill>
            <a:srgbClr val="FF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427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B770776-3E69-4D52-A7B5-6BEC540A4970}" type="slidenum">
              <a:rPr lang="zh-CN" altLang="en-US" sz="1200">
                <a:ea typeface="宋体" pitchFamily="2" charset="-122"/>
              </a:rPr>
              <a:t>51</a:t>
            </a:fld>
            <a:endParaRPr lang="en-US" altLang="zh-CN" sz="1200">
              <a:ea typeface="宋体" pitchFamily="2" charset="-122"/>
            </a:endParaRPr>
          </a:p>
        </p:txBody>
      </p:sp>
      <p:sp>
        <p:nvSpPr>
          <p:cNvPr id="5427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77970D1-18DA-43FA-8222-246DFBCCB0BB}" type="slidenum">
              <a:rPr lang="zh-CN" altLang="en-US" sz="1200">
                <a:ea typeface="宋体" pitchFamily="2" charset="-122"/>
              </a:rPr>
              <a:t>51</a:t>
            </a:fld>
            <a:endParaRPr lang="en-US" altLang="zh-CN" sz="1200">
              <a:ea typeface="宋体" pitchFamily="2" charset="-122"/>
            </a:endParaRPr>
          </a:p>
        </p:txBody>
      </p:sp>
      <p:sp>
        <p:nvSpPr>
          <p:cNvPr id="54276" name="Rectangle 2" title=""/>
          <p:cNvSpPr>
            <a:spLocks noGrp="1"/>
          </p:cNvSpPr>
          <p:nvPr>
            <p:ph type="title"/>
          </p:nvPr>
        </p:nvSpPr>
        <p:spPr>
          <a:xfrm>
            <a:off x="304800" y="152400"/>
            <a:ext cx="82296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Processing Advanced Queries by Exploring Data Cube Technology</a:t>
            </a:r>
            <a:endParaRPr lang="en-US" altLang="zh-CN" sz="3200">
              <a:ea typeface="宋体" pitchFamily="2" charset="-122"/>
            </a:endParaRPr>
          </a:p>
        </p:txBody>
      </p:sp>
      <p:sp>
        <p:nvSpPr>
          <p:cNvPr id="54277" name="Rectangle 3" title=""/>
          <p:cNvSpPr>
            <a:spLocks noGrp="1"/>
          </p:cNvSpPr>
          <p:nvPr>
            <p:ph type="body" idx="1"/>
          </p:nvPr>
        </p:nvSpPr>
        <p:spPr>
          <a:xfrm>
            <a:off x="381000" y="1371600"/>
            <a:ext cx="8229600" cy="51816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buChar char="n"/>
            </a:pPr>
            <a:r>
              <a:rPr lang="en-US" altLang="zh-CN" sz="2400">
                <a:solidFill>
                  <a:schemeClr val="hlink"/>
                </a:solidFill>
                <a:ea typeface="宋体" pitchFamily="2" charset="-122"/>
              </a:rPr>
              <a:t>Sampling Cube</a:t>
            </a:r>
            <a:r>
              <a:rPr lang="en-US" altLang="zh-CN" sz="2400">
                <a:ea typeface="宋体" pitchFamily="2" charset="-122"/>
              </a:rPr>
              <a:t> </a:t>
            </a:r>
            <a:endParaRPr lang="en-US" altLang="zh-CN" sz="2400">
              <a:ea typeface="宋体" pitchFamily="2" charset="-122"/>
            </a:endParaRPr>
          </a:p>
          <a:p>
            <a:pPr lvl="1" eaLnBrk="1" hangingPunct="1">
              <a:lnSpc>
                <a:spcPct val="110000"/>
              </a:lnSpc>
              <a:buChar char="n"/>
            </a:pPr>
            <a:r>
              <a:rPr sz="2400">
                <a:solidFill>
                  <a:schemeClr val="tx2"/>
                </a:solidFill>
              </a:rPr>
              <a:t>X. Li, J. Han, Z. Yin, J.-G. Lee, Y. Sun, “Sampling Cube: A Framework for Statistical OLAP over Sampling Data”, SIGMOD’08</a:t>
            </a:r>
            <a:endParaRPr sz="2400">
              <a:solidFill>
                <a:schemeClr val="tx2"/>
              </a:solidFill>
            </a:endParaRPr>
          </a:p>
          <a:p>
            <a:pPr lvl="0" eaLnBrk="1" hangingPunct="1">
              <a:lnSpc>
                <a:spcPct val="110000"/>
              </a:lnSpc>
              <a:buChar char="n"/>
            </a:pPr>
            <a:r>
              <a:rPr lang="en-US" altLang="zh-CN" sz="2400">
                <a:solidFill>
                  <a:schemeClr val="hlink"/>
                </a:solidFill>
                <a:ea typeface="宋体" pitchFamily="2" charset="-122"/>
              </a:rPr>
              <a:t>Ranking Cube</a:t>
            </a:r>
            <a:endParaRPr lang="en-US" altLang="zh-CN" sz="2400">
              <a:solidFill>
                <a:schemeClr val="hlink"/>
              </a:solidFill>
              <a:ea typeface="宋体" pitchFamily="2" charset="-122"/>
            </a:endParaRPr>
          </a:p>
          <a:p>
            <a:pPr lvl="1" eaLnBrk="1" hangingPunct="1">
              <a:lnSpc>
                <a:spcPct val="110000"/>
              </a:lnSpc>
              <a:buChar char="n"/>
            </a:pPr>
            <a:r>
              <a:rPr lang="en-US" altLang="zh-CN" sz="2400">
                <a:solidFill>
                  <a:schemeClr val="tx2"/>
                </a:solidFill>
                <a:ea typeface="宋体" pitchFamily="2" charset="-122"/>
              </a:rPr>
              <a:t>D. Xin, J. Han, H. Cheng, and X. Li. Answering top-k queries with multi-dimensional selections: The ranking cube approach. VLDB’06</a:t>
            </a:r>
            <a:endParaRPr lang="en-US" altLang="zh-CN" sz="2400">
              <a:solidFill>
                <a:schemeClr val="tx2"/>
              </a:solidFill>
              <a:ea typeface="宋体" pitchFamily="2" charset="-122"/>
            </a:endParaRPr>
          </a:p>
          <a:p>
            <a:pPr lvl="0" eaLnBrk="1" hangingPunct="1">
              <a:lnSpc>
                <a:spcPct val="110000"/>
              </a:lnSpc>
              <a:buChar char="n"/>
            </a:pPr>
            <a:r>
              <a:rPr lang="en-US" altLang="zh-CN" sz="2400">
                <a:ea typeface="宋体" pitchFamily="2" charset="-122"/>
              </a:rPr>
              <a:t>Other advanced cubes for processing data and queries</a:t>
            </a:r>
            <a:endParaRPr lang="en-US" altLang="zh-CN" sz="2400">
              <a:ea typeface="宋体" pitchFamily="2" charset="-122"/>
            </a:endParaRPr>
          </a:p>
          <a:p>
            <a:pPr lvl="1" eaLnBrk="1" hangingPunct="1">
              <a:lnSpc>
                <a:spcPct val="110000"/>
              </a:lnSpc>
              <a:buChar char="n"/>
            </a:pPr>
            <a:r>
              <a:rPr lang="en-US" altLang="zh-CN" sz="2400">
                <a:ea typeface="宋体" pitchFamily="2" charset="-122"/>
              </a:rPr>
              <a:t>Stream cube, spatial cube, multimedia cube, text cube, RFID cube, etc. </a:t>
            </a:r>
            <a:r>
              <a:rPr lang="en-US" altLang="zh-CN" sz="2400">
                <a:ea typeface="宋体" pitchFamily="2" charset="-122"/>
              </a:rPr>
              <a:t>—</a:t>
            </a:r>
            <a:r>
              <a:rPr lang="en-US" altLang="zh-CN" sz="2400">
                <a:ea typeface="宋体" pitchFamily="2" charset="-122"/>
              </a:rPr>
              <a:t> to be studied in volume 2</a:t>
            </a:r>
            <a:endParaRPr lang="en-US" altLang="zh-CN" sz="2400">
              <a:solidFill>
                <a:schemeClr val="tx2"/>
              </a:solidFill>
              <a:ea typeface="宋体" pitchFamily="2" charset="-122"/>
            </a:endParaRPr>
          </a:p>
        </p:txBody>
      </p:sp>
      <p:sp>
        <p:nvSpPr>
          <p:cNvPr id="54278" name="AutoShape 4" title=""/>
          <p:cNvSpPr/>
          <p:nvPr/>
        </p:nvSpPr>
        <p:spPr>
          <a:xfrm rot="20640000">
            <a:off x="3048000" y="1447800"/>
            <a:ext cx="381000" cy="258763"/>
          </a:xfrm>
          <a:prstGeom prst="leftArrow">
            <a:avLst>
              <a:gd name="adj1" fmla="val 50000"/>
              <a:gd name="adj2" fmla="val 3681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529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5B13B82-629D-4C3B-9286-F805EC9E2E0D}" type="slidenum">
              <a:rPr lang="zh-CN" altLang="en-US" sz="1200">
                <a:ea typeface="宋体" pitchFamily="2" charset="-122"/>
              </a:rPr>
              <a:t>52</a:t>
            </a:fld>
            <a:endParaRPr lang="en-US" altLang="zh-CN" sz="1200">
              <a:ea typeface="宋体" pitchFamily="2" charset="-122"/>
            </a:endParaRPr>
          </a:p>
        </p:txBody>
      </p:sp>
      <p:sp>
        <p:nvSpPr>
          <p:cNvPr id="55299"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2E1527C-3D80-4802-A65A-8CE1894BB1C1}" type="slidenum">
              <a:rPr lang="zh-CN" altLang="en-US" sz="1200">
                <a:ea typeface="宋体" pitchFamily="2" charset="-122"/>
              </a:rPr>
              <a:t>52</a:t>
            </a:fld>
            <a:endParaRPr lang="en-US" altLang="zh-CN" sz="1200">
              <a:ea typeface="宋体" pitchFamily="2" charset="-122"/>
            </a:endParaRPr>
          </a:p>
        </p:txBody>
      </p:sp>
      <p:sp>
        <p:nvSpPr>
          <p:cNvPr id="55300" name="Rectangle 2" title=""/>
          <p:cNvSpPr>
            <a:spLocks noGrp="1"/>
          </p:cNvSpPr>
          <p:nvPr>
            <p:ph type="title"/>
          </p:nvPr>
        </p:nvSpPr>
        <p:spPr>
          <a:xfrm>
            <a:off x="457200" y="152400"/>
            <a:ext cx="8382000" cy="990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Statistical Surveys and OLAP</a:t>
            </a:r>
          </a:p>
        </p:txBody>
      </p:sp>
      <p:sp>
        <p:nvSpPr>
          <p:cNvPr id="55301" name="Rectangle 3" title=""/>
          <p:cNvSpPr>
            <a:spLocks noGrp="1"/>
          </p:cNvSpPr>
          <p:nvPr>
            <p:ph sz="quarter" idx="1"/>
          </p:nvPr>
        </p:nvSpPr>
        <p:spPr>
          <a:xfrm>
            <a:off x="457200" y="1447800"/>
            <a:ext cx="82296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0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0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18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6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600" b="0" i="0" u="none" baseline="0">
                <a:solidFill>
                  <a:schemeClr val="tx1"/>
                </a:solidFill>
                <a:effectLst/>
                <a:latin typeface="Tahoma" pitchFamily="34" charset="0"/>
              </a:defRPr>
            </a:lvl5pPr>
          </a:lstStyle>
          <a:p>
            <a:pPr marL="273050" lvl="0" indent="-273050" eaLnBrk="1" hangingPunct="1">
              <a:buFont typeface="Wingdings" pitchFamily="2" charset="2"/>
              <a:buChar char="§"/>
            </a:pPr>
            <a:r>
              <a:rPr sz="2400"/>
              <a:t>Statistical survey: A popular tool to collect information about a </a:t>
            </a:r>
            <a:r>
              <a:rPr sz="2400" b="1"/>
              <a:t>population</a:t>
            </a:r>
            <a:r>
              <a:rPr sz="2400"/>
              <a:t> based on a </a:t>
            </a:r>
            <a:r>
              <a:rPr sz="2400" b="1"/>
              <a:t>sample</a:t>
            </a:r>
            <a:endParaRPr sz="2400" b="1"/>
          </a:p>
          <a:p>
            <a:pPr marL="547688" lvl="1" indent="-273050" eaLnBrk="1" hangingPunct="1">
              <a:buFont typeface="Wingdings" pitchFamily="2" charset="2"/>
              <a:buChar char="§"/>
            </a:pPr>
            <a:r>
              <a:rPr sz="2400"/>
              <a:t>Ex.: TV ratings, US Census, election polls</a:t>
            </a:r>
            <a:endParaRPr sz="2400" b="1"/>
          </a:p>
          <a:p>
            <a:pPr marL="273050" lvl="0" indent="-273050" eaLnBrk="1" hangingPunct="1">
              <a:buFont typeface="Wingdings" pitchFamily="2" charset="2"/>
              <a:buChar char="§"/>
            </a:pPr>
            <a:r>
              <a:rPr sz="2400"/>
              <a:t>A common tool in politics, health, market research, science, and many more</a:t>
            </a:r>
            <a:endParaRPr sz="2400"/>
          </a:p>
          <a:p>
            <a:pPr marL="273050" lvl="0" indent="-273050" eaLnBrk="1" hangingPunct="1">
              <a:buFont typeface="Wingdings" pitchFamily="2" charset="2"/>
              <a:buChar char="§"/>
            </a:pPr>
            <a:r>
              <a:rPr sz="2400"/>
              <a:t>An efficient way of collecting information (Data collection is expensive)</a:t>
            </a:r>
            <a:endParaRPr sz="2400"/>
          </a:p>
          <a:p>
            <a:pPr marL="273050" lvl="0" indent="-273050" eaLnBrk="1" hangingPunct="1">
              <a:buFont typeface="Wingdings" pitchFamily="2" charset="2"/>
              <a:buChar char="§"/>
            </a:pPr>
            <a:r>
              <a:rPr sz="2400"/>
              <a:t>Many </a:t>
            </a:r>
            <a:r>
              <a:rPr sz="2400" b="1"/>
              <a:t>statistical tools</a:t>
            </a:r>
            <a:r>
              <a:rPr sz="2400"/>
              <a:t> available, to determine validity</a:t>
            </a:r>
            <a:endParaRPr sz="2400"/>
          </a:p>
          <a:p>
            <a:pPr marL="547688" lvl="1" indent="-273050" eaLnBrk="1" hangingPunct="1">
              <a:buFont typeface="Wingdings" pitchFamily="2" charset="2"/>
              <a:buChar char="§"/>
            </a:pPr>
            <a:r>
              <a:rPr sz="2400"/>
              <a:t>Confidence intervals</a:t>
            </a:r>
            <a:endParaRPr sz="2400"/>
          </a:p>
          <a:p>
            <a:pPr marL="547688" lvl="1" indent="-273050" eaLnBrk="1" hangingPunct="1">
              <a:buFont typeface="Wingdings" pitchFamily="2" charset="2"/>
              <a:buChar char="§"/>
            </a:pPr>
            <a:r>
              <a:rPr sz="2400"/>
              <a:t>Hypothesis tests</a:t>
            </a:r>
            <a:endParaRPr sz="2400"/>
          </a:p>
          <a:p>
            <a:pPr marL="273050" lvl="0" indent="-273050" eaLnBrk="1" hangingPunct="1">
              <a:buFont typeface="Wingdings" pitchFamily="2" charset="2"/>
              <a:buChar char="§"/>
            </a:pPr>
            <a:r>
              <a:rPr sz="2400"/>
              <a:t>OLAP (multidimensional analysis) on survey data</a:t>
            </a:r>
            <a:endParaRPr sz="2400"/>
          </a:p>
          <a:p>
            <a:pPr marL="547688" lvl="1" indent="-273050" eaLnBrk="1" hangingPunct="1">
              <a:buFont typeface="Wingdings" pitchFamily="2" charset="2"/>
              <a:buChar char="§"/>
            </a:pPr>
            <a:r>
              <a:rPr sz="2400"/>
              <a:t>highly desirable but can it be done well?</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632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3A24207-6AB8-492C-B086-DE4A13EA9C91}" type="slidenum">
              <a:rPr lang="zh-CN" altLang="en-US" sz="1200">
                <a:ea typeface="宋体" pitchFamily="2" charset="-122"/>
              </a:rPr>
              <a:t>53</a:t>
            </a:fld>
            <a:endParaRPr lang="en-US" altLang="zh-CN" sz="1200">
              <a:ea typeface="宋体" pitchFamily="2" charset="-122"/>
            </a:endParaRPr>
          </a:p>
        </p:txBody>
      </p:sp>
      <p:sp>
        <p:nvSpPr>
          <p:cNvPr id="56323"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AF9877B-3A79-43F9-9914-E3764B5165C8}" type="slidenum">
              <a:rPr lang="zh-CN" altLang="en-US" sz="1200">
                <a:ea typeface="宋体" pitchFamily="2" charset="-122"/>
              </a:rPr>
              <a:t>53</a:t>
            </a:fld>
            <a:endParaRPr lang="en-US" altLang="zh-CN" sz="1200">
              <a:ea typeface="宋体" pitchFamily="2" charset="-122"/>
            </a:endParaRPr>
          </a:p>
        </p:txBody>
      </p:sp>
      <p:sp>
        <p:nvSpPr>
          <p:cNvPr id="56324"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Surveys: Sample vs. Whole Population </a:t>
            </a:r>
          </a:p>
        </p:txBody>
      </p:sp>
      <p:graphicFrame>
        <p:nvGraphicFramePr>
          <p:cNvPr id="56325" name="Group 187" title=""/>
          <p:cNvGraphicFramePr>
            <a:graphicFrameLocks noGrp="1"/>
          </p:cNvGraphicFramePr>
          <p:nvPr>
            <p:ph sz="quarter" idx="4294967295"/>
          </p:nvPr>
        </p:nvGraphicFramePr>
        <p:xfrm>
          <a:off x="457200" y="2351088"/>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pic>
        <p:nvPicPr>
          <p:cNvPr id="56357" name="Picture 7" descr="person.gif" title=""/>
          <p:cNvPicPr>
            <a:picLocks noChangeAspect="1"/>
          </p:cNvPicPr>
          <p:nvPr/>
        </p:nvPicPr>
        <p:blipFill>
          <a:blip r:embed="rId3"/>
          <a:stretch>
            <a:fillRect/>
          </a:stretch>
        </p:blipFill>
        <p:spPr>
          <a:xfrm>
            <a:off x="2590800" y="2960688"/>
            <a:ext cx="360363" cy="558800"/>
          </a:xfrm>
          <a:prstGeom prst="rect">
            <a:avLst/>
          </a:prstGeom>
          <a:noFill/>
          <a:ln>
            <a:noFill/>
            <a:miter lim="800000"/>
          </a:ln>
        </p:spPr>
      </p:pic>
      <p:pic>
        <p:nvPicPr>
          <p:cNvPr id="56358" name="Picture 8" descr="person.gif" title=""/>
          <p:cNvPicPr>
            <a:picLocks noChangeAspect="1"/>
          </p:cNvPicPr>
          <p:nvPr/>
        </p:nvPicPr>
        <p:blipFill>
          <a:blip r:embed="rId3"/>
          <a:stretch>
            <a:fillRect/>
          </a:stretch>
        </p:blipFill>
        <p:spPr>
          <a:xfrm>
            <a:off x="2819400" y="2960688"/>
            <a:ext cx="360363" cy="558800"/>
          </a:xfrm>
          <a:prstGeom prst="rect">
            <a:avLst/>
          </a:prstGeom>
          <a:noFill/>
          <a:ln>
            <a:noFill/>
            <a:miter lim="800000"/>
          </a:ln>
        </p:spPr>
      </p:pic>
      <p:pic>
        <p:nvPicPr>
          <p:cNvPr id="56359" name="Picture 9" descr="person.gif" title=""/>
          <p:cNvPicPr>
            <a:picLocks noChangeAspect="1"/>
          </p:cNvPicPr>
          <p:nvPr/>
        </p:nvPicPr>
        <p:blipFill>
          <a:blip r:embed="rId3"/>
          <a:stretch>
            <a:fillRect/>
          </a:stretch>
        </p:blipFill>
        <p:spPr>
          <a:xfrm>
            <a:off x="3048000" y="2960688"/>
            <a:ext cx="360363" cy="558800"/>
          </a:xfrm>
          <a:prstGeom prst="rect">
            <a:avLst/>
          </a:prstGeom>
          <a:noFill/>
          <a:ln>
            <a:noFill/>
            <a:miter lim="800000"/>
          </a:ln>
        </p:spPr>
      </p:pic>
      <p:pic>
        <p:nvPicPr>
          <p:cNvPr id="56360" name="Picture 10" descr="person.gif" title=""/>
          <p:cNvPicPr>
            <a:picLocks noChangeAspect="1"/>
          </p:cNvPicPr>
          <p:nvPr/>
        </p:nvPicPr>
        <p:blipFill>
          <a:blip r:embed="rId3"/>
          <a:stretch>
            <a:fillRect/>
          </a:stretch>
        </p:blipFill>
        <p:spPr>
          <a:xfrm>
            <a:off x="3200400" y="2960688"/>
            <a:ext cx="360363" cy="558800"/>
          </a:xfrm>
          <a:prstGeom prst="rect">
            <a:avLst/>
          </a:prstGeom>
          <a:noFill/>
          <a:ln>
            <a:noFill/>
            <a:miter lim="800000"/>
          </a:ln>
        </p:spPr>
      </p:pic>
      <p:pic>
        <p:nvPicPr>
          <p:cNvPr id="56361" name="Picture 11" descr="person.gif" title=""/>
          <p:cNvPicPr>
            <a:picLocks noChangeAspect="1"/>
          </p:cNvPicPr>
          <p:nvPr/>
        </p:nvPicPr>
        <p:blipFill>
          <a:blip r:embed="rId3"/>
          <a:stretch>
            <a:fillRect/>
          </a:stretch>
        </p:blipFill>
        <p:spPr>
          <a:xfrm>
            <a:off x="3429000" y="2960688"/>
            <a:ext cx="360363" cy="558800"/>
          </a:xfrm>
          <a:prstGeom prst="rect">
            <a:avLst/>
          </a:prstGeom>
          <a:noFill/>
          <a:ln>
            <a:noFill/>
            <a:miter lim="800000"/>
          </a:ln>
        </p:spPr>
      </p:pic>
      <p:pic>
        <p:nvPicPr>
          <p:cNvPr id="56362" name="Picture 12" descr="person.gif" title=""/>
          <p:cNvPicPr>
            <a:picLocks noChangeAspect="1"/>
          </p:cNvPicPr>
          <p:nvPr/>
        </p:nvPicPr>
        <p:blipFill>
          <a:blip r:embed="rId3"/>
          <a:stretch>
            <a:fillRect/>
          </a:stretch>
        </p:blipFill>
        <p:spPr>
          <a:xfrm>
            <a:off x="3733800" y="2960688"/>
            <a:ext cx="360363" cy="558800"/>
          </a:xfrm>
          <a:prstGeom prst="rect">
            <a:avLst/>
          </a:prstGeom>
          <a:noFill/>
          <a:ln>
            <a:noFill/>
            <a:miter lim="800000"/>
          </a:ln>
        </p:spPr>
      </p:pic>
      <p:pic>
        <p:nvPicPr>
          <p:cNvPr id="56363" name="Picture 13" descr="person.gif" title=""/>
          <p:cNvPicPr>
            <a:picLocks noChangeAspect="1"/>
          </p:cNvPicPr>
          <p:nvPr/>
        </p:nvPicPr>
        <p:blipFill>
          <a:blip r:embed="rId3"/>
          <a:stretch>
            <a:fillRect/>
          </a:stretch>
        </p:blipFill>
        <p:spPr>
          <a:xfrm>
            <a:off x="3581400" y="2960688"/>
            <a:ext cx="360363" cy="558800"/>
          </a:xfrm>
          <a:prstGeom prst="rect">
            <a:avLst/>
          </a:prstGeom>
          <a:noFill/>
          <a:ln>
            <a:noFill/>
            <a:miter lim="800000"/>
          </a:ln>
        </p:spPr>
      </p:pic>
      <p:pic>
        <p:nvPicPr>
          <p:cNvPr id="56364" name="Picture 14" descr="person.gif" title=""/>
          <p:cNvPicPr>
            <a:picLocks noChangeAspect="1"/>
          </p:cNvPicPr>
          <p:nvPr/>
        </p:nvPicPr>
        <p:blipFill>
          <a:blip r:embed="rId3"/>
          <a:stretch>
            <a:fillRect/>
          </a:stretch>
        </p:blipFill>
        <p:spPr>
          <a:xfrm>
            <a:off x="3962400" y="2960688"/>
            <a:ext cx="360363" cy="558800"/>
          </a:xfrm>
          <a:prstGeom prst="rect">
            <a:avLst/>
          </a:prstGeom>
          <a:noFill/>
          <a:ln>
            <a:noFill/>
            <a:miter lim="800000"/>
          </a:ln>
        </p:spPr>
      </p:pic>
      <p:pic>
        <p:nvPicPr>
          <p:cNvPr id="56365" name="Picture 15" descr="person.gif" title=""/>
          <p:cNvPicPr>
            <a:picLocks noChangeAspect="1"/>
          </p:cNvPicPr>
          <p:nvPr/>
        </p:nvPicPr>
        <p:blipFill>
          <a:blip r:embed="rId3"/>
          <a:stretch>
            <a:fillRect/>
          </a:stretch>
        </p:blipFill>
        <p:spPr>
          <a:xfrm>
            <a:off x="4114800" y="2960688"/>
            <a:ext cx="360363" cy="558800"/>
          </a:xfrm>
          <a:prstGeom prst="rect">
            <a:avLst/>
          </a:prstGeom>
          <a:noFill/>
          <a:ln>
            <a:noFill/>
            <a:miter lim="800000"/>
          </a:ln>
        </p:spPr>
      </p:pic>
      <p:pic>
        <p:nvPicPr>
          <p:cNvPr id="56366" name="Picture 16" descr="person.gif" title=""/>
          <p:cNvPicPr>
            <a:picLocks noChangeAspect="1"/>
          </p:cNvPicPr>
          <p:nvPr/>
        </p:nvPicPr>
        <p:blipFill>
          <a:blip r:embed="rId3"/>
          <a:stretch>
            <a:fillRect/>
          </a:stretch>
        </p:blipFill>
        <p:spPr>
          <a:xfrm>
            <a:off x="4191000" y="2960688"/>
            <a:ext cx="360363" cy="558800"/>
          </a:xfrm>
          <a:prstGeom prst="rect">
            <a:avLst/>
          </a:prstGeom>
          <a:noFill/>
          <a:ln>
            <a:noFill/>
            <a:miter lim="800000"/>
          </a:ln>
        </p:spPr>
      </p:pic>
      <p:pic>
        <p:nvPicPr>
          <p:cNvPr id="56367" name="Picture 17" descr="person.gif" title=""/>
          <p:cNvPicPr>
            <a:picLocks noChangeAspect="1"/>
          </p:cNvPicPr>
          <p:nvPr/>
        </p:nvPicPr>
        <p:blipFill>
          <a:blip r:embed="rId3"/>
          <a:stretch>
            <a:fillRect/>
          </a:stretch>
        </p:blipFill>
        <p:spPr>
          <a:xfrm>
            <a:off x="2590800" y="3773488"/>
            <a:ext cx="360363" cy="558800"/>
          </a:xfrm>
          <a:prstGeom prst="rect">
            <a:avLst/>
          </a:prstGeom>
          <a:noFill/>
          <a:ln>
            <a:noFill/>
            <a:miter lim="800000"/>
          </a:ln>
        </p:spPr>
      </p:pic>
      <p:pic>
        <p:nvPicPr>
          <p:cNvPr id="56368" name="Picture 18" descr="person.gif" title=""/>
          <p:cNvPicPr>
            <a:picLocks noChangeAspect="1"/>
          </p:cNvPicPr>
          <p:nvPr/>
        </p:nvPicPr>
        <p:blipFill>
          <a:blip r:embed="rId3"/>
          <a:stretch>
            <a:fillRect/>
          </a:stretch>
        </p:blipFill>
        <p:spPr>
          <a:xfrm>
            <a:off x="2819400" y="3773488"/>
            <a:ext cx="360363" cy="558800"/>
          </a:xfrm>
          <a:prstGeom prst="rect">
            <a:avLst/>
          </a:prstGeom>
          <a:noFill/>
          <a:ln>
            <a:noFill/>
            <a:miter lim="800000"/>
          </a:ln>
        </p:spPr>
      </p:pic>
      <p:pic>
        <p:nvPicPr>
          <p:cNvPr id="56369" name="Picture 19" descr="person.gif" title=""/>
          <p:cNvPicPr>
            <a:picLocks noChangeAspect="1"/>
          </p:cNvPicPr>
          <p:nvPr/>
        </p:nvPicPr>
        <p:blipFill>
          <a:blip r:embed="rId3"/>
          <a:stretch>
            <a:fillRect/>
          </a:stretch>
        </p:blipFill>
        <p:spPr>
          <a:xfrm>
            <a:off x="3048000" y="3773488"/>
            <a:ext cx="360363" cy="558800"/>
          </a:xfrm>
          <a:prstGeom prst="rect">
            <a:avLst/>
          </a:prstGeom>
          <a:noFill/>
          <a:ln>
            <a:noFill/>
            <a:miter lim="800000"/>
          </a:ln>
        </p:spPr>
      </p:pic>
      <p:pic>
        <p:nvPicPr>
          <p:cNvPr id="56370" name="Picture 20" descr="person.gif" title=""/>
          <p:cNvPicPr>
            <a:picLocks noChangeAspect="1"/>
          </p:cNvPicPr>
          <p:nvPr/>
        </p:nvPicPr>
        <p:blipFill>
          <a:blip r:embed="rId3"/>
          <a:stretch>
            <a:fillRect/>
          </a:stretch>
        </p:blipFill>
        <p:spPr>
          <a:xfrm>
            <a:off x="3200400" y="3773488"/>
            <a:ext cx="360363" cy="558800"/>
          </a:xfrm>
          <a:prstGeom prst="rect">
            <a:avLst/>
          </a:prstGeom>
          <a:noFill/>
          <a:ln>
            <a:noFill/>
            <a:miter lim="800000"/>
          </a:ln>
        </p:spPr>
      </p:pic>
      <p:pic>
        <p:nvPicPr>
          <p:cNvPr id="56371" name="Picture 21" descr="person.gif" title=""/>
          <p:cNvPicPr>
            <a:picLocks noChangeAspect="1"/>
          </p:cNvPicPr>
          <p:nvPr/>
        </p:nvPicPr>
        <p:blipFill>
          <a:blip r:embed="rId3"/>
          <a:stretch>
            <a:fillRect/>
          </a:stretch>
        </p:blipFill>
        <p:spPr>
          <a:xfrm>
            <a:off x="3429000" y="3773488"/>
            <a:ext cx="360363" cy="558800"/>
          </a:xfrm>
          <a:prstGeom prst="rect">
            <a:avLst/>
          </a:prstGeom>
          <a:noFill/>
          <a:ln>
            <a:noFill/>
            <a:miter lim="800000"/>
          </a:ln>
        </p:spPr>
      </p:pic>
      <p:pic>
        <p:nvPicPr>
          <p:cNvPr id="56372" name="Picture 22" descr="person.gif" title=""/>
          <p:cNvPicPr>
            <a:picLocks noChangeAspect="1"/>
          </p:cNvPicPr>
          <p:nvPr/>
        </p:nvPicPr>
        <p:blipFill>
          <a:blip r:embed="rId3"/>
          <a:stretch>
            <a:fillRect/>
          </a:stretch>
        </p:blipFill>
        <p:spPr>
          <a:xfrm>
            <a:off x="3733800" y="3773488"/>
            <a:ext cx="360363" cy="558800"/>
          </a:xfrm>
          <a:prstGeom prst="rect">
            <a:avLst/>
          </a:prstGeom>
          <a:noFill/>
          <a:ln>
            <a:noFill/>
            <a:miter lim="800000"/>
          </a:ln>
        </p:spPr>
      </p:pic>
      <p:pic>
        <p:nvPicPr>
          <p:cNvPr id="56373" name="Picture 24" descr="person.gif" title=""/>
          <p:cNvPicPr>
            <a:picLocks noChangeAspect="1"/>
          </p:cNvPicPr>
          <p:nvPr/>
        </p:nvPicPr>
        <p:blipFill>
          <a:blip r:embed="rId3"/>
          <a:stretch>
            <a:fillRect/>
          </a:stretch>
        </p:blipFill>
        <p:spPr>
          <a:xfrm>
            <a:off x="3581400" y="3773488"/>
            <a:ext cx="360363" cy="558800"/>
          </a:xfrm>
          <a:prstGeom prst="rect">
            <a:avLst/>
          </a:prstGeom>
          <a:noFill/>
          <a:ln>
            <a:noFill/>
            <a:miter lim="800000"/>
          </a:ln>
        </p:spPr>
      </p:pic>
      <p:pic>
        <p:nvPicPr>
          <p:cNvPr id="56374" name="Picture 25" descr="person.gif" title=""/>
          <p:cNvPicPr>
            <a:picLocks noChangeAspect="1"/>
          </p:cNvPicPr>
          <p:nvPr/>
        </p:nvPicPr>
        <p:blipFill>
          <a:blip r:embed="rId3"/>
          <a:stretch>
            <a:fillRect/>
          </a:stretch>
        </p:blipFill>
        <p:spPr>
          <a:xfrm>
            <a:off x="3962400" y="3773488"/>
            <a:ext cx="360363" cy="558800"/>
          </a:xfrm>
          <a:prstGeom prst="rect">
            <a:avLst/>
          </a:prstGeom>
          <a:noFill/>
          <a:ln>
            <a:noFill/>
            <a:miter lim="800000"/>
          </a:ln>
        </p:spPr>
      </p:pic>
      <p:pic>
        <p:nvPicPr>
          <p:cNvPr id="56375" name="Picture 26" descr="person.gif" title=""/>
          <p:cNvPicPr>
            <a:picLocks noChangeAspect="1"/>
          </p:cNvPicPr>
          <p:nvPr/>
        </p:nvPicPr>
        <p:blipFill>
          <a:blip r:embed="rId3"/>
          <a:stretch>
            <a:fillRect/>
          </a:stretch>
        </p:blipFill>
        <p:spPr>
          <a:xfrm>
            <a:off x="4114800" y="3773488"/>
            <a:ext cx="360363" cy="558800"/>
          </a:xfrm>
          <a:prstGeom prst="rect">
            <a:avLst/>
          </a:prstGeom>
          <a:noFill/>
          <a:ln>
            <a:noFill/>
            <a:miter lim="800000"/>
          </a:ln>
        </p:spPr>
      </p:pic>
      <p:pic>
        <p:nvPicPr>
          <p:cNvPr id="56376" name="Picture 27" descr="person.gif" title=""/>
          <p:cNvPicPr>
            <a:picLocks noChangeAspect="1"/>
          </p:cNvPicPr>
          <p:nvPr/>
        </p:nvPicPr>
        <p:blipFill>
          <a:blip r:embed="rId3"/>
          <a:stretch>
            <a:fillRect/>
          </a:stretch>
        </p:blipFill>
        <p:spPr>
          <a:xfrm>
            <a:off x="4191000" y="3773488"/>
            <a:ext cx="360363" cy="558800"/>
          </a:xfrm>
          <a:prstGeom prst="rect">
            <a:avLst/>
          </a:prstGeom>
          <a:noFill/>
          <a:ln>
            <a:noFill/>
            <a:miter lim="800000"/>
          </a:ln>
        </p:spPr>
      </p:pic>
      <p:pic>
        <p:nvPicPr>
          <p:cNvPr id="56377" name="Picture 28" descr="person.gif" title=""/>
          <p:cNvPicPr>
            <a:picLocks noChangeAspect="1"/>
          </p:cNvPicPr>
          <p:nvPr/>
        </p:nvPicPr>
        <p:blipFill>
          <a:blip r:embed="rId3"/>
          <a:stretch>
            <a:fillRect/>
          </a:stretch>
        </p:blipFill>
        <p:spPr>
          <a:xfrm>
            <a:off x="2590800" y="4687888"/>
            <a:ext cx="360363" cy="558800"/>
          </a:xfrm>
          <a:prstGeom prst="rect">
            <a:avLst/>
          </a:prstGeom>
          <a:noFill/>
          <a:ln>
            <a:noFill/>
            <a:miter lim="800000"/>
          </a:ln>
        </p:spPr>
      </p:pic>
      <p:pic>
        <p:nvPicPr>
          <p:cNvPr id="56378" name="Picture 29" descr="person.gif" title=""/>
          <p:cNvPicPr>
            <a:picLocks noChangeAspect="1"/>
          </p:cNvPicPr>
          <p:nvPr/>
        </p:nvPicPr>
        <p:blipFill>
          <a:blip r:embed="rId3"/>
          <a:stretch>
            <a:fillRect/>
          </a:stretch>
        </p:blipFill>
        <p:spPr>
          <a:xfrm>
            <a:off x="2819400" y="4687888"/>
            <a:ext cx="360363" cy="558800"/>
          </a:xfrm>
          <a:prstGeom prst="rect">
            <a:avLst/>
          </a:prstGeom>
          <a:noFill/>
          <a:ln>
            <a:noFill/>
            <a:miter lim="800000"/>
          </a:ln>
        </p:spPr>
      </p:pic>
      <p:pic>
        <p:nvPicPr>
          <p:cNvPr id="56379" name="Picture 30" descr="person.gif" title=""/>
          <p:cNvPicPr>
            <a:picLocks noChangeAspect="1"/>
          </p:cNvPicPr>
          <p:nvPr/>
        </p:nvPicPr>
        <p:blipFill>
          <a:blip r:embed="rId3"/>
          <a:stretch>
            <a:fillRect/>
          </a:stretch>
        </p:blipFill>
        <p:spPr>
          <a:xfrm>
            <a:off x="3048000" y="4687888"/>
            <a:ext cx="360363" cy="558800"/>
          </a:xfrm>
          <a:prstGeom prst="rect">
            <a:avLst/>
          </a:prstGeom>
          <a:noFill/>
          <a:ln>
            <a:noFill/>
            <a:miter lim="800000"/>
          </a:ln>
        </p:spPr>
      </p:pic>
      <p:pic>
        <p:nvPicPr>
          <p:cNvPr id="56380" name="Picture 31" descr="person.gif" title=""/>
          <p:cNvPicPr>
            <a:picLocks noChangeAspect="1"/>
          </p:cNvPicPr>
          <p:nvPr/>
        </p:nvPicPr>
        <p:blipFill>
          <a:blip r:embed="rId3"/>
          <a:stretch>
            <a:fillRect/>
          </a:stretch>
        </p:blipFill>
        <p:spPr>
          <a:xfrm>
            <a:off x="3200400" y="4687888"/>
            <a:ext cx="360363" cy="558800"/>
          </a:xfrm>
          <a:prstGeom prst="rect">
            <a:avLst/>
          </a:prstGeom>
          <a:noFill/>
          <a:ln>
            <a:noFill/>
            <a:miter lim="800000"/>
          </a:ln>
        </p:spPr>
      </p:pic>
      <p:pic>
        <p:nvPicPr>
          <p:cNvPr id="56381" name="Picture 32" descr="person.gif" title=""/>
          <p:cNvPicPr>
            <a:picLocks noChangeAspect="1"/>
          </p:cNvPicPr>
          <p:nvPr/>
        </p:nvPicPr>
        <p:blipFill>
          <a:blip r:embed="rId3"/>
          <a:stretch>
            <a:fillRect/>
          </a:stretch>
        </p:blipFill>
        <p:spPr>
          <a:xfrm>
            <a:off x="3429000" y="4687888"/>
            <a:ext cx="360363" cy="558800"/>
          </a:xfrm>
          <a:prstGeom prst="rect">
            <a:avLst/>
          </a:prstGeom>
          <a:noFill/>
          <a:ln>
            <a:noFill/>
            <a:miter lim="800000"/>
          </a:ln>
        </p:spPr>
      </p:pic>
      <p:pic>
        <p:nvPicPr>
          <p:cNvPr id="56382" name="Picture 33" descr="person.gif" title=""/>
          <p:cNvPicPr>
            <a:picLocks noChangeAspect="1"/>
          </p:cNvPicPr>
          <p:nvPr/>
        </p:nvPicPr>
        <p:blipFill>
          <a:blip r:embed="rId3"/>
          <a:stretch>
            <a:fillRect/>
          </a:stretch>
        </p:blipFill>
        <p:spPr>
          <a:xfrm>
            <a:off x="3733800" y="4687888"/>
            <a:ext cx="360363" cy="558800"/>
          </a:xfrm>
          <a:prstGeom prst="rect">
            <a:avLst/>
          </a:prstGeom>
          <a:noFill/>
          <a:ln>
            <a:noFill/>
            <a:miter lim="800000"/>
          </a:ln>
        </p:spPr>
      </p:pic>
      <p:pic>
        <p:nvPicPr>
          <p:cNvPr id="56383" name="Picture 34" descr="person.gif" title=""/>
          <p:cNvPicPr>
            <a:picLocks noChangeAspect="1"/>
          </p:cNvPicPr>
          <p:nvPr/>
        </p:nvPicPr>
        <p:blipFill>
          <a:blip r:embed="rId3"/>
          <a:stretch>
            <a:fillRect/>
          </a:stretch>
        </p:blipFill>
        <p:spPr>
          <a:xfrm>
            <a:off x="3581400" y="4687888"/>
            <a:ext cx="360363" cy="558800"/>
          </a:xfrm>
          <a:prstGeom prst="rect">
            <a:avLst/>
          </a:prstGeom>
          <a:noFill/>
          <a:ln>
            <a:noFill/>
            <a:miter lim="800000"/>
          </a:ln>
        </p:spPr>
      </p:pic>
      <p:pic>
        <p:nvPicPr>
          <p:cNvPr id="56384" name="Picture 35" descr="person.gif" title=""/>
          <p:cNvPicPr>
            <a:picLocks noChangeAspect="1"/>
          </p:cNvPicPr>
          <p:nvPr/>
        </p:nvPicPr>
        <p:blipFill>
          <a:blip r:embed="rId3"/>
          <a:stretch>
            <a:fillRect/>
          </a:stretch>
        </p:blipFill>
        <p:spPr>
          <a:xfrm>
            <a:off x="3962400" y="4687888"/>
            <a:ext cx="360363" cy="558800"/>
          </a:xfrm>
          <a:prstGeom prst="rect">
            <a:avLst/>
          </a:prstGeom>
          <a:noFill/>
          <a:ln>
            <a:noFill/>
            <a:miter lim="800000"/>
          </a:ln>
        </p:spPr>
      </p:pic>
      <p:pic>
        <p:nvPicPr>
          <p:cNvPr id="56385" name="Picture 36" descr="person.gif" title=""/>
          <p:cNvPicPr>
            <a:picLocks noChangeAspect="1"/>
          </p:cNvPicPr>
          <p:nvPr/>
        </p:nvPicPr>
        <p:blipFill>
          <a:blip r:embed="rId3"/>
          <a:stretch>
            <a:fillRect/>
          </a:stretch>
        </p:blipFill>
        <p:spPr>
          <a:xfrm>
            <a:off x="4114800" y="4687888"/>
            <a:ext cx="360363" cy="558800"/>
          </a:xfrm>
          <a:prstGeom prst="rect">
            <a:avLst/>
          </a:prstGeom>
          <a:noFill/>
          <a:ln>
            <a:noFill/>
            <a:miter lim="800000"/>
          </a:ln>
        </p:spPr>
      </p:pic>
      <p:pic>
        <p:nvPicPr>
          <p:cNvPr id="56386" name="Picture 37" descr="person.gif" title=""/>
          <p:cNvPicPr>
            <a:picLocks noChangeAspect="1"/>
          </p:cNvPicPr>
          <p:nvPr/>
        </p:nvPicPr>
        <p:blipFill>
          <a:blip r:embed="rId3"/>
          <a:stretch>
            <a:fillRect/>
          </a:stretch>
        </p:blipFill>
        <p:spPr>
          <a:xfrm>
            <a:off x="4191000" y="4687888"/>
            <a:ext cx="360363" cy="558800"/>
          </a:xfrm>
          <a:prstGeom prst="rect">
            <a:avLst/>
          </a:prstGeom>
          <a:noFill/>
          <a:ln>
            <a:noFill/>
            <a:miter lim="800000"/>
          </a:ln>
        </p:spPr>
      </p:pic>
      <p:pic>
        <p:nvPicPr>
          <p:cNvPr id="56387" name="Picture 48" descr="person.gif" title=""/>
          <p:cNvPicPr>
            <a:picLocks noChangeAspect="1"/>
          </p:cNvPicPr>
          <p:nvPr/>
        </p:nvPicPr>
        <p:blipFill>
          <a:blip r:embed="rId3"/>
          <a:stretch>
            <a:fillRect/>
          </a:stretch>
        </p:blipFill>
        <p:spPr>
          <a:xfrm>
            <a:off x="4668838" y="2960688"/>
            <a:ext cx="360362" cy="558800"/>
          </a:xfrm>
          <a:prstGeom prst="rect">
            <a:avLst/>
          </a:prstGeom>
          <a:noFill/>
          <a:ln>
            <a:noFill/>
            <a:miter lim="800000"/>
          </a:ln>
        </p:spPr>
      </p:pic>
      <p:pic>
        <p:nvPicPr>
          <p:cNvPr id="56388" name="Picture 49" descr="person.gif" title=""/>
          <p:cNvPicPr>
            <a:picLocks noChangeAspect="1"/>
          </p:cNvPicPr>
          <p:nvPr/>
        </p:nvPicPr>
        <p:blipFill>
          <a:blip r:embed="rId3"/>
          <a:stretch>
            <a:fillRect/>
          </a:stretch>
        </p:blipFill>
        <p:spPr>
          <a:xfrm>
            <a:off x="4897438" y="2960688"/>
            <a:ext cx="360362" cy="558800"/>
          </a:xfrm>
          <a:prstGeom prst="rect">
            <a:avLst/>
          </a:prstGeom>
          <a:noFill/>
          <a:ln>
            <a:noFill/>
            <a:miter lim="800000"/>
          </a:ln>
        </p:spPr>
      </p:pic>
      <p:pic>
        <p:nvPicPr>
          <p:cNvPr id="56389" name="Picture 50" descr="person.gif" title=""/>
          <p:cNvPicPr>
            <a:picLocks noChangeAspect="1"/>
          </p:cNvPicPr>
          <p:nvPr/>
        </p:nvPicPr>
        <p:blipFill>
          <a:blip r:embed="rId3"/>
          <a:stretch>
            <a:fillRect/>
          </a:stretch>
        </p:blipFill>
        <p:spPr>
          <a:xfrm>
            <a:off x="5126038" y="2960688"/>
            <a:ext cx="360362" cy="558800"/>
          </a:xfrm>
          <a:prstGeom prst="rect">
            <a:avLst/>
          </a:prstGeom>
          <a:noFill/>
          <a:ln>
            <a:noFill/>
            <a:miter lim="800000"/>
          </a:ln>
        </p:spPr>
      </p:pic>
      <p:pic>
        <p:nvPicPr>
          <p:cNvPr id="56390" name="Picture 51" descr="person.gif" title=""/>
          <p:cNvPicPr>
            <a:picLocks noChangeAspect="1"/>
          </p:cNvPicPr>
          <p:nvPr/>
        </p:nvPicPr>
        <p:blipFill>
          <a:blip r:embed="rId3"/>
          <a:stretch>
            <a:fillRect/>
          </a:stretch>
        </p:blipFill>
        <p:spPr>
          <a:xfrm>
            <a:off x="5278438" y="2960688"/>
            <a:ext cx="360362" cy="558800"/>
          </a:xfrm>
          <a:prstGeom prst="rect">
            <a:avLst/>
          </a:prstGeom>
          <a:noFill/>
          <a:ln>
            <a:noFill/>
            <a:miter lim="800000"/>
          </a:ln>
        </p:spPr>
      </p:pic>
      <p:pic>
        <p:nvPicPr>
          <p:cNvPr id="56391" name="Picture 52" descr="person.gif" title=""/>
          <p:cNvPicPr>
            <a:picLocks noChangeAspect="1"/>
          </p:cNvPicPr>
          <p:nvPr/>
        </p:nvPicPr>
        <p:blipFill>
          <a:blip r:embed="rId3"/>
          <a:stretch>
            <a:fillRect/>
          </a:stretch>
        </p:blipFill>
        <p:spPr>
          <a:xfrm>
            <a:off x="5507038" y="2960688"/>
            <a:ext cx="360362" cy="558800"/>
          </a:xfrm>
          <a:prstGeom prst="rect">
            <a:avLst/>
          </a:prstGeom>
          <a:noFill/>
          <a:ln>
            <a:noFill/>
            <a:miter lim="800000"/>
          </a:ln>
        </p:spPr>
      </p:pic>
      <p:pic>
        <p:nvPicPr>
          <p:cNvPr id="56392" name="Picture 53" descr="person.gif" title=""/>
          <p:cNvPicPr>
            <a:picLocks noChangeAspect="1"/>
          </p:cNvPicPr>
          <p:nvPr/>
        </p:nvPicPr>
        <p:blipFill>
          <a:blip r:embed="rId3"/>
          <a:stretch>
            <a:fillRect/>
          </a:stretch>
        </p:blipFill>
        <p:spPr>
          <a:xfrm>
            <a:off x="5811838" y="2960688"/>
            <a:ext cx="360362" cy="558800"/>
          </a:xfrm>
          <a:prstGeom prst="rect">
            <a:avLst/>
          </a:prstGeom>
          <a:noFill/>
          <a:ln>
            <a:noFill/>
            <a:miter lim="800000"/>
          </a:ln>
        </p:spPr>
      </p:pic>
      <p:pic>
        <p:nvPicPr>
          <p:cNvPr id="56393" name="Picture 54" descr="person.gif" title=""/>
          <p:cNvPicPr>
            <a:picLocks noChangeAspect="1"/>
          </p:cNvPicPr>
          <p:nvPr/>
        </p:nvPicPr>
        <p:blipFill>
          <a:blip r:embed="rId3"/>
          <a:stretch>
            <a:fillRect/>
          </a:stretch>
        </p:blipFill>
        <p:spPr>
          <a:xfrm>
            <a:off x="5659438" y="2960688"/>
            <a:ext cx="360362" cy="558800"/>
          </a:xfrm>
          <a:prstGeom prst="rect">
            <a:avLst/>
          </a:prstGeom>
          <a:noFill/>
          <a:ln>
            <a:noFill/>
            <a:miter lim="800000"/>
          </a:ln>
        </p:spPr>
      </p:pic>
      <p:pic>
        <p:nvPicPr>
          <p:cNvPr id="56394" name="Picture 55" descr="person.gif" title=""/>
          <p:cNvPicPr>
            <a:picLocks noChangeAspect="1"/>
          </p:cNvPicPr>
          <p:nvPr/>
        </p:nvPicPr>
        <p:blipFill>
          <a:blip r:embed="rId3"/>
          <a:stretch>
            <a:fillRect/>
          </a:stretch>
        </p:blipFill>
        <p:spPr>
          <a:xfrm>
            <a:off x="6040438" y="2960688"/>
            <a:ext cx="360362" cy="558800"/>
          </a:xfrm>
          <a:prstGeom prst="rect">
            <a:avLst/>
          </a:prstGeom>
          <a:noFill/>
          <a:ln>
            <a:noFill/>
            <a:miter lim="800000"/>
          </a:ln>
        </p:spPr>
      </p:pic>
      <p:pic>
        <p:nvPicPr>
          <p:cNvPr id="56395" name="Picture 56" descr="person.gif" title=""/>
          <p:cNvPicPr>
            <a:picLocks noChangeAspect="1"/>
          </p:cNvPicPr>
          <p:nvPr/>
        </p:nvPicPr>
        <p:blipFill>
          <a:blip r:embed="rId3"/>
          <a:stretch>
            <a:fillRect/>
          </a:stretch>
        </p:blipFill>
        <p:spPr>
          <a:xfrm>
            <a:off x="6192838" y="2960688"/>
            <a:ext cx="360362" cy="558800"/>
          </a:xfrm>
          <a:prstGeom prst="rect">
            <a:avLst/>
          </a:prstGeom>
          <a:noFill/>
          <a:ln>
            <a:noFill/>
            <a:miter lim="800000"/>
          </a:ln>
        </p:spPr>
      </p:pic>
      <p:pic>
        <p:nvPicPr>
          <p:cNvPr id="56396" name="Picture 57" descr="person.gif" title=""/>
          <p:cNvPicPr>
            <a:picLocks noChangeAspect="1"/>
          </p:cNvPicPr>
          <p:nvPr/>
        </p:nvPicPr>
        <p:blipFill>
          <a:blip r:embed="rId3"/>
          <a:stretch>
            <a:fillRect/>
          </a:stretch>
        </p:blipFill>
        <p:spPr>
          <a:xfrm>
            <a:off x="6269038" y="2960688"/>
            <a:ext cx="360362" cy="558800"/>
          </a:xfrm>
          <a:prstGeom prst="rect">
            <a:avLst/>
          </a:prstGeom>
          <a:noFill/>
          <a:ln>
            <a:noFill/>
            <a:miter lim="800000"/>
          </a:ln>
        </p:spPr>
      </p:pic>
      <p:pic>
        <p:nvPicPr>
          <p:cNvPr id="56397" name="Picture 58" descr="person.gif" title=""/>
          <p:cNvPicPr>
            <a:picLocks noChangeAspect="1"/>
          </p:cNvPicPr>
          <p:nvPr/>
        </p:nvPicPr>
        <p:blipFill>
          <a:blip r:embed="rId3"/>
          <a:stretch>
            <a:fillRect/>
          </a:stretch>
        </p:blipFill>
        <p:spPr>
          <a:xfrm>
            <a:off x="4668838" y="3773488"/>
            <a:ext cx="360362" cy="558800"/>
          </a:xfrm>
          <a:prstGeom prst="rect">
            <a:avLst/>
          </a:prstGeom>
          <a:noFill/>
          <a:ln>
            <a:noFill/>
            <a:miter lim="800000"/>
          </a:ln>
        </p:spPr>
      </p:pic>
      <p:pic>
        <p:nvPicPr>
          <p:cNvPr id="56398" name="Picture 59" descr="person.gif" title=""/>
          <p:cNvPicPr>
            <a:picLocks noChangeAspect="1"/>
          </p:cNvPicPr>
          <p:nvPr/>
        </p:nvPicPr>
        <p:blipFill>
          <a:blip r:embed="rId3"/>
          <a:stretch>
            <a:fillRect/>
          </a:stretch>
        </p:blipFill>
        <p:spPr>
          <a:xfrm>
            <a:off x="4897438" y="3773488"/>
            <a:ext cx="360362" cy="558800"/>
          </a:xfrm>
          <a:prstGeom prst="rect">
            <a:avLst/>
          </a:prstGeom>
          <a:noFill/>
          <a:ln>
            <a:noFill/>
            <a:miter lim="800000"/>
          </a:ln>
        </p:spPr>
      </p:pic>
      <p:pic>
        <p:nvPicPr>
          <p:cNvPr id="56399" name="Picture 60" descr="person.gif" title=""/>
          <p:cNvPicPr>
            <a:picLocks noChangeAspect="1"/>
          </p:cNvPicPr>
          <p:nvPr/>
        </p:nvPicPr>
        <p:blipFill>
          <a:blip r:embed="rId3"/>
          <a:stretch>
            <a:fillRect/>
          </a:stretch>
        </p:blipFill>
        <p:spPr>
          <a:xfrm>
            <a:off x="5126038" y="3773488"/>
            <a:ext cx="360362" cy="558800"/>
          </a:xfrm>
          <a:prstGeom prst="rect">
            <a:avLst/>
          </a:prstGeom>
          <a:noFill/>
          <a:ln>
            <a:noFill/>
            <a:miter lim="800000"/>
          </a:ln>
        </p:spPr>
      </p:pic>
      <p:pic>
        <p:nvPicPr>
          <p:cNvPr id="56400" name="Picture 61" descr="person.gif" title=""/>
          <p:cNvPicPr>
            <a:picLocks noChangeAspect="1"/>
          </p:cNvPicPr>
          <p:nvPr/>
        </p:nvPicPr>
        <p:blipFill>
          <a:blip r:embed="rId3"/>
          <a:stretch>
            <a:fillRect/>
          </a:stretch>
        </p:blipFill>
        <p:spPr>
          <a:xfrm>
            <a:off x="5278438" y="3773488"/>
            <a:ext cx="360362" cy="558800"/>
          </a:xfrm>
          <a:prstGeom prst="rect">
            <a:avLst/>
          </a:prstGeom>
          <a:noFill/>
          <a:ln>
            <a:noFill/>
            <a:miter lim="800000"/>
          </a:ln>
        </p:spPr>
      </p:pic>
      <p:pic>
        <p:nvPicPr>
          <p:cNvPr id="56401" name="Picture 62" descr="person.gif" title=""/>
          <p:cNvPicPr>
            <a:picLocks noChangeAspect="1"/>
          </p:cNvPicPr>
          <p:nvPr/>
        </p:nvPicPr>
        <p:blipFill>
          <a:blip r:embed="rId3"/>
          <a:stretch>
            <a:fillRect/>
          </a:stretch>
        </p:blipFill>
        <p:spPr>
          <a:xfrm>
            <a:off x="5507038" y="3773488"/>
            <a:ext cx="360362" cy="558800"/>
          </a:xfrm>
          <a:prstGeom prst="rect">
            <a:avLst/>
          </a:prstGeom>
          <a:noFill/>
          <a:ln>
            <a:noFill/>
            <a:miter lim="800000"/>
          </a:ln>
        </p:spPr>
      </p:pic>
      <p:pic>
        <p:nvPicPr>
          <p:cNvPr id="56402" name="Picture 63" descr="person.gif" title=""/>
          <p:cNvPicPr>
            <a:picLocks noChangeAspect="1"/>
          </p:cNvPicPr>
          <p:nvPr/>
        </p:nvPicPr>
        <p:blipFill>
          <a:blip r:embed="rId3"/>
          <a:stretch>
            <a:fillRect/>
          </a:stretch>
        </p:blipFill>
        <p:spPr>
          <a:xfrm>
            <a:off x="5811838" y="3773488"/>
            <a:ext cx="360362" cy="558800"/>
          </a:xfrm>
          <a:prstGeom prst="rect">
            <a:avLst/>
          </a:prstGeom>
          <a:noFill/>
          <a:ln>
            <a:noFill/>
            <a:miter lim="800000"/>
          </a:ln>
        </p:spPr>
      </p:pic>
      <p:pic>
        <p:nvPicPr>
          <p:cNvPr id="56403" name="Picture 64" descr="person.gif" title=""/>
          <p:cNvPicPr>
            <a:picLocks noChangeAspect="1"/>
          </p:cNvPicPr>
          <p:nvPr/>
        </p:nvPicPr>
        <p:blipFill>
          <a:blip r:embed="rId3"/>
          <a:stretch>
            <a:fillRect/>
          </a:stretch>
        </p:blipFill>
        <p:spPr>
          <a:xfrm>
            <a:off x="5659438" y="3773488"/>
            <a:ext cx="360362" cy="558800"/>
          </a:xfrm>
          <a:prstGeom prst="rect">
            <a:avLst/>
          </a:prstGeom>
          <a:noFill/>
          <a:ln>
            <a:noFill/>
            <a:miter lim="800000"/>
          </a:ln>
        </p:spPr>
      </p:pic>
      <p:pic>
        <p:nvPicPr>
          <p:cNvPr id="56404" name="Picture 65" descr="person.gif" title=""/>
          <p:cNvPicPr>
            <a:picLocks noChangeAspect="1"/>
          </p:cNvPicPr>
          <p:nvPr/>
        </p:nvPicPr>
        <p:blipFill>
          <a:blip r:embed="rId3"/>
          <a:stretch>
            <a:fillRect/>
          </a:stretch>
        </p:blipFill>
        <p:spPr>
          <a:xfrm>
            <a:off x="6040438" y="3773488"/>
            <a:ext cx="360362" cy="558800"/>
          </a:xfrm>
          <a:prstGeom prst="rect">
            <a:avLst/>
          </a:prstGeom>
          <a:noFill/>
          <a:ln>
            <a:noFill/>
            <a:miter lim="800000"/>
          </a:ln>
        </p:spPr>
      </p:pic>
      <p:pic>
        <p:nvPicPr>
          <p:cNvPr id="56405" name="Picture 66" descr="person.gif" title=""/>
          <p:cNvPicPr>
            <a:picLocks noChangeAspect="1"/>
          </p:cNvPicPr>
          <p:nvPr/>
        </p:nvPicPr>
        <p:blipFill>
          <a:blip r:embed="rId3"/>
          <a:stretch>
            <a:fillRect/>
          </a:stretch>
        </p:blipFill>
        <p:spPr>
          <a:xfrm>
            <a:off x="6192838" y="3773488"/>
            <a:ext cx="360362" cy="558800"/>
          </a:xfrm>
          <a:prstGeom prst="rect">
            <a:avLst/>
          </a:prstGeom>
          <a:noFill/>
          <a:ln>
            <a:noFill/>
            <a:miter lim="800000"/>
          </a:ln>
        </p:spPr>
      </p:pic>
      <p:pic>
        <p:nvPicPr>
          <p:cNvPr id="56406" name="Picture 67" descr="person.gif" title=""/>
          <p:cNvPicPr>
            <a:picLocks noChangeAspect="1"/>
          </p:cNvPicPr>
          <p:nvPr/>
        </p:nvPicPr>
        <p:blipFill>
          <a:blip r:embed="rId3"/>
          <a:stretch>
            <a:fillRect/>
          </a:stretch>
        </p:blipFill>
        <p:spPr>
          <a:xfrm>
            <a:off x="6269038" y="3773488"/>
            <a:ext cx="360362" cy="558800"/>
          </a:xfrm>
          <a:prstGeom prst="rect">
            <a:avLst/>
          </a:prstGeom>
          <a:noFill/>
          <a:ln>
            <a:noFill/>
            <a:miter lim="800000"/>
          </a:ln>
        </p:spPr>
      </p:pic>
      <p:pic>
        <p:nvPicPr>
          <p:cNvPr id="56407" name="Picture 68" descr="person.gif" title=""/>
          <p:cNvPicPr>
            <a:picLocks noChangeAspect="1"/>
          </p:cNvPicPr>
          <p:nvPr/>
        </p:nvPicPr>
        <p:blipFill>
          <a:blip r:embed="rId3"/>
          <a:stretch>
            <a:fillRect/>
          </a:stretch>
        </p:blipFill>
        <p:spPr>
          <a:xfrm>
            <a:off x="4668838" y="4687888"/>
            <a:ext cx="360362" cy="558800"/>
          </a:xfrm>
          <a:prstGeom prst="rect">
            <a:avLst/>
          </a:prstGeom>
          <a:noFill/>
          <a:ln>
            <a:noFill/>
            <a:miter lim="800000"/>
          </a:ln>
        </p:spPr>
      </p:pic>
      <p:pic>
        <p:nvPicPr>
          <p:cNvPr id="56408" name="Picture 69" descr="person.gif" title=""/>
          <p:cNvPicPr>
            <a:picLocks noChangeAspect="1"/>
          </p:cNvPicPr>
          <p:nvPr/>
        </p:nvPicPr>
        <p:blipFill>
          <a:blip r:embed="rId3"/>
          <a:stretch>
            <a:fillRect/>
          </a:stretch>
        </p:blipFill>
        <p:spPr>
          <a:xfrm>
            <a:off x="4897438" y="4687888"/>
            <a:ext cx="360362" cy="558800"/>
          </a:xfrm>
          <a:prstGeom prst="rect">
            <a:avLst/>
          </a:prstGeom>
          <a:noFill/>
          <a:ln>
            <a:noFill/>
            <a:miter lim="800000"/>
          </a:ln>
        </p:spPr>
      </p:pic>
      <p:pic>
        <p:nvPicPr>
          <p:cNvPr id="56409" name="Picture 70" descr="person.gif" title=""/>
          <p:cNvPicPr>
            <a:picLocks noChangeAspect="1"/>
          </p:cNvPicPr>
          <p:nvPr/>
        </p:nvPicPr>
        <p:blipFill>
          <a:blip r:embed="rId3"/>
          <a:stretch>
            <a:fillRect/>
          </a:stretch>
        </p:blipFill>
        <p:spPr>
          <a:xfrm>
            <a:off x="5126038" y="4687888"/>
            <a:ext cx="360362" cy="558800"/>
          </a:xfrm>
          <a:prstGeom prst="rect">
            <a:avLst/>
          </a:prstGeom>
          <a:noFill/>
          <a:ln>
            <a:noFill/>
            <a:miter lim="800000"/>
          </a:ln>
        </p:spPr>
      </p:pic>
      <p:pic>
        <p:nvPicPr>
          <p:cNvPr id="56410" name="Picture 71" descr="person.gif" title=""/>
          <p:cNvPicPr>
            <a:picLocks noChangeAspect="1"/>
          </p:cNvPicPr>
          <p:nvPr/>
        </p:nvPicPr>
        <p:blipFill>
          <a:blip r:embed="rId3"/>
          <a:stretch>
            <a:fillRect/>
          </a:stretch>
        </p:blipFill>
        <p:spPr>
          <a:xfrm>
            <a:off x="5278438" y="4687888"/>
            <a:ext cx="360362" cy="558800"/>
          </a:xfrm>
          <a:prstGeom prst="rect">
            <a:avLst/>
          </a:prstGeom>
          <a:noFill/>
          <a:ln>
            <a:noFill/>
            <a:miter lim="800000"/>
          </a:ln>
        </p:spPr>
      </p:pic>
      <p:pic>
        <p:nvPicPr>
          <p:cNvPr id="56411" name="Picture 72" descr="person.gif" title=""/>
          <p:cNvPicPr>
            <a:picLocks noChangeAspect="1"/>
          </p:cNvPicPr>
          <p:nvPr/>
        </p:nvPicPr>
        <p:blipFill>
          <a:blip r:embed="rId3"/>
          <a:stretch>
            <a:fillRect/>
          </a:stretch>
        </p:blipFill>
        <p:spPr>
          <a:xfrm>
            <a:off x="5507038" y="4687888"/>
            <a:ext cx="360362" cy="558800"/>
          </a:xfrm>
          <a:prstGeom prst="rect">
            <a:avLst/>
          </a:prstGeom>
          <a:noFill/>
          <a:ln>
            <a:noFill/>
            <a:miter lim="800000"/>
          </a:ln>
        </p:spPr>
      </p:pic>
      <p:pic>
        <p:nvPicPr>
          <p:cNvPr id="56412" name="Picture 73" descr="person.gif" title=""/>
          <p:cNvPicPr>
            <a:picLocks noChangeAspect="1"/>
          </p:cNvPicPr>
          <p:nvPr/>
        </p:nvPicPr>
        <p:blipFill>
          <a:blip r:embed="rId3"/>
          <a:stretch>
            <a:fillRect/>
          </a:stretch>
        </p:blipFill>
        <p:spPr>
          <a:xfrm>
            <a:off x="5811838" y="4687888"/>
            <a:ext cx="360362" cy="558800"/>
          </a:xfrm>
          <a:prstGeom prst="rect">
            <a:avLst/>
          </a:prstGeom>
          <a:noFill/>
          <a:ln>
            <a:noFill/>
            <a:miter lim="800000"/>
          </a:ln>
        </p:spPr>
      </p:pic>
      <p:pic>
        <p:nvPicPr>
          <p:cNvPr id="56413" name="Picture 74" descr="person.gif" title=""/>
          <p:cNvPicPr>
            <a:picLocks noChangeAspect="1"/>
          </p:cNvPicPr>
          <p:nvPr/>
        </p:nvPicPr>
        <p:blipFill>
          <a:blip r:embed="rId3"/>
          <a:stretch>
            <a:fillRect/>
          </a:stretch>
        </p:blipFill>
        <p:spPr>
          <a:xfrm>
            <a:off x="5659438" y="4687888"/>
            <a:ext cx="360362" cy="558800"/>
          </a:xfrm>
          <a:prstGeom prst="rect">
            <a:avLst/>
          </a:prstGeom>
          <a:noFill/>
          <a:ln>
            <a:noFill/>
            <a:miter lim="800000"/>
          </a:ln>
        </p:spPr>
      </p:pic>
      <p:pic>
        <p:nvPicPr>
          <p:cNvPr id="56414" name="Picture 75" descr="person.gif" title=""/>
          <p:cNvPicPr>
            <a:picLocks noChangeAspect="1"/>
          </p:cNvPicPr>
          <p:nvPr/>
        </p:nvPicPr>
        <p:blipFill>
          <a:blip r:embed="rId3"/>
          <a:stretch>
            <a:fillRect/>
          </a:stretch>
        </p:blipFill>
        <p:spPr>
          <a:xfrm>
            <a:off x="6040438" y="4687888"/>
            <a:ext cx="360362" cy="558800"/>
          </a:xfrm>
          <a:prstGeom prst="rect">
            <a:avLst/>
          </a:prstGeom>
          <a:noFill/>
          <a:ln>
            <a:noFill/>
            <a:miter lim="800000"/>
          </a:ln>
        </p:spPr>
      </p:pic>
      <p:pic>
        <p:nvPicPr>
          <p:cNvPr id="56415" name="Picture 76" descr="person.gif" title=""/>
          <p:cNvPicPr>
            <a:picLocks noChangeAspect="1"/>
          </p:cNvPicPr>
          <p:nvPr/>
        </p:nvPicPr>
        <p:blipFill>
          <a:blip r:embed="rId3"/>
          <a:stretch>
            <a:fillRect/>
          </a:stretch>
        </p:blipFill>
        <p:spPr>
          <a:xfrm>
            <a:off x="6192838" y="4687888"/>
            <a:ext cx="360362" cy="558800"/>
          </a:xfrm>
          <a:prstGeom prst="rect">
            <a:avLst/>
          </a:prstGeom>
          <a:noFill/>
          <a:ln>
            <a:noFill/>
            <a:miter lim="800000"/>
          </a:ln>
        </p:spPr>
      </p:pic>
      <p:pic>
        <p:nvPicPr>
          <p:cNvPr id="56416" name="Picture 77" descr="person.gif" title=""/>
          <p:cNvPicPr>
            <a:picLocks noChangeAspect="1"/>
          </p:cNvPicPr>
          <p:nvPr/>
        </p:nvPicPr>
        <p:blipFill>
          <a:blip r:embed="rId3"/>
          <a:stretch>
            <a:fillRect/>
          </a:stretch>
        </p:blipFill>
        <p:spPr>
          <a:xfrm>
            <a:off x="6269038" y="4687888"/>
            <a:ext cx="360362" cy="558800"/>
          </a:xfrm>
          <a:prstGeom prst="rect">
            <a:avLst/>
          </a:prstGeom>
          <a:noFill/>
          <a:ln>
            <a:noFill/>
            <a:miter lim="800000"/>
          </a:ln>
        </p:spPr>
      </p:pic>
      <p:pic>
        <p:nvPicPr>
          <p:cNvPr id="56417" name="Picture 88" descr="person.gif" title=""/>
          <p:cNvPicPr>
            <a:picLocks noChangeAspect="1"/>
          </p:cNvPicPr>
          <p:nvPr/>
        </p:nvPicPr>
        <p:blipFill>
          <a:blip r:embed="rId3"/>
          <a:stretch>
            <a:fillRect/>
          </a:stretch>
        </p:blipFill>
        <p:spPr>
          <a:xfrm>
            <a:off x="6705600" y="2960688"/>
            <a:ext cx="360363" cy="558800"/>
          </a:xfrm>
          <a:prstGeom prst="rect">
            <a:avLst/>
          </a:prstGeom>
          <a:noFill/>
          <a:ln>
            <a:noFill/>
            <a:miter lim="800000"/>
          </a:ln>
        </p:spPr>
      </p:pic>
      <p:pic>
        <p:nvPicPr>
          <p:cNvPr id="56418" name="Picture 89" descr="person.gif" title=""/>
          <p:cNvPicPr>
            <a:picLocks noChangeAspect="1"/>
          </p:cNvPicPr>
          <p:nvPr/>
        </p:nvPicPr>
        <p:blipFill>
          <a:blip r:embed="rId3"/>
          <a:stretch>
            <a:fillRect/>
          </a:stretch>
        </p:blipFill>
        <p:spPr>
          <a:xfrm>
            <a:off x="6934200" y="2960688"/>
            <a:ext cx="360363" cy="558800"/>
          </a:xfrm>
          <a:prstGeom prst="rect">
            <a:avLst/>
          </a:prstGeom>
          <a:noFill/>
          <a:ln>
            <a:noFill/>
            <a:miter lim="800000"/>
          </a:ln>
        </p:spPr>
      </p:pic>
      <p:pic>
        <p:nvPicPr>
          <p:cNvPr id="56419" name="Picture 90" descr="person.gif" title=""/>
          <p:cNvPicPr>
            <a:picLocks noChangeAspect="1"/>
          </p:cNvPicPr>
          <p:nvPr/>
        </p:nvPicPr>
        <p:blipFill>
          <a:blip r:embed="rId3"/>
          <a:stretch>
            <a:fillRect/>
          </a:stretch>
        </p:blipFill>
        <p:spPr>
          <a:xfrm>
            <a:off x="7162800" y="2960688"/>
            <a:ext cx="360363" cy="558800"/>
          </a:xfrm>
          <a:prstGeom prst="rect">
            <a:avLst/>
          </a:prstGeom>
          <a:noFill/>
          <a:ln>
            <a:noFill/>
            <a:miter lim="800000"/>
          </a:ln>
        </p:spPr>
      </p:pic>
      <p:pic>
        <p:nvPicPr>
          <p:cNvPr id="56420" name="Picture 91" descr="person.gif" title=""/>
          <p:cNvPicPr>
            <a:picLocks noChangeAspect="1"/>
          </p:cNvPicPr>
          <p:nvPr/>
        </p:nvPicPr>
        <p:blipFill>
          <a:blip r:embed="rId3"/>
          <a:stretch>
            <a:fillRect/>
          </a:stretch>
        </p:blipFill>
        <p:spPr>
          <a:xfrm>
            <a:off x="7315200" y="2960688"/>
            <a:ext cx="360363" cy="558800"/>
          </a:xfrm>
          <a:prstGeom prst="rect">
            <a:avLst/>
          </a:prstGeom>
          <a:noFill/>
          <a:ln>
            <a:noFill/>
            <a:miter lim="800000"/>
          </a:ln>
        </p:spPr>
      </p:pic>
      <p:pic>
        <p:nvPicPr>
          <p:cNvPr id="56421" name="Picture 92" descr="person.gif" title=""/>
          <p:cNvPicPr>
            <a:picLocks noChangeAspect="1"/>
          </p:cNvPicPr>
          <p:nvPr/>
        </p:nvPicPr>
        <p:blipFill>
          <a:blip r:embed="rId3"/>
          <a:stretch>
            <a:fillRect/>
          </a:stretch>
        </p:blipFill>
        <p:spPr>
          <a:xfrm>
            <a:off x="7543800" y="2960688"/>
            <a:ext cx="360363" cy="558800"/>
          </a:xfrm>
          <a:prstGeom prst="rect">
            <a:avLst/>
          </a:prstGeom>
          <a:noFill/>
          <a:ln>
            <a:noFill/>
            <a:miter lim="800000"/>
          </a:ln>
        </p:spPr>
      </p:pic>
      <p:pic>
        <p:nvPicPr>
          <p:cNvPr id="56422" name="Picture 93" descr="person.gif" title=""/>
          <p:cNvPicPr>
            <a:picLocks noChangeAspect="1"/>
          </p:cNvPicPr>
          <p:nvPr/>
        </p:nvPicPr>
        <p:blipFill>
          <a:blip r:embed="rId3"/>
          <a:stretch>
            <a:fillRect/>
          </a:stretch>
        </p:blipFill>
        <p:spPr>
          <a:xfrm>
            <a:off x="7848600" y="2960688"/>
            <a:ext cx="360363" cy="558800"/>
          </a:xfrm>
          <a:prstGeom prst="rect">
            <a:avLst/>
          </a:prstGeom>
          <a:noFill/>
          <a:ln>
            <a:noFill/>
            <a:miter lim="800000"/>
          </a:ln>
        </p:spPr>
      </p:pic>
      <p:pic>
        <p:nvPicPr>
          <p:cNvPr id="56423" name="Picture 94" descr="person.gif" title=""/>
          <p:cNvPicPr>
            <a:picLocks noChangeAspect="1"/>
          </p:cNvPicPr>
          <p:nvPr/>
        </p:nvPicPr>
        <p:blipFill>
          <a:blip r:embed="rId3"/>
          <a:stretch>
            <a:fillRect/>
          </a:stretch>
        </p:blipFill>
        <p:spPr>
          <a:xfrm>
            <a:off x="7696200" y="2960688"/>
            <a:ext cx="360363" cy="558800"/>
          </a:xfrm>
          <a:prstGeom prst="rect">
            <a:avLst/>
          </a:prstGeom>
          <a:noFill/>
          <a:ln>
            <a:noFill/>
            <a:miter lim="800000"/>
          </a:ln>
        </p:spPr>
      </p:pic>
      <p:pic>
        <p:nvPicPr>
          <p:cNvPr id="56424" name="Picture 95" descr="person.gif" title=""/>
          <p:cNvPicPr>
            <a:picLocks noChangeAspect="1"/>
          </p:cNvPicPr>
          <p:nvPr/>
        </p:nvPicPr>
        <p:blipFill>
          <a:blip r:embed="rId3"/>
          <a:stretch>
            <a:fillRect/>
          </a:stretch>
        </p:blipFill>
        <p:spPr>
          <a:xfrm>
            <a:off x="8077200" y="2960688"/>
            <a:ext cx="360363" cy="558800"/>
          </a:xfrm>
          <a:prstGeom prst="rect">
            <a:avLst/>
          </a:prstGeom>
          <a:noFill/>
          <a:ln>
            <a:noFill/>
            <a:miter lim="800000"/>
          </a:ln>
        </p:spPr>
      </p:pic>
      <p:pic>
        <p:nvPicPr>
          <p:cNvPr id="56425" name="Picture 96" descr="person.gif" title=""/>
          <p:cNvPicPr>
            <a:picLocks noChangeAspect="1"/>
          </p:cNvPicPr>
          <p:nvPr/>
        </p:nvPicPr>
        <p:blipFill>
          <a:blip r:embed="rId3"/>
          <a:stretch>
            <a:fillRect/>
          </a:stretch>
        </p:blipFill>
        <p:spPr>
          <a:xfrm>
            <a:off x="8229600" y="2960688"/>
            <a:ext cx="360363" cy="558800"/>
          </a:xfrm>
          <a:prstGeom prst="rect">
            <a:avLst/>
          </a:prstGeom>
          <a:noFill/>
          <a:ln>
            <a:noFill/>
            <a:miter lim="800000"/>
          </a:ln>
        </p:spPr>
      </p:pic>
      <p:pic>
        <p:nvPicPr>
          <p:cNvPr id="56426" name="Picture 97" descr="person.gif" title=""/>
          <p:cNvPicPr>
            <a:picLocks noChangeAspect="1"/>
          </p:cNvPicPr>
          <p:nvPr/>
        </p:nvPicPr>
        <p:blipFill>
          <a:blip r:embed="rId3"/>
          <a:stretch>
            <a:fillRect/>
          </a:stretch>
        </p:blipFill>
        <p:spPr>
          <a:xfrm>
            <a:off x="8305800" y="2960688"/>
            <a:ext cx="360363" cy="558800"/>
          </a:xfrm>
          <a:prstGeom prst="rect">
            <a:avLst/>
          </a:prstGeom>
          <a:noFill/>
          <a:ln>
            <a:noFill/>
            <a:miter lim="800000"/>
          </a:ln>
        </p:spPr>
      </p:pic>
      <p:pic>
        <p:nvPicPr>
          <p:cNvPr id="56427" name="Picture 98" descr="person.gif" title=""/>
          <p:cNvPicPr>
            <a:picLocks noChangeAspect="1"/>
          </p:cNvPicPr>
          <p:nvPr/>
        </p:nvPicPr>
        <p:blipFill>
          <a:blip r:embed="rId3"/>
          <a:stretch>
            <a:fillRect/>
          </a:stretch>
        </p:blipFill>
        <p:spPr>
          <a:xfrm>
            <a:off x="6705600" y="3773488"/>
            <a:ext cx="360363" cy="558800"/>
          </a:xfrm>
          <a:prstGeom prst="rect">
            <a:avLst/>
          </a:prstGeom>
          <a:noFill/>
          <a:ln>
            <a:noFill/>
            <a:miter lim="800000"/>
          </a:ln>
        </p:spPr>
      </p:pic>
      <p:pic>
        <p:nvPicPr>
          <p:cNvPr id="56428" name="Picture 99" descr="person.gif" title=""/>
          <p:cNvPicPr>
            <a:picLocks noChangeAspect="1"/>
          </p:cNvPicPr>
          <p:nvPr/>
        </p:nvPicPr>
        <p:blipFill>
          <a:blip r:embed="rId3"/>
          <a:stretch>
            <a:fillRect/>
          </a:stretch>
        </p:blipFill>
        <p:spPr>
          <a:xfrm>
            <a:off x="6934200" y="3773488"/>
            <a:ext cx="360363" cy="558800"/>
          </a:xfrm>
          <a:prstGeom prst="rect">
            <a:avLst/>
          </a:prstGeom>
          <a:noFill/>
          <a:ln>
            <a:noFill/>
            <a:miter lim="800000"/>
          </a:ln>
        </p:spPr>
      </p:pic>
      <p:pic>
        <p:nvPicPr>
          <p:cNvPr id="56429" name="Picture 100" descr="person.gif" title=""/>
          <p:cNvPicPr>
            <a:picLocks noChangeAspect="1"/>
          </p:cNvPicPr>
          <p:nvPr/>
        </p:nvPicPr>
        <p:blipFill>
          <a:blip r:embed="rId3"/>
          <a:stretch>
            <a:fillRect/>
          </a:stretch>
        </p:blipFill>
        <p:spPr>
          <a:xfrm>
            <a:off x="7162800" y="3773488"/>
            <a:ext cx="360363" cy="558800"/>
          </a:xfrm>
          <a:prstGeom prst="rect">
            <a:avLst/>
          </a:prstGeom>
          <a:noFill/>
          <a:ln>
            <a:noFill/>
            <a:miter lim="800000"/>
          </a:ln>
        </p:spPr>
      </p:pic>
      <p:pic>
        <p:nvPicPr>
          <p:cNvPr id="56430" name="Picture 101" descr="person.gif" title=""/>
          <p:cNvPicPr>
            <a:picLocks noChangeAspect="1"/>
          </p:cNvPicPr>
          <p:nvPr/>
        </p:nvPicPr>
        <p:blipFill>
          <a:blip r:embed="rId3"/>
          <a:stretch>
            <a:fillRect/>
          </a:stretch>
        </p:blipFill>
        <p:spPr>
          <a:xfrm>
            <a:off x="7315200" y="3773488"/>
            <a:ext cx="360363" cy="558800"/>
          </a:xfrm>
          <a:prstGeom prst="rect">
            <a:avLst/>
          </a:prstGeom>
          <a:noFill/>
          <a:ln>
            <a:noFill/>
            <a:miter lim="800000"/>
          </a:ln>
        </p:spPr>
      </p:pic>
      <p:pic>
        <p:nvPicPr>
          <p:cNvPr id="56431" name="Picture 102" descr="person.gif" title=""/>
          <p:cNvPicPr>
            <a:picLocks noChangeAspect="1"/>
          </p:cNvPicPr>
          <p:nvPr/>
        </p:nvPicPr>
        <p:blipFill>
          <a:blip r:embed="rId3"/>
          <a:stretch>
            <a:fillRect/>
          </a:stretch>
        </p:blipFill>
        <p:spPr>
          <a:xfrm>
            <a:off x="7543800" y="3773488"/>
            <a:ext cx="360363" cy="558800"/>
          </a:xfrm>
          <a:prstGeom prst="rect">
            <a:avLst/>
          </a:prstGeom>
          <a:noFill/>
          <a:ln>
            <a:noFill/>
            <a:miter lim="800000"/>
          </a:ln>
        </p:spPr>
      </p:pic>
      <p:pic>
        <p:nvPicPr>
          <p:cNvPr id="56432" name="Picture 103" descr="person.gif" title=""/>
          <p:cNvPicPr>
            <a:picLocks noChangeAspect="1"/>
          </p:cNvPicPr>
          <p:nvPr/>
        </p:nvPicPr>
        <p:blipFill>
          <a:blip r:embed="rId3"/>
          <a:stretch>
            <a:fillRect/>
          </a:stretch>
        </p:blipFill>
        <p:spPr>
          <a:xfrm>
            <a:off x="7848600" y="3773488"/>
            <a:ext cx="360363" cy="558800"/>
          </a:xfrm>
          <a:prstGeom prst="rect">
            <a:avLst/>
          </a:prstGeom>
          <a:noFill/>
          <a:ln>
            <a:noFill/>
            <a:miter lim="800000"/>
          </a:ln>
        </p:spPr>
      </p:pic>
      <p:pic>
        <p:nvPicPr>
          <p:cNvPr id="56433" name="Picture 104" descr="person.gif" title=""/>
          <p:cNvPicPr>
            <a:picLocks noChangeAspect="1"/>
          </p:cNvPicPr>
          <p:nvPr/>
        </p:nvPicPr>
        <p:blipFill>
          <a:blip r:embed="rId3"/>
          <a:stretch>
            <a:fillRect/>
          </a:stretch>
        </p:blipFill>
        <p:spPr>
          <a:xfrm>
            <a:off x="7696200" y="3773488"/>
            <a:ext cx="360363" cy="558800"/>
          </a:xfrm>
          <a:prstGeom prst="rect">
            <a:avLst/>
          </a:prstGeom>
          <a:noFill/>
          <a:ln>
            <a:noFill/>
            <a:miter lim="800000"/>
          </a:ln>
        </p:spPr>
      </p:pic>
      <p:pic>
        <p:nvPicPr>
          <p:cNvPr id="56434" name="Picture 105" descr="person.gif" title=""/>
          <p:cNvPicPr>
            <a:picLocks noChangeAspect="1"/>
          </p:cNvPicPr>
          <p:nvPr/>
        </p:nvPicPr>
        <p:blipFill>
          <a:blip r:embed="rId3"/>
          <a:stretch>
            <a:fillRect/>
          </a:stretch>
        </p:blipFill>
        <p:spPr>
          <a:xfrm>
            <a:off x="8077200" y="3773488"/>
            <a:ext cx="360363" cy="558800"/>
          </a:xfrm>
          <a:prstGeom prst="rect">
            <a:avLst/>
          </a:prstGeom>
          <a:noFill/>
          <a:ln>
            <a:noFill/>
            <a:miter lim="800000"/>
          </a:ln>
        </p:spPr>
      </p:pic>
      <p:pic>
        <p:nvPicPr>
          <p:cNvPr id="56435" name="Picture 106" descr="person.gif" title=""/>
          <p:cNvPicPr>
            <a:picLocks noChangeAspect="1"/>
          </p:cNvPicPr>
          <p:nvPr/>
        </p:nvPicPr>
        <p:blipFill>
          <a:blip r:embed="rId3"/>
          <a:stretch>
            <a:fillRect/>
          </a:stretch>
        </p:blipFill>
        <p:spPr>
          <a:xfrm>
            <a:off x="8229600" y="3773488"/>
            <a:ext cx="360363" cy="558800"/>
          </a:xfrm>
          <a:prstGeom prst="rect">
            <a:avLst/>
          </a:prstGeom>
          <a:noFill/>
          <a:ln>
            <a:noFill/>
            <a:miter lim="800000"/>
          </a:ln>
        </p:spPr>
      </p:pic>
      <p:pic>
        <p:nvPicPr>
          <p:cNvPr id="56436" name="Picture 107" descr="person.gif" title=""/>
          <p:cNvPicPr>
            <a:picLocks noChangeAspect="1"/>
          </p:cNvPicPr>
          <p:nvPr/>
        </p:nvPicPr>
        <p:blipFill>
          <a:blip r:embed="rId3"/>
          <a:stretch>
            <a:fillRect/>
          </a:stretch>
        </p:blipFill>
        <p:spPr>
          <a:xfrm>
            <a:off x="8305800" y="3773488"/>
            <a:ext cx="360363" cy="558800"/>
          </a:xfrm>
          <a:prstGeom prst="rect">
            <a:avLst/>
          </a:prstGeom>
          <a:noFill/>
          <a:ln>
            <a:noFill/>
            <a:miter lim="800000"/>
          </a:ln>
        </p:spPr>
      </p:pic>
      <p:pic>
        <p:nvPicPr>
          <p:cNvPr id="56437" name="Picture 108" descr="person.gif" title=""/>
          <p:cNvPicPr>
            <a:picLocks noChangeAspect="1"/>
          </p:cNvPicPr>
          <p:nvPr/>
        </p:nvPicPr>
        <p:blipFill>
          <a:blip r:embed="rId3"/>
          <a:stretch>
            <a:fillRect/>
          </a:stretch>
        </p:blipFill>
        <p:spPr>
          <a:xfrm>
            <a:off x="6705600" y="4687888"/>
            <a:ext cx="360363" cy="558800"/>
          </a:xfrm>
          <a:prstGeom prst="rect">
            <a:avLst/>
          </a:prstGeom>
          <a:noFill/>
          <a:ln>
            <a:noFill/>
            <a:miter lim="800000"/>
          </a:ln>
        </p:spPr>
      </p:pic>
      <p:pic>
        <p:nvPicPr>
          <p:cNvPr id="56438" name="Picture 109" descr="person.gif" title=""/>
          <p:cNvPicPr>
            <a:picLocks noChangeAspect="1"/>
          </p:cNvPicPr>
          <p:nvPr/>
        </p:nvPicPr>
        <p:blipFill>
          <a:blip r:embed="rId3"/>
          <a:stretch>
            <a:fillRect/>
          </a:stretch>
        </p:blipFill>
        <p:spPr>
          <a:xfrm>
            <a:off x="6934200" y="4687888"/>
            <a:ext cx="360363" cy="558800"/>
          </a:xfrm>
          <a:prstGeom prst="rect">
            <a:avLst/>
          </a:prstGeom>
          <a:noFill/>
          <a:ln>
            <a:noFill/>
            <a:miter lim="800000"/>
          </a:ln>
        </p:spPr>
      </p:pic>
      <p:pic>
        <p:nvPicPr>
          <p:cNvPr id="56439" name="Picture 110" descr="person.gif" title=""/>
          <p:cNvPicPr>
            <a:picLocks noChangeAspect="1"/>
          </p:cNvPicPr>
          <p:nvPr/>
        </p:nvPicPr>
        <p:blipFill>
          <a:blip r:embed="rId3"/>
          <a:stretch>
            <a:fillRect/>
          </a:stretch>
        </p:blipFill>
        <p:spPr>
          <a:xfrm>
            <a:off x="7162800" y="4687888"/>
            <a:ext cx="360363" cy="558800"/>
          </a:xfrm>
          <a:prstGeom prst="rect">
            <a:avLst/>
          </a:prstGeom>
          <a:noFill/>
          <a:ln>
            <a:noFill/>
            <a:miter lim="800000"/>
          </a:ln>
        </p:spPr>
      </p:pic>
      <p:pic>
        <p:nvPicPr>
          <p:cNvPr id="56440" name="Picture 111" descr="person.gif" title=""/>
          <p:cNvPicPr>
            <a:picLocks noChangeAspect="1"/>
          </p:cNvPicPr>
          <p:nvPr/>
        </p:nvPicPr>
        <p:blipFill>
          <a:blip r:embed="rId3"/>
          <a:stretch>
            <a:fillRect/>
          </a:stretch>
        </p:blipFill>
        <p:spPr>
          <a:xfrm>
            <a:off x="7315200" y="4687888"/>
            <a:ext cx="360363" cy="558800"/>
          </a:xfrm>
          <a:prstGeom prst="rect">
            <a:avLst/>
          </a:prstGeom>
          <a:noFill/>
          <a:ln>
            <a:noFill/>
            <a:miter lim="800000"/>
          </a:ln>
        </p:spPr>
      </p:pic>
      <p:pic>
        <p:nvPicPr>
          <p:cNvPr id="56441" name="Picture 112" descr="person.gif" title=""/>
          <p:cNvPicPr>
            <a:picLocks noChangeAspect="1"/>
          </p:cNvPicPr>
          <p:nvPr/>
        </p:nvPicPr>
        <p:blipFill>
          <a:blip r:embed="rId3"/>
          <a:stretch>
            <a:fillRect/>
          </a:stretch>
        </p:blipFill>
        <p:spPr>
          <a:xfrm>
            <a:off x="7543800" y="4687888"/>
            <a:ext cx="360363" cy="558800"/>
          </a:xfrm>
          <a:prstGeom prst="rect">
            <a:avLst/>
          </a:prstGeom>
          <a:noFill/>
          <a:ln>
            <a:noFill/>
            <a:miter lim="800000"/>
          </a:ln>
        </p:spPr>
      </p:pic>
      <p:pic>
        <p:nvPicPr>
          <p:cNvPr id="56442" name="Picture 113" descr="person.gif" title=""/>
          <p:cNvPicPr>
            <a:picLocks noChangeAspect="1"/>
          </p:cNvPicPr>
          <p:nvPr/>
        </p:nvPicPr>
        <p:blipFill>
          <a:blip r:embed="rId3"/>
          <a:stretch>
            <a:fillRect/>
          </a:stretch>
        </p:blipFill>
        <p:spPr>
          <a:xfrm>
            <a:off x="7848600" y="4687888"/>
            <a:ext cx="360363" cy="558800"/>
          </a:xfrm>
          <a:prstGeom prst="rect">
            <a:avLst/>
          </a:prstGeom>
          <a:noFill/>
          <a:ln>
            <a:noFill/>
            <a:miter lim="800000"/>
          </a:ln>
        </p:spPr>
      </p:pic>
      <p:pic>
        <p:nvPicPr>
          <p:cNvPr id="56443" name="Picture 114" descr="person.gif" title=""/>
          <p:cNvPicPr>
            <a:picLocks noChangeAspect="1"/>
          </p:cNvPicPr>
          <p:nvPr/>
        </p:nvPicPr>
        <p:blipFill>
          <a:blip r:embed="rId3"/>
          <a:stretch>
            <a:fillRect/>
          </a:stretch>
        </p:blipFill>
        <p:spPr>
          <a:xfrm>
            <a:off x="7696200" y="4687888"/>
            <a:ext cx="360363" cy="558800"/>
          </a:xfrm>
          <a:prstGeom prst="rect">
            <a:avLst/>
          </a:prstGeom>
          <a:noFill/>
          <a:ln>
            <a:noFill/>
            <a:miter lim="800000"/>
          </a:ln>
        </p:spPr>
      </p:pic>
      <p:pic>
        <p:nvPicPr>
          <p:cNvPr id="56444" name="Picture 115" descr="person.gif" title=""/>
          <p:cNvPicPr>
            <a:picLocks noChangeAspect="1"/>
          </p:cNvPicPr>
          <p:nvPr/>
        </p:nvPicPr>
        <p:blipFill>
          <a:blip r:embed="rId3"/>
          <a:stretch>
            <a:fillRect/>
          </a:stretch>
        </p:blipFill>
        <p:spPr>
          <a:xfrm>
            <a:off x="8077200" y="4687888"/>
            <a:ext cx="360363" cy="558800"/>
          </a:xfrm>
          <a:prstGeom prst="rect">
            <a:avLst/>
          </a:prstGeom>
          <a:noFill/>
          <a:ln>
            <a:noFill/>
            <a:miter lim="800000"/>
          </a:ln>
        </p:spPr>
      </p:pic>
      <p:pic>
        <p:nvPicPr>
          <p:cNvPr id="56445" name="Picture 116" descr="person.gif" title=""/>
          <p:cNvPicPr>
            <a:picLocks noChangeAspect="1"/>
          </p:cNvPicPr>
          <p:nvPr/>
        </p:nvPicPr>
        <p:blipFill>
          <a:blip r:embed="rId3"/>
          <a:stretch>
            <a:fillRect/>
          </a:stretch>
        </p:blipFill>
        <p:spPr>
          <a:xfrm>
            <a:off x="8229600" y="4687888"/>
            <a:ext cx="360363" cy="558800"/>
          </a:xfrm>
          <a:prstGeom prst="rect">
            <a:avLst/>
          </a:prstGeom>
          <a:noFill/>
          <a:ln>
            <a:noFill/>
            <a:miter lim="800000"/>
          </a:ln>
        </p:spPr>
      </p:pic>
      <p:pic>
        <p:nvPicPr>
          <p:cNvPr id="56446" name="Picture 117" descr="person.gif" title=""/>
          <p:cNvPicPr>
            <a:picLocks noChangeAspect="1"/>
          </p:cNvPicPr>
          <p:nvPr/>
        </p:nvPicPr>
        <p:blipFill>
          <a:blip r:embed="rId3"/>
          <a:stretch>
            <a:fillRect/>
          </a:stretch>
        </p:blipFill>
        <p:spPr>
          <a:xfrm>
            <a:off x="8305800" y="4687888"/>
            <a:ext cx="360363" cy="558800"/>
          </a:xfrm>
          <a:prstGeom prst="rect">
            <a:avLst/>
          </a:prstGeom>
          <a:noFill/>
          <a:ln>
            <a:noFill/>
            <a:miter lim="800000"/>
          </a:ln>
        </p:spPr>
      </p:pic>
      <p:pic>
        <p:nvPicPr>
          <p:cNvPr id="56447" name="Picture 128" descr="person.gif" title=""/>
          <p:cNvPicPr>
            <a:picLocks noChangeAspect="1"/>
          </p:cNvPicPr>
          <p:nvPr/>
        </p:nvPicPr>
        <p:blipFill>
          <a:blip r:embed="rId3"/>
          <a:stretch>
            <a:fillRect/>
          </a:stretch>
        </p:blipFill>
        <p:spPr>
          <a:xfrm>
            <a:off x="6726238" y="5562600"/>
            <a:ext cx="360362" cy="558800"/>
          </a:xfrm>
          <a:prstGeom prst="rect">
            <a:avLst/>
          </a:prstGeom>
          <a:noFill/>
          <a:ln>
            <a:noFill/>
            <a:miter lim="800000"/>
          </a:ln>
        </p:spPr>
      </p:pic>
      <p:pic>
        <p:nvPicPr>
          <p:cNvPr id="56448" name="Picture 129" descr="person.gif" title=""/>
          <p:cNvPicPr>
            <a:picLocks noChangeAspect="1"/>
          </p:cNvPicPr>
          <p:nvPr/>
        </p:nvPicPr>
        <p:blipFill>
          <a:blip r:embed="rId3"/>
          <a:stretch>
            <a:fillRect/>
          </a:stretch>
        </p:blipFill>
        <p:spPr>
          <a:xfrm>
            <a:off x="6954838" y="5562600"/>
            <a:ext cx="360362" cy="558800"/>
          </a:xfrm>
          <a:prstGeom prst="rect">
            <a:avLst/>
          </a:prstGeom>
          <a:noFill/>
          <a:ln>
            <a:noFill/>
            <a:miter lim="800000"/>
          </a:ln>
        </p:spPr>
      </p:pic>
      <p:pic>
        <p:nvPicPr>
          <p:cNvPr id="56449" name="Picture 130" descr="person.gif" title=""/>
          <p:cNvPicPr>
            <a:picLocks noChangeAspect="1"/>
          </p:cNvPicPr>
          <p:nvPr/>
        </p:nvPicPr>
        <p:blipFill>
          <a:blip r:embed="rId3"/>
          <a:stretch>
            <a:fillRect/>
          </a:stretch>
        </p:blipFill>
        <p:spPr>
          <a:xfrm>
            <a:off x="7183438" y="5562600"/>
            <a:ext cx="360362" cy="558800"/>
          </a:xfrm>
          <a:prstGeom prst="rect">
            <a:avLst/>
          </a:prstGeom>
          <a:noFill/>
          <a:ln>
            <a:noFill/>
            <a:miter lim="800000"/>
          </a:ln>
        </p:spPr>
      </p:pic>
      <p:pic>
        <p:nvPicPr>
          <p:cNvPr id="56450" name="Picture 131" descr="person.gif" title=""/>
          <p:cNvPicPr>
            <a:picLocks noChangeAspect="1"/>
          </p:cNvPicPr>
          <p:nvPr/>
        </p:nvPicPr>
        <p:blipFill>
          <a:blip r:embed="rId3"/>
          <a:stretch>
            <a:fillRect/>
          </a:stretch>
        </p:blipFill>
        <p:spPr>
          <a:xfrm>
            <a:off x="7335838" y="5562600"/>
            <a:ext cx="360362" cy="558800"/>
          </a:xfrm>
          <a:prstGeom prst="rect">
            <a:avLst/>
          </a:prstGeom>
          <a:noFill/>
          <a:ln>
            <a:noFill/>
            <a:miter lim="800000"/>
          </a:ln>
        </p:spPr>
      </p:pic>
      <p:pic>
        <p:nvPicPr>
          <p:cNvPr id="56451" name="Picture 132" descr="person.gif" title=""/>
          <p:cNvPicPr>
            <a:picLocks noChangeAspect="1"/>
          </p:cNvPicPr>
          <p:nvPr/>
        </p:nvPicPr>
        <p:blipFill>
          <a:blip r:embed="rId3"/>
          <a:stretch>
            <a:fillRect/>
          </a:stretch>
        </p:blipFill>
        <p:spPr>
          <a:xfrm>
            <a:off x="7564438" y="5562600"/>
            <a:ext cx="360362" cy="558800"/>
          </a:xfrm>
          <a:prstGeom prst="rect">
            <a:avLst/>
          </a:prstGeom>
          <a:noFill/>
          <a:ln>
            <a:noFill/>
            <a:miter lim="800000"/>
          </a:ln>
        </p:spPr>
      </p:pic>
      <p:pic>
        <p:nvPicPr>
          <p:cNvPr id="56452" name="Picture 133" descr="person.gif" title=""/>
          <p:cNvPicPr>
            <a:picLocks noChangeAspect="1"/>
          </p:cNvPicPr>
          <p:nvPr/>
        </p:nvPicPr>
        <p:blipFill>
          <a:blip r:embed="rId3"/>
          <a:stretch>
            <a:fillRect/>
          </a:stretch>
        </p:blipFill>
        <p:spPr>
          <a:xfrm>
            <a:off x="7869238" y="5562600"/>
            <a:ext cx="360362" cy="558800"/>
          </a:xfrm>
          <a:prstGeom prst="rect">
            <a:avLst/>
          </a:prstGeom>
          <a:noFill/>
          <a:ln>
            <a:noFill/>
            <a:miter lim="800000"/>
          </a:ln>
        </p:spPr>
      </p:pic>
      <p:pic>
        <p:nvPicPr>
          <p:cNvPr id="56453" name="Picture 134" descr="person.gif" title=""/>
          <p:cNvPicPr>
            <a:picLocks noChangeAspect="1"/>
          </p:cNvPicPr>
          <p:nvPr/>
        </p:nvPicPr>
        <p:blipFill>
          <a:blip r:embed="rId3"/>
          <a:stretch>
            <a:fillRect/>
          </a:stretch>
        </p:blipFill>
        <p:spPr>
          <a:xfrm>
            <a:off x="7716838" y="5562600"/>
            <a:ext cx="360362" cy="558800"/>
          </a:xfrm>
          <a:prstGeom prst="rect">
            <a:avLst/>
          </a:prstGeom>
          <a:noFill/>
          <a:ln>
            <a:noFill/>
            <a:miter lim="800000"/>
          </a:ln>
        </p:spPr>
      </p:pic>
      <p:pic>
        <p:nvPicPr>
          <p:cNvPr id="56454" name="Picture 135" descr="person.gif" title=""/>
          <p:cNvPicPr>
            <a:picLocks noChangeAspect="1"/>
          </p:cNvPicPr>
          <p:nvPr/>
        </p:nvPicPr>
        <p:blipFill>
          <a:blip r:embed="rId3"/>
          <a:stretch>
            <a:fillRect/>
          </a:stretch>
        </p:blipFill>
        <p:spPr>
          <a:xfrm>
            <a:off x="8097838" y="5562600"/>
            <a:ext cx="360362" cy="558800"/>
          </a:xfrm>
          <a:prstGeom prst="rect">
            <a:avLst/>
          </a:prstGeom>
          <a:noFill/>
          <a:ln>
            <a:noFill/>
            <a:miter lim="800000"/>
          </a:ln>
        </p:spPr>
      </p:pic>
      <p:pic>
        <p:nvPicPr>
          <p:cNvPr id="56455" name="Picture 136" descr="person.gif" title=""/>
          <p:cNvPicPr>
            <a:picLocks noChangeAspect="1"/>
          </p:cNvPicPr>
          <p:nvPr/>
        </p:nvPicPr>
        <p:blipFill>
          <a:blip r:embed="rId3"/>
          <a:stretch>
            <a:fillRect/>
          </a:stretch>
        </p:blipFill>
        <p:spPr>
          <a:xfrm>
            <a:off x="8250238" y="5562600"/>
            <a:ext cx="360362" cy="558800"/>
          </a:xfrm>
          <a:prstGeom prst="rect">
            <a:avLst/>
          </a:prstGeom>
          <a:noFill/>
          <a:ln>
            <a:noFill/>
            <a:miter lim="800000"/>
          </a:ln>
        </p:spPr>
      </p:pic>
      <p:pic>
        <p:nvPicPr>
          <p:cNvPr id="56456" name="Picture 137" descr="person.gif" title=""/>
          <p:cNvPicPr>
            <a:picLocks noChangeAspect="1"/>
          </p:cNvPicPr>
          <p:nvPr/>
        </p:nvPicPr>
        <p:blipFill>
          <a:blip r:embed="rId3"/>
          <a:stretch>
            <a:fillRect/>
          </a:stretch>
        </p:blipFill>
        <p:spPr>
          <a:xfrm>
            <a:off x="8326438" y="5562600"/>
            <a:ext cx="360362" cy="558800"/>
          </a:xfrm>
          <a:prstGeom prst="rect">
            <a:avLst/>
          </a:prstGeom>
          <a:noFill/>
          <a:ln>
            <a:noFill/>
            <a:miter lim="800000"/>
          </a:ln>
        </p:spPr>
      </p:pic>
      <p:pic>
        <p:nvPicPr>
          <p:cNvPr id="56457" name="Picture 138" descr="person.gif" title=""/>
          <p:cNvPicPr>
            <a:picLocks noChangeAspect="1"/>
          </p:cNvPicPr>
          <p:nvPr/>
        </p:nvPicPr>
        <p:blipFill>
          <a:blip r:embed="rId3"/>
          <a:stretch>
            <a:fillRect/>
          </a:stretch>
        </p:blipFill>
        <p:spPr>
          <a:xfrm>
            <a:off x="6096000" y="5562600"/>
            <a:ext cx="360363" cy="558800"/>
          </a:xfrm>
          <a:prstGeom prst="rect">
            <a:avLst/>
          </a:prstGeom>
          <a:noFill/>
          <a:ln>
            <a:noFill/>
            <a:miter lim="800000"/>
          </a:ln>
        </p:spPr>
      </p:pic>
      <p:pic>
        <p:nvPicPr>
          <p:cNvPr id="56458" name="Picture 139" descr="person.gif" title=""/>
          <p:cNvPicPr>
            <a:picLocks noChangeAspect="1"/>
          </p:cNvPicPr>
          <p:nvPr/>
        </p:nvPicPr>
        <p:blipFill>
          <a:blip r:embed="rId3"/>
          <a:stretch>
            <a:fillRect/>
          </a:stretch>
        </p:blipFill>
        <p:spPr>
          <a:xfrm>
            <a:off x="6324600" y="5562600"/>
            <a:ext cx="360363" cy="558800"/>
          </a:xfrm>
          <a:prstGeom prst="rect">
            <a:avLst/>
          </a:prstGeom>
          <a:noFill/>
          <a:ln>
            <a:noFill/>
            <a:miter lim="800000"/>
          </a:ln>
        </p:spPr>
      </p:pic>
      <p:pic>
        <p:nvPicPr>
          <p:cNvPr id="56459" name="Picture 140" descr="person.gif" title=""/>
          <p:cNvPicPr>
            <a:picLocks noChangeAspect="1"/>
          </p:cNvPicPr>
          <p:nvPr/>
        </p:nvPicPr>
        <p:blipFill>
          <a:blip r:embed="rId3"/>
          <a:stretch>
            <a:fillRect/>
          </a:stretch>
        </p:blipFill>
        <p:spPr>
          <a:xfrm>
            <a:off x="6553200" y="5562600"/>
            <a:ext cx="360363" cy="558800"/>
          </a:xfrm>
          <a:prstGeom prst="rect">
            <a:avLst/>
          </a:prstGeom>
          <a:noFill/>
          <a:ln>
            <a:noFill/>
            <a:miter lim="800000"/>
          </a:ln>
        </p:spPr>
      </p:pic>
      <p:pic>
        <p:nvPicPr>
          <p:cNvPr id="56460" name="Picture 141" descr="person.gif" title=""/>
          <p:cNvPicPr>
            <a:picLocks noChangeAspect="1"/>
          </p:cNvPicPr>
          <p:nvPr/>
        </p:nvPicPr>
        <p:blipFill>
          <a:blip r:embed="rId3"/>
          <a:stretch>
            <a:fillRect/>
          </a:stretch>
        </p:blipFill>
        <p:spPr>
          <a:xfrm>
            <a:off x="6705600" y="5562600"/>
            <a:ext cx="360363" cy="558800"/>
          </a:xfrm>
          <a:prstGeom prst="rect">
            <a:avLst/>
          </a:prstGeom>
          <a:noFill/>
          <a:ln>
            <a:noFill/>
            <a:miter lim="800000"/>
          </a:ln>
        </p:spPr>
      </p:pic>
      <p:pic>
        <p:nvPicPr>
          <p:cNvPr id="56461" name="Picture 142" descr="person.gif" title=""/>
          <p:cNvPicPr>
            <a:picLocks noChangeAspect="1"/>
          </p:cNvPicPr>
          <p:nvPr/>
        </p:nvPicPr>
        <p:blipFill>
          <a:blip r:embed="rId3"/>
          <a:stretch>
            <a:fillRect/>
          </a:stretch>
        </p:blipFill>
        <p:spPr>
          <a:xfrm>
            <a:off x="6934200" y="5562600"/>
            <a:ext cx="360363" cy="558800"/>
          </a:xfrm>
          <a:prstGeom prst="rect">
            <a:avLst/>
          </a:prstGeom>
          <a:noFill/>
          <a:ln>
            <a:noFill/>
            <a:miter lim="800000"/>
          </a:ln>
        </p:spPr>
      </p:pic>
      <p:pic>
        <p:nvPicPr>
          <p:cNvPr id="56462" name="Picture 143" descr="person.gif" title=""/>
          <p:cNvPicPr>
            <a:picLocks noChangeAspect="1"/>
          </p:cNvPicPr>
          <p:nvPr/>
        </p:nvPicPr>
        <p:blipFill>
          <a:blip r:embed="rId3"/>
          <a:stretch>
            <a:fillRect/>
          </a:stretch>
        </p:blipFill>
        <p:spPr>
          <a:xfrm>
            <a:off x="7239000" y="5562600"/>
            <a:ext cx="360363" cy="558800"/>
          </a:xfrm>
          <a:prstGeom prst="rect">
            <a:avLst/>
          </a:prstGeom>
          <a:noFill/>
          <a:ln>
            <a:noFill/>
            <a:miter lim="800000"/>
          </a:ln>
        </p:spPr>
      </p:pic>
      <p:pic>
        <p:nvPicPr>
          <p:cNvPr id="56463" name="Picture 144" descr="person.gif" title=""/>
          <p:cNvPicPr>
            <a:picLocks noChangeAspect="1"/>
          </p:cNvPicPr>
          <p:nvPr/>
        </p:nvPicPr>
        <p:blipFill>
          <a:blip r:embed="rId3"/>
          <a:stretch>
            <a:fillRect/>
          </a:stretch>
        </p:blipFill>
        <p:spPr>
          <a:xfrm>
            <a:off x="7086600" y="5562600"/>
            <a:ext cx="360363" cy="558800"/>
          </a:xfrm>
          <a:prstGeom prst="rect">
            <a:avLst/>
          </a:prstGeom>
          <a:noFill/>
          <a:ln>
            <a:noFill/>
            <a:miter lim="800000"/>
          </a:ln>
        </p:spPr>
      </p:pic>
      <p:pic>
        <p:nvPicPr>
          <p:cNvPr id="56464" name="Picture 145" descr="person.gif" title=""/>
          <p:cNvPicPr>
            <a:picLocks noChangeAspect="1"/>
          </p:cNvPicPr>
          <p:nvPr/>
        </p:nvPicPr>
        <p:blipFill>
          <a:blip r:embed="rId3"/>
          <a:stretch>
            <a:fillRect/>
          </a:stretch>
        </p:blipFill>
        <p:spPr>
          <a:xfrm>
            <a:off x="7467600" y="5562600"/>
            <a:ext cx="360363" cy="558800"/>
          </a:xfrm>
          <a:prstGeom prst="rect">
            <a:avLst/>
          </a:prstGeom>
          <a:noFill/>
          <a:ln>
            <a:noFill/>
            <a:miter lim="800000"/>
          </a:ln>
        </p:spPr>
      </p:pic>
      <p:pic>
        <p:nvPicPr>
          <p:cNvPr id="56465" name="Picture 146" descr="person.gif" title=""/>
          <p:cNvPicPr>
            <a:picLocks noChangeAspect="1"/>
          </p:cNvPicPr>
          <p:nvPr/>
        </p:nvPicPr>
        <p:blipFill>
          <a:blip r:embed="rId3"/>
          <a:stretch>
            <a:fillRect/>
          </a:stretch>
        </p:blipFill>
        <p:spPr>
          <a:xfrm>
            <a:off x="7620000" y="5562600"/>
            <a:ext cx="360363" cy="558800"/>
          </a:xfrm>
          <a:prstGeom prst="rect">
            <a:avLst/>
          </a:prstGeom>
          <a:noFill/>
          <a:ln>
            <a:noFill/>
            <a:miter lim="800000"/>
          </a:ln>
        </p:spPr>
      </p:pic>
      <p:pic>
        <p:nvPicPr>
          <p:cNvPr id="56466" name="Picture 147" descr="person.gif" title=""/>
          <p:cNvPicPr>
            <a:picLocks noChangeAspect="1"/>
          </p:cNvPicPr>
          <p:nvPr/>
        </p:nvPicPr>
        <p:blipFill>
          <a:blip r:embed="rId3"/>
          <a:stretch>
            <a:fillRect/>
          </a:stretch>
        </p:blipFill>
        <p:spPr>
          <a:xfrm>
            <a:off x="7696200" y="5562600"/>
            <a:ext cx="360363" cy="558800"/>
          </a:xfrm>
          <a:prstGeom prst="rect">
            <a:avLst/>
          </a:prstGeom>
          <a:noFill/>
          <a:ln>
            <a:noFill/>
            <a:miter lim="800000"/>
          </a:ln>
        </p:spPr>
      </p:pic>
      <p:pic>
        <p:nvPicPr>
          <p:cNvPr id="56467" name="Picture 148" descr="person.gif" title=""/>
          <p:cNvPicPr>
            <a:picLocks noChangeAspect="1"/>
          </p:cNvPicPr>
          <p:nvPr/>
        </p:nvPicPr>
        <p:blipFill>
          <a:blip r:embed="rId3"/>
          <a:stretch>
            <a:fillRect/>
          </a:stretch>
        </p:blipFill>
        <p:spPr>
          <a:xfrm>
            <a:off x="5410200" y="5537200"/>
            <a:ext cx="360363" cy="558800"/>
          </a:xfrm>
          <a:prstGeom prst="rect">
            <a:avLst/>
          </a:prstGeom>
          <a:noFill/>
          <a:ln>
            <a:noFill/>
            <a:miter lim="800000"/>
          </a:ln>
        </p:spPr>
      </p:pic>
      <p:pic>
        <p:nvPicPr>
          <p:cNvPr id="56468" name="Picture 149" descr="person.gif" title=""/>
          <p:cNvPicPr>
            <a:picLocks noChangeAspect="1"/>
          </p:cNvPicPr>
          <p:nvPr/>
        </p:nvPicPr>
        <p:blipFill>
          <a:blip r:embed="rId3"/>
          <a:stretch>
            <a:fillRect/>
          </a:stretch>
        </p:blipFill>
        <p:spPr>
          <a:xfrm>
            <a:off x="5638800" y="5537200"/>
            <a:ext cx="360363" cy="558800"/>
          </a:xfrm>
          <a:prstGeom prst="rect">
            <a:avLst/>
          </a:prstGeom>
          <a:noFill/>
          <a:ln>
            <a:noFill/>
            <a:miter lim="800000"/>
          </a:ln>
        </p:spPr>
      </p:pic>
      <p:pic>
        <p:nvPicPr>
          <p:cNvPr id="56469" name="Picture 150" descr="person.gif" title=""/>
          <p:cNvPicPr>
            <a:picLocks noChangeAspect="1"/>
          </p:cNvPicPr>
          <p:nvPr/>
        </p:nvPicPr>
        <p:blipFill>
          <a:blip r:embed="rId3"/>
          <a:stretch>
            <a:fillRect/>
          </a:stretch>
        </p:blipFill>
        <p:spPr>
          <a:xfrm>
            <a:off x="5867400" y="5537200"/>
            <a:ext cx="360363" cy="558800"/>
          </a:xfrm>
          <a:prstGeom prst="rect">
            <a:avLst/>
          </a:prstGeom>
          <a:noFill/>
          <a:ln>
            <a:noFill/>
            <a:miter lim="800000"/>
          </a:ln>
        </p:spPr>
      </p:pic>
      <p:pic>
        <p:nvPicPr>
          <p:cNvPr id="56470" name="Picture 151" descr="person.gif" title=""/>
          <p:cNvPicPr>
            <a:picLocks noChangeAspect="1"/>
          </p:cNvPicPr>
          <p:nvPr/>
        </p:nvPicPr>
        <p:blipFill>
          <a:blip r:embed="rId3"/>
          <a:stretch>
            <a:fillRect/>
          </a:stretch>
        </p:blipFill>
        <p:spPr>
          <a:xfrm>
            <a:off x="6019800" y="5537200"/>
            <a:ext cx="360363" cy="558800"/>
          </a:xfrm>
          <a:prstGeom prst="rect">
            <a:avLst/>
          </a:prstGeom>
          <a:noFill/>
          <a:ln>
            <a:noFill/>
            <a:miter lim="800000"/>
          </a:ln>
        </p:spPr>
      </p:pic>
      <p:pic>
        <p:nvPicPr>
          <p:cNvPr id="56471" name="Picture 152" descr="person.gif" title=""/>
          <p:cNvPicPr>
            <a:picLocks noChangeAspect="1"/>
          </p:cNvPicPr>
          <p:nvPr/>
        </p:nvPicPr>
        <p:blipFill>
          <a:blip r:embed="rId3"/>
          <a:stretch>
            <a:fillRect/>
          </a:stretch>
        </p:blipFill>
        <p:spPr>
          <a:xfrm>
            <a:off x="6248400" y="5537200"/>
            <a:ext cx="360363" cy="558800"/>
          </a:xfrm>
          <a:prstGeom prst="rect">
            <a:avLst/>
          </a:prstGeom>
          <a:noFill/>
          <a:ln>
            <a:noFill/>
            <a:miter lim="800000"/>
          </a:ln>
        </p:spPr>
      </p:pic>
      <p:pic>
        <p:nvPicPr>
          <p:cNvPr id="56472" name="Picture 153" descr="person.gif" title=""/>
          <p:cNvPicPr>
            <a:picLocks noChangeAspect="1"/>
          </p:cNvPicPr>
          <p:nvPr/>
        </p:nvPicPr>
        <p:blipFill>
          <a:blip r:embed="rId3"/>
          <a:stretch>
            <a:fillRect/>
          </a:stretch>
        </p:blipFill>
        <p:spPr>
          <a:xfrm>
            <a:off x="6553200" y="5537200"/>
            <a:ext cx="360363" cy="558800"/>
          </a:xfrm>
          <a:prstGeom prst="rect">
            <a:avLst/>
          </a:prstGeom>
          <a:noFill/>
          <a:ln>
            <a:noFill/>
            <a:miter lim="800000"/>
          </a:ln>
        </p:spPr>
      </p:pic>
      <p:pic>
        <p:nvPicPr>
          <p:cNvPr id="56473" name="Picture 154" descr="person.gif" title=""/>
          <p:cNvPicPr>
            <a:picLocks noChangeAspect="1"/>
          </p:cNvPicPr>
          <p:nvPr/>
        </p:nvPicPr>
        <p:blipFill>
          <a:blip r:embed="rId3"/>
          <a:stretch>
            <a:fillRect/>
          </a:stretch>
        </p:blipFill>
        <p:spPr>
          <a:xfrm>
            <a:off x="6400800" y="5537200"/>
            <a:ext cx="360363" cy="558800"/>
          </a:xfrm>
          <a:prstGeom prst="rect">
            <a:avLst/>
          </a:prstGeom>
          <a:noFill/>
          <a:ln>
            <a:noFill/>
            <a:miter lim="800000"/>
          </a:ln>
        </p:spPr>
      </p:pic>
      <p:pic>
        <p:nvPicPr>
          <p:cNvPr id="56474" name="Picture 155" descr="person.gif" title=""/>
          <p:cNvPicPr>
            <a:picLocks noChangeAspect="1"/>
          </p:cNvPicPr>
          <p:nvPr/>
        </p:nvPicPr>
        <p:blipFill>
          <a:blip r:embed="rId3"/>
          <a:stretch>
            <a:fillRect/>
          </a:stretch>
        </p:blipFill>
        <p:spPr>
          <a:xfrm>
            <a:off x="6781800" y="5537200"/>
            <a:ext cx="360363" cy="558800"/>
          </a:xfrm>
          <a:prstGeom prst="rect">
            <a:avLst/>
          </a:prstGeom>
          <a:noFill/>
          <a:ln>
            <a:noFill/>
            <a:miter lim="800000"/>
          </a:ln>
        </p:spPr>
      </p:pic>
      <p:pic>
        <p:nvPicPr>
          <p:cNvPr id="56475" name="Picture 156" descr="person.gif" title=""/>
          <p:cNvPicPr>
            <a:picLocks noChangeAspect="1"/>
          </p:cNvPicPr>
          <p:nvPr/>
        </p:nvPicPr>
        <p:blipFill>
          <a:blip r:embed="rId3"/>
          <a:stretch>
            <a:fillRect/>
          </a:stretch>
        </p:blipFill>
        <p:spPr>
          <a:xfrm>
            <a:off x="6934200" y="5537200"/>
            <a:ext cx="360363" cy="558800"/>
          </a:xfrm>
          <a:prstGeom prst="rect">
            <a:avLst/>
          </a:prstGeom>
          <a:noFill/>
          <a:ln>
            <a:noFill/>
            <a:miter lim="800000"/>
          </a:ln>
        </p:spPr>
      </p:pic>
      <p:pic>
        <p:nvPicPr>
          <p:cNvPr id="56476" name="Picture 157" descr="person.gif" title=""/>
          <p:cNvPicPr>
            <a:picLocks noChangeAspect="1"/>
          </p:cNvPicPr>
          <p:nvPr/>
        </p:nvPicPr>
        <p:blipFill>
          <a:blip r:embed="rId3"/>
          <a:stretch>
            <a:fillRect/>
          </a:stretch>
        </p:blipFill>
        <p:spPr>
          <a:xfrm>
            <a:off x="7010400" y="5537200"/>
            <a:ext cx="360363" cy="558800"/>
          </a:xfrm>
          <a:prstGeom prst="rect">
            <a:avLst/>
          </a:prstGeom>
          <a:noFill/>
          <a:ln>
            <a:noFill/>
            <a:miter lim="800000"/>
          </a:ln>
        </p:spPr>
      </p:pic>
      <p:pic>
        <p:nvPicPr>
          <p:cNvPr id="56477" name="Picture 158" descr="person.gif" title=""/>
          <p:cNvPicPr>
            <a:picLocks noChangeAspect="1"/>
          </p:cNvPicPr>
          <p:nvPr/>
        </p:nvPicPr>
        <p:blipFill>
          <a:blip r:embed="rId3"/>
          <a:stretch>
            <a:fillRect/>
          </a:stretch>
        </p:blipFill>
        <p:spPr>
          <a:xfrm>
            <a:off x="4267200" y="5613400"/>
            <a:ext cx="360363" cy="558800"/>
          </a:xfrm>
          <a:prstGeom prst="rect">
            <a:avLst/>
          </a:prstGeom>
          <a:noFill/>
          <a:ln>
            <a:noFill/>
            <a:miter lim="800000"/>
          </a:ln>
        </p:spPr>
      </p:pic>
      <p:pic>
        <p:nvPicPr>
          <p:cNvPr id="56478" name="Picture 159" descr="person.gif" title=""/>
          <p:cNvPicPr>
            <a:picLocks noChangeAspect="1"/>
          </p:cNvPicPr>
          <p:nvPr/>
        </p:nvPicPr>
        <p:blipFill>
          <a:blip r:embed="rId3"/>
          <a:stretch>
            <a:fillRect/>
          </a:stretch>
        </p:blipFill>
        <p:spPr>
          <a:xfrm>
            <a:off x="4495800" y="5613400"/>
            <a:ext cx="360363" cy="558800"/>
          </a:xfrm>
          <a:prstGeom prst="rect">
            <a:avLst/>
          </a:prstGeom>
          <a:noFill/>
          <a:ln>
            <a:noFill/>
            <a:miter lim="800000"/>
          </a:ln>
        </p:spPr>
      </p:pic>
      <p:pic>
        <p:nvPicPr>
          <p:cNvPr id="56479" name="Picture 160" descr="person.gif" title=""/>
          <p:cNvPicPr>
            <a:picLocks noChangeAspect="1"/>
          </p:cNvPicPr>
          <p:nvPr/>
        </p:nvPicPr>
        <p:blipFill>
          <a:blip r:embed="rId3"/>
          <a:stretch>
            <a:fillRect/>
          </a:stretch>
        </p:blipFill>
        <p:spPr>
          <a:xfrm>
            <a:off x="4724400" y="5613400"/>
            <a:ext cx="360363" cy="558800"/>
          </a:xfrm>
          <a:prstGeom prst="rect">
            <a:avLst/>
          </a:prstGeom>
          <a:noFill/>
          <a:ln>
            <a:noFill/>
            <a:miter lim="800000"/>
          </a:ln>
        </p:spPr>
      </p:pic>
      <p:pic>
        <p:nvPicPr>
          <p:cNvPr id="56480" name="Picture 161" descr="person.gif" title=""/>
          <p:cNvPicPr>
            <a:picLocks noChangeAspect="1"/>
          </p:cNvPicPr>
          <p:nvPr/>
        </p:nvPicPr>
        <p:blipFill>
          <a:blip r:embed="rId3"/>
          <a:stretch>
            <a:fillRect/>
          </a:stretch>
        </p:blipFill>
        <p:spPr>
          <a:xfrm>
            <a:off x="4876800" y="5613400"/>
            <a:ext cx="360363" cy="558800"/>
          </a:xfrm>
          <a:prstGeom prst="rect">
            <a:avLst/>
          </a:prstGeom>
          <a:noFill/>
          <a:ln>
            <a:noFill/>
            <a:miter lim="800000"/>
          </a:ln>
        </p:spPr>
      </p:pic>
      <p:pic>
        <p:nvPicPr>
          <p:cNvPr id="56481" name="Picture 162" descr="person.gif" title=""/>
          <p:cNvPicPr>
            <a:picLocks noChangeAspect="1"/>
          </p:cNvPicPr>
          <p:nvPr/>
        </p:nvPicPr>
        <p:blipFill>
          <a:blip r:embed="rId3"/>
          <a:stretch>
            <a:fillRect/>
          </a:stretch>
        </p:blipFill>
        <p:spPr>
          <a:xfrm>
            <a:off x="5105400" y="5613400"/>
            <a:ext cx="360363" cy="558800"/>
          </a:xfrm>
          <a:prstGeom prst="rect">
            <a:avLst/>
          </a:prstGeom>
          <a:noFill/>
          <a:ln>
            <a:noFill/>
            <a:miter lim="800000"/>
          </a:ln>
        </p:spPr>
      </p:pic>
      <p:pic>
        <p:nvPicPr>
          <p:cNvPr id="56482" name="Picture 163" descr="person.gif" title=""/>
          <p:cNvPicPr>
            <a:picLocks noChangeAspect="1"/>
          </p:cNvPicPr>
          <p:nvPr/>
        </p:nvPicPr>
        <p:blipFill>
          <a:blip r:embed="rId3"/>
          <a:stretch>
            <a:fillRect/>
          </a:stretch>
        </p:blipFill>
        <p:spPr>
          <a:xfrm>
            <a:off x="5410200" y="5613400"/>
            <a:ext cx="360363" cy="558800"/>
          </a:xfrm>
          <a:prstGeom prst="rect">
            <a:avLst/>
          </a:prstGeom>
          <a:noFill/>
          <a:ln>
            <a:noFill/>
            <a:miter lim="800000"/>
          </a:ln>
        </p:spPr>
      </p:pic>
      <p:pic>
        <p:nvPicPr>
          <p:cNvPr id="56483" name="Picture 164" descr="person.gif" title=""/>
          <p:cNvPicPr>
            <a:picLocks noChangeAspect="1"/>
          </p:cNvPicPr>
          <p:nvPr/>
        </p:nvPicPr>
        <p:blipFill>
          <a:blip r:embed="rId3"/>
          <a:stretch>
            <a:fillRect/>
          </a:stretch>
        </p:blipFill>
        <p:spPr>
          <a:xfrm>
            <a:off x="5257800" y="5613400"/>
            <a:ext cx="360363" cy="558800"/>
          </a:xfrm>
          <a:prstGeom prst="rect">
            <a:avLst/>
          </a:prstGeom>
          <a:noFill/>
          <a:ln>
            <a:noFill/>
            <a:miter lim="800000"/>
          </a:ln>
        </p:spPr>
      </p:pic>
      <p:pic>
        <p:nvPicPr>
          <p:cNvPr id="56484" name="Picture 165" descr="person.gif" title=""/>
          <p:cNvPicPr>
            <a:picLocks noChangeAspect="1"/>
          </p:cNvPicPr>
          <p:nvPr/>
        </p:nvPicPr>
        <p:blipFill>
          <a:blip r:embed="rId3"/>
          <a:stretch>
            <a:fillRect/>
          </a:stretch>
        </p:blipFill>
        <p:spPr>
          <a:xfrm>
            <a:off x="5638800" y="5613400"/>
            <a:ext cx="360363" cy="558800"/>
          </a:xfrm>
          <a:prstGeom prst="rect">
            <a:avLst/>
          </a:prstGeom>
          <a:noFill/>
          <a:ln>
            <a:noFill/>
            <a:miter lim="800000"/>
          </a:ln>
        </p:spPr>
      </p:pic>
      <p:pic>
        <p:nvPicPr>
          <p:cNvPr id="56485" name="Picture 166" descr="person.gif" title=""/>
          <p:cNvPicPr>
            <a:picLocks noChangeAspect="1"/>
          </p:cNvPicPr>
          <p:nvPr/>
        </p:nvPicPr>
        <p:blipFill>
          <a:blip r:embed="rId3"/>
          <a:stretch>
            <a:fillRect/>
          </a:stretch>
        </p:blipFill>
        <p:spPr>
          <a:xfrm>
            <a:off x="5791200" y="5613400"/>
            <a:ext cx="360363" cy="558800"/>
          </a:xfrm>
          <a:prstGeom prst="rect">
            <a:avLst/>
          </a:prstGeom>
          <a:noFill/>
          <a:ln>
            <a:noFill/>
            <a:miter lim="800000"/>
          </a:ln>
        </p:spPr>
      </p:pic>
      <p:pic>
        <p:nvPicPr>
          <p:cNvPr id="56486" name="Picture 167" descr="person.gif" title=""/>
          <p:cNvPicPr>
            <a:picLocks noChangeAspect="1"/>
          </p:cNvPicPr>
          <p:nvPr/>
        </p:nvPicPr>
        <p:blipFill>
          <a:blip r:embed="rId3"/>
          <a:stretch>
            <a:fillRect/>
          </a:stretch>
        </p:blipFill>
        <p:spPr>
          <a:xfrm>
            <a:off x="5867400" y="5613400"/>
            <a:ext cx="360363" cy="558800"/>
          </a:xfrm>
          <a:prstGeom prst="rect">
            <a:avLst/>
          </a:prstGeom>
          <a:noFill/>
          <a:ln>
            <a:noFill/>
            <a:miter lim="800000"/>
          </a:ln>
        </p:spPr>
      </p:pic>
      <p:pic>
        <p:nvPicPr>
          <p:cNvPr id="56487" name="Picture 168" descr="person.gif" title=""/>
          <p:cNvPicPr>
            <a:picLocks noChangeAspect="1"/>
          </p:cNvPicPr>
          <p:nvPr/>
        </p:nvPicPr>
        <p:blipFill>
          <a:blip r:embed="rId3"/>
          <a:stretch>
            <a:fillRect/>
          </a:stretch>
        </p:blipFill>
        <p:spPr>
          <a:xfrm>
            <a:off x="3297238" y="5461000"/>
            <a:ext cx="360362" cy="558800"/>
          </a:xfrm>
          <a:prstGeom prst="rect">
            <a:avLst/>
          </a:prstGeom>
          <a:noFill/>
          <a:ln>
            <a:noFill/>
            <a:miter lim="800000"/>
          </a:ln>
        </p:spPr>
      </p:pic>
      <p:pic>
        <p:nvPicPr>
          <p:cNvPr id="56488" name="Picture 169" descr="person.gif" title=""/>
          <p:cNvPicPr>
            <a:picLocks noChangeAspect="1"/>
          </p:cNvPicPr>
          <p:nvPr/>
        </p:nvPicPr>
        <p:blipFill>
          <a:blip r:embed="rId3"/>
          <a:stretch>
            <a:fillRect/>
          </a:stretch>
        </p:blipFill>
        <p:spPr>
          <a:xfrm>
            <a:off x="3525838" y="5461000"/>
            <a:ext cx="360362" cy="558800"/>
          </a:xfrm>
          <a:prstGeom prst="rect">
            <a:avLst/>
          </a:prstGeom>
          <a:noFill/>
          <a:ln>
            <a:noFill/>
            <a:miter lim="800000"/>
          </a:ln>
        </p:spPr>
      </p:pic>
      <p:pic>
        <p:nvPicPr>
          <p:cNvPr id="56489" name="Picture 170" descr="person.gif" title=""/>
          <p:cNvPicPr>
            <a:picLocks noChangeAspect="1"/>
          </p:cNvPicPr>
          <p:nvPr/>
        </p:nvPicPr>
        <p:blipFill>
          <a:blip r:embed="rId3"/>
          <a:stretch>
            <a:fillRect/>
          </a:stretch>
        </p:blipFill>
        <p:spPr>
          <a:xfrm>
            <a:off x="3754438" y="5461000"/>
            <a:ext cx="360362" cy="558800"/>
          </a:xfrm>
          <a:prstGeom prst="rect">
            <a:avLst/>
          </a:prstGeom>
          <a:noFill/>
          <a:ln>
            <a:noFill/>
            <a:miter lim="800000"/>
          </a:ln>
        </p:spPr>
      </p:pic>
      <p:pic>
        <p:nvPicPr>
          <p:cNvPr id="56490" name="Picture 171" descr="person.gif" title=""/>
          <p:cNvPicPr>
            <a:picLocks noChangeAspect="1"/>
          </p:cNvPicPr>
          <p:nvPr/>
        </p:nvPicPr>
        <p:blipFill>
          <a:blip r:embed="rId3"/>
          <a:stretch>
            <a:fillRect/>
          </a:stretch>
        </p:blipFill>
        <p:spPr>
          <a:xfrm>
            <a:off x="3906838" y="5461000"/>
            <a:ext cx="360362" cy="558800"/>
          </a:xfrm>
          <a:prstGeom prst="rect">
            <a:avLst/>
          </a:prstGeom>
          <a:noFill/>
          <a:ln>
            <a:noFill/>
            <a:miter lim="800000"/>
          </a:ln>
        </p:spPr>
      </p:pic>
      <p:pic>
        <p:nvPicPr>
          <p:cNvPr id="56491" name="Picture 172" descr="person.gif" title=""/>
          <p:cNvPicPr>
            <a:picLocks noChangeAspect="1"/>
          </p:cNvPicPr>
          <p:nvPr/>
        </p:nvPicPr>
        <p:blipFill>
          <a:blip r:embed="rId3"/>
          <a:stretch>
            <a:fillRect/>
          </a:stretch>
        </p:blipFill>
        <p:spPr>
          <a:xfrm>
            <a:off x="4135438" y="5461000"/>
            <a:ext cx="360362" cy="558800"/>
          </a:xfrm>
          <a:prstGeom prst="rect">
            <a:avLst/>
          </a:prstGeom>
          <a:noFill/>
          <a:ln>
            <a:noFill/>
            <a:miter lim="800000"/>
          </a:ln>
        </p:spPr>
      </p:pic>
      <p:pic>
        <p:nvPicPr>
          <p:cNvPr id="56492" name="Picture 173" descr="person.gif" title=""/>
          <p:cNvPicPr>
            <a:picLocks noChangeAspect="1"/>
          </p:cNvPicPr>
          <p:nvPr/>
        </p:nvPicPr>
        <p:blipFill>
          <a:blip r:embed="rId3"/>
          <a:stretch>
            <a:fillRect/>
          </a:stretch>
        </p:blipFill>
        <p:spPr>
          <a:xfrm>
            <a:off x="4440238" y="5461000"/>
            <a:ext cx="360362" cy="558800"/>
          </a:xfrm>
          <a:prstGeom prst="rect">
            <a:avLst/>
          </a:prstGeom>
          <a:noFill/>
          <a:ln>
            <a:noFill/>
            <a:miter lim="800000"/>
          </a:ln>
        </p:spPr>
      </p:pic>
      <p:pic>
        <p:nvPicPr>
          <p:cNvPr id="56493" name="Picture 174" descr="person.gif" title=""/>
          <p:cNvPicPr>
            <a:picLocks noChangeAspect="1"/>
          </p:cNvPicPr>
          <p:nvPr/>
        </p:nvPicPr>
        <p:blipFill>
          <a:blip r:embed="rId3"/>
          <a:stretch>
            <a:fillRect/>
          </a:stretch>
        </p:blipFill>
        <p:spPr>
          <a:xfrm>
            <a:off x="4287838" y="5461000"/>
            <a:ext cx="360362" cy="558800"/>
          </a:xfrm>
          <a:prstGeom prst="rect">
            <a:avLst/>
          </a:prstGeom>
          <a:noFill/>
          <a:ln>
            <a:noFill/>
            <a:miter lim="800000"/>
          </a:ln>
        </p:spPr>
      </p:pic>
      <p:pic>
        <p:nvPicPr>
          <p:cNvPr id="56494" name="Picture 175" descr="person.gif" title=""/>
          <p:cNvPicPr>
            <a:picLocks noChangeAspect="1"/>
          </p:cNvPicPr>
          <p:nvPr/>
        </p:nvPicPr>
        <p:blipFill>
          <a:blip r:embed="rId3"/>
          <a:stretch>
            <a:fillRect/>
          </a:stretch>
        </p:blipFill>
        <p:spPr>
          <a:xfrm>
            <a:off x="4668838" y="5461000"/>
            <a:ext cx="360362" cy="558800"/>
          </a:xfrm>
          <a:prstGeom prst="rect">
            <a:avLst/>
          </a:prstGeom>
          <a:noFill/>
          <a:ln>
            <a:noFill/>
            <a:miter lim="800000"/>
          </a:ln>
        </p:spPr>
      </p:pic>
      <p:pic>
        <p:nvPicPr>
          <p:cNvPr id="56495" name="Picture 176" descr="person.gif" title=""/>
          <p:cNvPicPr>
            <a:picLocks noChangeAspect="1"/>
          </p:cNvPicPr>
          <p:nvPr/>
        </p:nvPicPr>
        <p:blipFill>
          <a:blip r:embed="rId3"/>
          <a:stretch>
            <a:fillRect/>
          </a:stretch>
        </p:blipFill>
        <p:spPr>
          <a:xfrm>
            <a:off x="4821238" y="5461000"/>
            <a:ext cx="360362" cy="558800"/>
          </a:xfrm>
          <a:prstGeom prst="rect">
            <a:avLst/>
          </a:prstGeom>
          <a:noFill/>
          <a:ln>
            <a:noFill/>
            <a:miter lim="800000"/>
          </a:ln>
        </p:spPr>
      </p:pic>
      <p:pic>
        <p:nvPicPr>
          <p:cNvPr id="56496" name="Picture 177" descr="person.gif" title=""/>
          <p:cNvPicPr>
            <a:picLocks noChangeAspect="1"/>
          </p:cNvPicPr>
          <p:nvPr/>
        </p:nvPicPr>
        <p:blipFill>
          <a:blip r:embed="rId3"/>
          <a:stretch>
            <a:fillRect/>
          </a:stretch>
        </p:blipFill>
        <p:spPr>
          <a:xfrm>
            <a:off x="4897438" y="5461000"/>
            <a:ext cx="360362" cy="558800"/>
          </a:xfrm>
          <a:prstGeom prst="rect">
            <a:avLst/>
          </a:prstGeom>
          <a:noFill/>
          <a:ln>
            <a:noFill/>
            <a:miter lim="800000"/>
          </a:ln>
        </p:spPr>
      </p:pic>
      <p:pic>
        <p:nvPicPr>
          <p:cNvPr id="56497" name="Picture 178" descr="person.gif" title=""/>
          <p:cNvPicPr>
            <a:picLocks noChangeAspect="1"/>
          </p:cNvPicPr>
          <p:nvPr/>
        </p:nvPicPr>
        <p:blipFill>
          <a:blip r:embed="rId3"/>
          <a:stretch>
            <a:fillRect/>
          </a:stretch>
        </p:blipFill>
        <p:spPr>
          <a:xfrm>
            <a:off x="2590800" y="5613400"/>
            <a:ext cx="360363" cy="558800"/>
          </a:xfrm>
          <a:prstGeom prst="rect">
            <a:avLst/>
          </a:prstGeom>
          <a:noFill/>
          <a:ln>
            <a:noFill/>
            <a:miter lim="800000"/>
          </a:ln>
        </p:spPr>
      </p:pic>
      <p:pic>
        <p:nvPicPr>
          <p:cNvPr id="56498" name="Picture 179" descr="person.gif" title=""/>
          <p:cNvPicPr>
            <a:picLocks noChangeAspect="1"/>
          </p:cNvPicPr>
          <p:nvPr/>
        </p:nvPicPr>
        <p:blipFill>
          <a:blip r:embed="rId3"/>
          <a:stretch>
            <a:fillRect/>
          </a:stretch>
        </p:blipFill>
        <p:spPr>
          <a:xfrm>
            <a:off x="2819400" y="5613400"/>
            <a:ext cx="360363" cy="558800"/>
          </a:xfrm>
          <a:prstGeom prst="rect">
            <a:avLst/>
          </a:prstGeom>
          <a:noFill/>
          <a:ln>
            <a:noFill/>
            <a:miter lim="800000"/>
          </a:ln>
        </p:spPr>
      </p:pic>
      <p:pic>
        <p:nvPicPr>
          <p:cNvPr id="56499" name="Picture 180" descr="person.gif" title=""/>
          <p:cNvPicPr>
            <a:picLocks noChangeAspect="1"/>
          </p:cNvPicPr>
          <p:nvPr/>
        </p:nvPicPr>
        <p:blipFill>
          <a:blip r:embed="rId3"/>
          <a:stretch>
            <a:fillRect/>
          </a:stretch>
        </p:blipFill>
        <p:spPr>
          <a:xfrm>
            <a:off x="3048000" y="5613400"/>
            <a:ext cx="360363" cy="558800"/>
          </a:xfrm>
          <a:prstGeom prst="rect">
            <a:avLst/>
          </a:prstGeom>
          <a:noFill/>
          <a:ln>
            <a:noFill/>
            <a:miter lim="800000"/>
          </a:ln>
        </p:spPr>
      </p:pic>
      <p:pic>
        <p:nvPicPr>
          <p:cNvPr id="56500" name="Picture 181" descr="person.gif" title=""/>
          <p:cNvPicPr>
            <a:picLocks noChangeAspect="1"/>
          </p:cNvPicPr>
          <p:nvPr/>
        </p:nvPicPr>
        <p:blipFill>
          <a:blip r:embed="rId3"/>
          <a:stretch>
            <a:fillRect/>
          </a:stretch>
        </p:blipFill>
        <p:spPr>
          <a:xfrm>
            <a:off x="3200400" y="5613400"/>
            <a:ext cx="360363" cy="558800"/>
          </a:xfrm>
          <a:prstGeom prst="rect">
            <a:avLst/>
          </a:prstGeom>
          <a:noFill/>
          <a:ln>
            <a:noFill/>
            <a:miter lim="800000"/>
          </a:ln>
        </p:spPr>
      </p:pic>
      <p:pic>
        <p:nvPicPr>
          <p:cNvPr id="56501" name="Picture 182" descr="person.gif" title=""/>
          <p:cNvPicPr>
            <a:picLocks noChangeAspect="1"/>
          </p:cNvPicPr>
          <p:nvPr/>
        </p:nvPicPr>
        <p:blipFill>
          <a:blip r:embed="rId3"/>
          <a:stretch>
            <a:fillRect/>
          </a:stretch>
        </p:blipFill>
        <p:spPr>
          <a:xfrm>
            <a:off x="3429000" y="5613400"/>
            <a:ext cx="360363" cy="558800"/>
          </a:xfrm>
          <a:prstGeom prst="rect">
            <a:avLst/>
          </a:prstGeom>
          <a:noFill/>
          <a:ln>
            <a:noFill/>
            <a:miter lim="800000"/>
          </a:ln>
        </p:spPr>
      </p:pic>
      <p:pic>
        <p:nvPicPr>
          <p:cNvPr id="56502" name="Picture 183" descr="person.gif" title=""/>
          <p:cNvPicPr>
            <a:picLocks noChangeAspect="1"/>
          </p:cNvPicPr>
          <p:nvPr/>
        </p:nvPicPr>
        <p:blipFill>
          <a:blip r:embed="rId3"/>
          <a:stretch>
            <a:fillRect/>
          </a:stretch>
        </p:blipFill>
        <p:spPr>
          <a:xfrm>
            <a:off x="3733800" y="5613400"/>
            <a:ext cx="360363" cy="558800"/>
          </a:xfrm>
          <a:prstGeom prst="rect">
            <a:avLst/>
          </a:prstGeom>
          <a:noFill/>
          <a:ln>
            <a:noFill/>
            <a:miter lim="800000"/>
          </a:ln>
        </p:spPr>
      </p:pic>
      <p:pic>
        <p:nvPicPr>
          <p:cNvPr id="56503" name="Picture 184" descr="person.gif" title=""/>
          <p:cNvPicPr>
            <a:picLocks noChangeAspect="1"/>
          </p:cNvPicPr>
          <p:nvPr/>
        </p:nvPicPr>
        <p:blipFill>
          <a:blip r:embed="rId3"/>
          <a:stretch>
            <a:fillRect/>
          </a:stretch>
        </p:blipFill>
        <p:spPr>
          <a:xfrm>
            <a:off x="3581400" y="5613400"/>
            <a:ext cx="360363" cy="558800"/>
          </a:xfrm>
          <a:prstGeom prst="rect">
            <a:avLst/>
          </a:prstGeom>
          <a:noFill/>
          <a:ln>
            <a:noFill/>
            <a:miter lim="800000"/>
          </a:ln>
        </p:spPr>
      </p:pic>
      <p:pic>
        <p:nvPicPr>
          <p:cNvPr id="56504" name="Picture 185" descr="person.gif" title=""/>
          <p:cNvPicPr>
            <a:picLocks noChangeAspect="1"/>
          </p:cNvPicPr>
          <p:nvPr/>
        </p:nvPicPr>
        <p:blipFill>
          <a:blip r:embed="rId3"/>
          <a:stretch>
            <a:fillRect/>
          </a:stretch>
        </p:blipFill>
        <p:spPr>
          <a:xfrm>
            <a:off x="3962400" y="5613400"/>
            <a:ext cx="360363" cy="558800"/>
          </a:xfrm>
          <a:prstGeom prst="rect">
            <a:avLst/>
          </a:prstGeom>
          <a:noFill/>
          <a:ln>
            <a:noFill/>
            <a:miter lim="800000"/>
          </a:ln>
        </p:spPr>
      </p:pic>
      <p:pic>
        <p:nvPicPr>
          <p:cNvPr id="56505" name="Picture 186" descr="person.gif" title=""/>
          <p:cNvPicPr>
            <a:picLocks noChangeAspect="1"/>
          </p:cNvPicPr>
          <p:nvPr/>
        </p:nvPicPr>
        <p:blipFill>
          <a:blip r:embed="rId3"/>
          <a:stretch>
            <a:fillRect/>
          </a:stretch>
        </p:blipFill>
        <p:spPr>
          <a:xfrm>
            <a:off x="4114800" y="5613400"/>
            <a:ext cx="360363" cy="558800"/>
          </a:xfrm>
          <a:prstGeom prst="rect">
            <a:avLst/>
          </a:prstGeom>
          <a:noFill/>
          <a:ln>
            <a:noFill/>
            <a:miter lim="800000"/>
          </a:ln>
        </p:spPr>
      </p:pic>
      <p:pic>
        <p:nvPicPr>
          <p:cNvPr id="56506" name="Picture 187" descr="person.gif" title=""/>
          <p:cNvPicPr>
            <a:picLocks noChangeAspect="1"/>
          </p:cNvPicPr>
          <p:nvPr/>
        </p:nvPicPr>
        <p:blipFill>
          <a:blip r:embed="rId3"/>
          <a:stretch>
            <a:fillRect/>
          </a:stretch>
        </p:blipFill>
        <p:spPr>
          <a:xfrm>
            <a:off x="4191000" y="5613400"/>
            <a:ext cx="360363" cy="558800"/>
          </a:xfrm>
          <a:prstGeom prst="rect">
            <a:avLst/>
          </a:prstGeom>
          <a:noFill/>
          <a:ln>
            <a:noFill/>
            <a:miter lim="800000"/>
          </a:ln>
        </p:spPr>
      </p:pic>
      <p:sp>
        <p:nvSpPr>
          <p:cNvPr id="56507" name="TextBox 188"/>
          <p:cNvSpPr txBox="1"/>
          <p:nvPr/>
        </p:nvSpPr>
        <p:spPr>
          <a:xfrm>
            <a:off x="457200" y="1371600"/>
            <a:ext cx="4775200" cy="461963"/>
          </a:xfrm>
          <a:prstGeom prst="rect">
            <a:avLst/>
          </a:prstGeom>
          <a:no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a:ln>
                  <a:noFill/>
                </a:ln>
                <a:solidFill>
                  <a:schemeClr val="tx2"/>
                </a:solidFill>
                <a:effectLst/>
                <a:uLnTx/>
                <a:uFillTx/>
                <a:latin typeface="+mn-lt" pitchFamily="34" charset="0"/>
                <a:ea typeface="ＭＳ Ｐゴシック" pitchFamily="-110" charset="-128"/>
                <a:cs typeface="ＭＳ Ｐゴシック" pitchFamily="-110" charset="-128"/>
              </a:rPr>
              <a:t>Data is only a sample of </a:t>
            </a:r>
            <a:r>
              <a:rPr kumimoji="0" lang="en-US" sz="2400" b="1" i="0" u="none" strike="noStrike" kern="1200" cap="none" spc="0" normalizeH="0" baseline="0" noProof="0">
                <a:ln>
                  <a:noFill/>
                </a:ln>
                <a:solidFill>
                  <a:schemeClr val="tx2"/>
                </a:solidFill>
                <a:effectLst/>
                <a:uLnTx/>
                <a:uFillTx/>
                <a:latin typeface="+mn-lt" pitchFamily="34" charset="0"/>
                <a:ea typeface="ＭＳ Ｐゴシック" pitchFamily="-110" charset="-128"/>
                <a:cs typeface="ＭＳ Ｐゴシック" pitchFamily="-110" charset="-128"/>
              </a:rPr>
              <a:t>population</a:t>
            </a: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734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7984CCC-2D86-4AA0-95C3-A5412EE19BA3}" type="slidenum">
              <a:rPr lang="zh-CN" altLang="en-US" sz="1200">
                <a:ea typeface="宋体" pitchFamily="2" charset="-122"/>
              </a:rPr>
              <a:t>54</a:t>
            </a:fld>
            <a:endParaRPr lang="en-US" altLang="zh-CN" sz="1200">
              <a:ea typeface="宋体" pitchFamily="2" charset="-122"/>
            </a:endParaRPr>
          </a:p>
        </p:txBody>
      </p:sp>
      <p:sp>
        <p:nvSpPr>
          <p:cNvPr id="57347"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D59FDB3-8916-4910-864F-3E7E42C490F1}" type="slidenum">
              <a:rPr lang="zh-CN" altLang="en-US" sz="1200">
                <a:ea typeface="宋体" pitchFamily="2" charset="-122"/>
              </a:rPr>
              <a:t>54</a:t>
            </a:fld>
            <a:endParaRPr lang="en-US" altLang="zh-CN" sz="1200">
              <a:ea typeface="宋体" pitchFamily="2" charset="-122"/>
            </a:endParaRPr>
          </a:p>
        </p:txBody>
      </p:sp>
      <p:sp>
        <p:nvSpPr>
          <p:cNvPr id="57348"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3200"/>
              <a:t>Problems for Drilling in Multidim. Space</a:t>
            </a:r>
            <a:endParaRPr sz="3200"/>
          </a:p>
        </p:txBody>
      </p:sp>
      <p:graphicFrame>
        <p:nvGraphicFramePr>
          <p:cNvPr id="57349" name="Group 48" title=""/>
          <p:cNvGraphicFramePr>
            <a:graphicFrameLocks noGrp="1"/>
          </p:cNvGraphicFramePr>
          <p:nvPr>
            <p:ph sz="quarter" idx="4294967295"/>
          </p:nvPr>
        </p:nvGraphicFramePr>
        <p:xfrm>
          <a:off x="457200" y="2487612"/>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sp>
        <p:nvSpPr>
          <p:cNvPr id="57381" name="TextBox 188" title=""/>
          <p:cNvSpPr txBox="1"/>
          <p:nvPr/>
        </p:nvSpPr>
        <p:spPr>
          <a:xfrm>
            <a:off x="457200" y="1371600"/>
            <a:ext cx="8382000" cy="822325"/>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sz="2400">
                <a:solidFill>
                  <a:schemeClr val="tx2"/>
                </a:solidFill>
                <a:latin typeface="Gill Sans MT" pitchFamily="34" charset="0"/>
                <a:ea typeface="MS PGothic" pitchFamily="34" charset="-128"/>
              </a:rPr>
              <a:t>Data is only a </a:t>
            </a:r>
            <a:r>
              <a:rPr sz="2400" b="1">
                <a:solidFill>
                  <a:schemeClr val="tx2"/>
                </a:solidFill>
                <a:latin typeface="Gill Sans MT" pitchFamily="34" charset="0"/>
                <a:ea typeface="MS PGothic" pitchFamily="34" charset="-128"/>
              </a:rPr>
              <a:t>sample </a:t>
            </a:r>
            <a:r>
              <a:rPr sz="2400">
                <a:solidFill>
                  <a:schemeClr val="tx2"/>
                </a:solidFill>
                <a:latin typeface="Gill Sans MT" pitchFamily="34" charset="0"/>
                <a:ea typeface="MS PGothic" pitchFamily="34" charset="-128"/>
              </a:rPr>
              <a:t>of population but samples could be small when drilling to certain multidimensional space</a:t>
            </a:r>
            <a:endParaRPr sz="2400" b="1">
              <a:solidFill>
                <a:schemeClr val="tx2"/>
              </a:solidFill>
              <a:latin typeface="Gill Sans MT" pitchFamily="34" charset="0"/>
              <a:ea typeface="MS PGothic" pitchFamily="34" charset="-128"/>
            </a:endParaRPr>
          </a:p>
        </p:txBody>
      </p:sp>
      <p:pic>
        <p:nvPicPr>
          <p:cNvPr id="57382" name="Picture 189" descr="person-red.gif" title=""/>
          <p:cNvPicPr>
            <a:picLocks noChangeAspect="1"/>
          </p:cNvPicPr>
          <p:nvPr/>
        </p:nvPicPr>
        <p:blipFill>
          <a:blip r:embed="rId3"/>
          <a:stretch>
            <a:fillRect/>
          </a:stretch>
        </p:blipFill>
        <p:spPr>
          <a:xfrm>
            <a:off x="2590800" y="3108325"/>
            <a:ext cx="344488" cy="533400"/>
          </a:xfrm>
          <a:prstGeom prst="rect">
            <a:avLst/>
          </a:prstGeom>
          <a:noFill/>
          <a:ln>
            <a:noFill/>
            <a:miter lim="800000"/>
          </a:ln>
        </p:spPr>
      </p:pic>
      <p:pic>
        <p:nvPicPr>
          <p:cNvPr id="57383" name="Picture 190" descr="person-red.gif" title=""/>
          <p:cNvPicPr>
            <a:picLocks noChangeAspect="1"/>
          </p:cNvPicPr>
          <p:nvPr/>
        </p:nvPicPr>
        <p:blipFill>
          <a:blip r:embed="rId3"/>
          <a:stretch>
            <a:fillRect/>
          </a:stretch>
        </p:blipFill>
        <p:spPr>
          <a:xfrm>
            <a:off x="3694113" y="3108325"/>
            <a:ext cx="344487" cy="533400"/>
          </a:xfrm>
          <a:prstGeom prst="rect">
            <a:avLst/>
          </a:prstGeom>
          <a:noFill/>
          <a:ln>
            <a:noFill/>
            <a:miter lim="800000"/>
          </a:ln>
        </p:spPr>
      </p:pic>
      <p:pic>
        <p:nvPicPr>
          <p:cNvPr id="57384" name="Picture 191" descr="person-red.gif" title=""/>
          <p:cNvPicPr>
            <a:picLocks noChangeAspect="1"/>
          </p:cNvPicPr>
          <p:nvPr/>
        </p:nvPicPr>
        <p:blipFill>
          <a:blip r:embed="rId3"/>
          <a:stretch>
            <a:fillRect/>
          </a:stretch>
        </p:blipFill>
        <p:spPr>
          <a:xfrm>
            <a:off x="2590800" y="4022725"/>
            <a:ext cx="344488" cy="533400"/>
          </a:xfrm>
          <a:prstGeom prst="rect">
            <a:avLst/>
          </a:prstGeom>
          <a:noFill/>
          <a:ln>
            <a:noFill/>
            <a:miter lim="800000"/>
          </a:ln>
        </p:spPr>
      </p:pic>
      <p:pic>
        <p:nvPicPr>
          <p:cNvPr id="57385" name="Picture 192" descr="person-red.gif" title=""/>
          <p:cNvPicPr>
            <a:picLocks noChangeAspect="1"/>
          </p:cNvPicPr>
          <p:nvPr/>
        </p:nvPicPr>
        <p:blipFill>
          <a:blip r:embed="rId3"/>
          <a:stretch>
            <a:fillRect/>
          </a:stretch>
        </p:blipFill>
        <p:spPr>
          <a:xfrm>
            <a:off x="5562600" y="3108325"/>
            <a:ext cx="344488" cy="533400"/>
          </a:xfrm>
          <a:prstGeom prst="rect">
            <a:avLst/>
          </a:prstGeom>
          <a:noFill/>
          <a:ln>
            <a:noFill/>
            <a:miter lim="800000"/>
          </a:ln>
        </p:spPr>
      </p:pic>
      <p:pic>
        <p:nvPicPr>
          <p:cNvPr id="57386" name="Picture 193" descr="person-red.gif" title=""/>
          <p:cNvPicPr>
            <a:picLocks noChangeAspect="1"/>
          </p:cNvPicPr>
          <p:nvPr/>
        </p:nvPicPr>
        <p:blipFill>
          <a:blip r:embed="rId3"/>
          <a:stretch>
            <a:fillRect/>
          </a:stretch>
        </p:blipFill>
        <p:spPr>
          <a:xfrm>
            <a:off x="3048000" y="4022725"/>
            <a:ext cx="344488" cy="533400"/>
          </a:xfrm>
          <a:prstGeom prst="rect">
            <a:avLst/>
          </a:prstGeom>
          <a:noFill/>
          <a:ln>
            <a:noFill/>
            <a:miter lim="800000"/>
          </a:ln>
        </p:spPr>
      </p:pic>
      <p:pic>
        <p:nvPicPr>
          <p:cNvPr id="57387" name="Picture 194" descr="person-red.gif" title=""/>
          <p:cNvPicPr>
            <a:picLocks noChangeAspect="1"/>
          </p:cNvPicPr>
          <p:nvPr/>
        </p:nvPicPr>
        <p:blipFill>
          <a:blip r:embed="rId3"/>
          <a:stretch>
            <a:fillRect/>
          </a:stretch>
        </p:blipFill>
        <p:spPr>
          <a:xfrm>
            <a:off x="4114800" y="4022725"/>
            <a:ext cx="344488" cy="533400"/>
          </a:xfrm>
          <a:prstGeom prst="rect">
            <a:avLst/>
          </a:prstGeom>
          <a:noFill/>
          <a:ln>
            <a:noFill/>
            <a:miter lim="800000"/>
          </a:ln>
        </p:spPr>
      </p:pic>
      <p:pic>
        <p:nvPicPr>
          <p:cNvPr id="57388" name="Picture 195" descr="person-red.gif" title=""/>
          <p:cNvPicPr>
            <a:picLocks noChangeAspect="1"/>
          </p:cNvPicPr>
          <p:nvPr/>
        </p:nvPicPr>
        <p:blipFill>
          <a:blip r:embed="rId3"/>
          <a:stretch>
            <a:fillRect/>
          </a:stretch>
        </p:blipFill>
        <p:spPr>
          <a:xfrm>
            <a:off x="2779713" y="4784725"/>
            <a:ext cx="344487" cy="533400"/>
          </a:xfrm>
          <a:prstGeom prst="rect">
            <a:avLst/>
          </a:prstGeom>
          <a:noFill/>
          <a:ln>
            <a:noFill/>
            <a:miter lim="800000"/>
          </a:ln>
        </p:spPr>
      </p:pic>
      <p:pic>
        <p:nvPicPr>
          <p:cNvPr id="57389" name="Picture 196" descr="person-red.gif" title=""/>
          <p:cNvPicPr>
            <a:picLocks noChangeAspect="1"/>
          </p:cNvPicPr>
          <p:nvPr/>
        </p:nvPicPr>
        <p:blipFill>
          <a:blip r:embed="rId3"/>
          <a:stretch>
            <a:fillRect/>
          </a:stretch>
        </p:blipFill>
        <p:spPr>
          <a:xfrm>
            <a:off x="6056313" y="4784725"/>
            <a:ext cx="344487" cy="533400"/>
          </a:xfrm>
          <a:prstGeom prst="rect">
            <a:avLst/>
          </a:prstGeom>
          <a:noFill/>
          <a:ln>
            <a:noFill/>
            <a:miter lim="800000"/>
          </a:ln>
        </p:spPr>
      </p:pic>
      <p:pic>
        <p:nvPicPr>
          <p:cNvPr id="57390" name="Picture 197" descr="person-red.gif" title=""/>
          <p:cNvPicPr>
            <a:picLocks noChangeAspect="1"/>
          </p:cNvPicPr>
          <p:nvPr/>
        </p:nvPicPr>
        <p:blipFill>
          <a:blip r:embed="rId3"/>
          <a:stretch>
            <a:fillRect/>
          </a:stretch>
        </p:blipFill>
        <p:spPr>
          <a:xfrm>
            <a:off x="8153400" y="4784725"/>
            <a:ext cx="344488" cy="533400"/>
          </a:xfrm>
          <a:prstGeom prst="rect">
            <a:avLst/>
          </a:prstGeom>
          <a:noFill/>
          <a:ln>
            <a:noFill/>
            <a:miter lim="800000"/>
          </a:ln>
        </p:spPr>
      </p:pic>
      <p:pic>
        <p:nvPicPr>
          <p:cNvPr id="57391" name="Picture 14" descr="person-red.gif" title=""/>
          <p:cNvPicPr>
            <a:picLocks noChangeAspect="1"/>
          </p:cNvPicPr>
          <p:nvPr/>
        </p:nvPicPr>
        <p:blipFill>
          <a:blip r:embed="rId3"/>
          <a:stretch>
            <a:fillRect/>
          </a:stretch>
        </p:blipFill>
        <p:spPr>
          <a:xfrm>
            <a:off x="5867400" y="4022725"/>
            <a:ext cx="344488" cy="533400"/>
          </a:xfrm>
          <a:prstGeom prst="rect">
            <a:avLst/>
          </a:prstGeom>
          <a:noFill/>
          <a:ln>
            <a:noFill/>
            <a:miter lim="800000"/>
          </a:ln>
        </p:spPr>
      </p:pic>
      <p:pic>
        <p:nvPicPr>
          <p:cNvPr id="57392" name="Picture 15" descr="person-red.gif" title=""/>
          <p:cNvPicPr>
            <a:picLocks noChangeAspect="1"/>
          </p:cNvPicPr>
          <p:nvPr/>
        </p:nvPicPr>
        <p:blipFill>
          <a:blip r:embed="rId3"/>
          <a:stretch>
            <a:fillRect/>
          </a:stretch>
        </p:blipFill>
        <p:spPr>
          <a:xfrm>
            <a:off x="6248400" y="4022725"/>
            <a:ext cx="344488" cy="5334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837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0F67827-3641-4735-9951-1ECEFEA84C6D}" type="slidenum">
              <a:rPr lang="zh-CN" altLang="en-US" sz="1200">
                <a:ea typeface="宋体" pitchFamily="2" charset="-122"/>
              </a:rPr>
              <a:t>55</a:t>
            </a:fld>
            <a:endParaRPr lang="en-US" altLang="zh-CN" sz="1200">
              <a:ea typeface="宋体" pitchFamily="2" charset="-122"/>
            </a:endParaRPr>
          </a:p>
        </p:txBody>
      </p:sp>
      <p:sp>
        <p:nvSpPr>
          <p:cNvPr id="58371"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84E89B7-E94F-4F13-B8D0-75762AB6C133}" type="slidenum">
              <a:rPr lang="zh-CN" altLang="en-US" sz="1200">
                <a:ea typeface="宋体" pitchFamily="2" charset="-122"/>
              </a:rPr>
              <a:t>55</a:t>
            </a:fld>
            <a:endParaRPr lang="en-US" altLang="zh-CN" sz="1200">
              <a:ea typeface="宋体" pitchFamily="2" charset="-122"/>
            </a:endParaRPr>
          </a:p>
        </p:txBody>
      </p:sp>
      <p:sp>
        <p:nvSpPr>
          <p:cNvPr id="58372"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OLAP on Survey (i.e., Sampling) Data</a:t>
            </a:r>
          </a:p>
        </p:txBody>
      </p:sp>
      <p:graphicFrame>
        <p:nvGraphicFramePr>
          <p:cNvPr id="58373" name="Group 48" title=""/>
          <p:cNvGraphicFramePr>
            <a:graphicFrameLocks noGrp="1"/>
          </p:cNvGraphicFramePr>
          <p:nvPr>
            <p:ph sz="quarter" idx="4294967295"/>
          </p:nvPr>
        </p:nvGraphicFramePr>
        <p:xfrm>
          <a:off x="457200" y="2351088"/>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BBC737"/>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pic>
        <p:nvPicPr>
          <p:cNvPr id="58405" name="Picture 189" descr="person-red.gif" title=""/>
          <p:cNvPicPr>
            <a:picLocks noChangeAspect="1"/>
          </p:cNvPicPr>
          <p:nvPr/>
        </p:nvPicPr>
        <p:blipFill>
          <a:blip r:embed="rId3"/>
          <a:stretch>
            <a:fillRect/>
          </a:stretch>
        </p:blipFill>
        <p:spPr>
          <a:xfrm>
            <a:off x="2590800" y="2971800"/>
            <a:ext cx="344488" cy="533400"/>
          </a:xfrm>
          <a:prstGeom prst="rect">
            <a:avLst/>
          </a:prstGeom>
          <a:noFill/>
          <a:ln>
            <a:noFill/>
            <a:miter lim="800000"/>
          </a:ln>
        </p:spPr>
      </p:pic>
      <p:pic>
        <p:nvPicPr>
          <p:cNvPr id="58406" name="Picture 190" descr="person-red.gif" title=""/>
          <p:cNvPicPr>
            <a:picLocks noChangeAspect="1"/>
          </p:cNvPicPr>
          <p:nvPr/>
        </p:nvPicPr>
        <p:blipFill>
          <a:blip r:embed="rId3"/>
          <a:stretch>
            <a:fillRect/>
          </a:stretch>
        </p:blipFill>
        <p:spPr>
          <a:xfrm>
            <a:off x="3694113" y="2971800"/>
            <a:ext cx="344487" cy="533400"/>
          </a:xfrm>
          <a:prstGeom prst="rect">
            <a:avLst/>
          </a:prstGeom>
          <a:noFill/>
          <a:ln>
            <a:noFill/>
            <a:miter lim="800000"/>
          </a:ln>
        </p:spPr>
      </p:pic>
      <p:pic>
        <p:nvPicPr>
          <p:cNvPr id="58407" name="Picture 191" descr="person-red.gif" title=""/>
          <p:cNvPicPr>
            <a:picLocks noChangeAspect="1"/>
          </p:cNvPicPr>
          <p:nvPr/>
        </p:nvPicPr>
        <p:blipFill>
          <a:blip r:embed="rId3"/>
          <a:stretch>
            <a:fillRect/>
          </a:stretch>
        </p:blipFill>
        <p:spPr>
          <a:xfrm>
            <a:off x="2590800" y="3886200"/>
            <a:ext cx="344488" cy="533400"/>
          </a:xfrm>
          <a:prstGeom prst="rect">
            <a:avLst/>
          </a:prstGeom>
          <a:noFill/>
          <a:ln>
            <a:noFill/>
            <a:miter lim="800000"/>
          </a:ln>
        </p:spPr>
      </p:pic>
      <p:pic>
        <p:nvPicPr>
          <p:cNvPr id="58408" name="Picture 192" descr="person-red.gif" title=""/>
          <p:cNvPicPr>
            <a:picLocks noChangeAspect="1"/>
          </p:cNvPicPr>
          <p:nvPr/>
        </p:nvPicPr>
        <p:blipFill>
          <a:blip r:embed="rId3"/>
          <a:stretch>
            <a:fillRect/>
          </a:stretch>
        </p:blipFill>
        <p:spPr>
          <a:xfrm>
            <a:off x="5562600" y="2971800"/>
            <a:ext cx="344488" cy="533400"/>
          </a:xfrm>
          <a:prstGeom prst="rect">
            <a:avLst/>
          </a:prstGeom>
          <a:noFill/>
          <a:ln>
            <a:noFill/>
            <a:miter lim="800000"/>
          </a:ln>
        </p:spPr>
      </p:pic>
      <p:pic>
        <p:nvPicPr>
          <p:cNvPr id="58409" name="Picture 193" descr="person-red.gif" title=""/>
          <p:cNvPicPr>
            <a:picLocks noChangeAspect="1"/>
          </p:cNvPicPr>
          <p:nvPr/>
        </p:nvPicPr>
        <p:blipFill>
          <a:blip r:embed="rId3"/>
          <a:stretch>
            <a:fillRect/>
          </a:stretch>
        </p:blipFill>
        <p:spPr>
          <a:xfrm>
            <a:off x="3048000" y="3886200"/>
            <a:ext cx="344488" cy="533400"/>
          </a:xfrm>
          <a:prstGeom prst="rect">
            <a:avLst/>
          </a:prstGeom>
          <a:noFill/>
          <a:ln>
            <a:noFill/>
            <a:miter lim="800000"/>
          </a:ln>
        </p:spPr>
      </p:pic>
      <p:pic>
        <p:nvPicPr>
          <p:cNvPr id="58410" name="Picture 194" descr="person-red.gif" title=""/>
          <p:cNvPicPr>
            <a:picLocks noChangeAspect="1"/>
          </p:cNvPicPr>
          <p:nvPr/>
        </p:nvPicPr>
        <p:blipFill>
          <a:blip r:embed="rId3"/>
          <a:stretch>
            <a:fillRect/>
          </a:stretch>
        </p:blipFill>
        <p:spPr>
          <a:xfrm>
            <a:off x="4114800" y="3886200"/>
            <a:ext cx="344488" cy="533400"/>
          </a:xfrm>
          <a:prstGeom prst="rect">
            <a:avLst/>
          </a:prstGeom>
          <a:noFill/>
          <a:ln>
            <a:noFill/>
            <a:miter lim="800000"/>
          </a:ln>
        </p:spPr>
      </p:pic>
      <p:pic>
        <p:nvPicPr>
          <p:cNvPr id="58411" name="Picture 195" descr="person-red.gif" title=""/>
          <p:cNvPicPr>
            <a:picLocks noChangeAspect="1"/>
          </p:cNvPicPr>
          <p:nvPr/>
        </p:nvPicPr>
        <p:blipFill>
          <a:blip r:embed="rId3"/>
          <a:stretch>
            <a:fillRect/>
          </a:stretch>
        </p:blipFill>
        <p:spPr>
          <a:xfrm>
            <a:off x="2779713" y="4648200"/>
            <a:ext cx="344487" cy="533400"/>
          </a:xfrm>
          <a:prstGeom prst="rect">
            <a:avLst/>
          </a:prstGeom>
          <a:noFill/>
          <a:ln>
            <a:noFill/>
            <a:miter lim="800000"/>
          </a:ln>
        </p:spPr>
      </p:pic>
      <p:pic>
        <p:nvPicPr>
          <p:cNvPr id="58412" name="Picture 196" descr="person-red.gif" title=""/>
          <p:cNvPicPr>
            <a:picLocks noChangeAspect="1"/>
          </p:cNvPicPr>
          <p:nvPr/>
        </p:nvPicPr>
        <p:blipFill>
          <a:blip r:embed="rId3"/>
          <a:stretch>
            <a:fillRect/>
          </a:stretch>
        </p:blipFill>
        <p:spPr>
          <a:xfrm>
            <a:off x="6056313" y="4648200"/>
            <a:ext cx="344487" cy="533400"/>
          </a:xfrm>
          <a:prstGeom prst="rect">
            <a:avLst/>
          </a:prstGeom>
          <a:noFill/>
          <a:ln>
            <a:noFill/>
            <a:miter lim="800000"/>
          </a:ln>
        </p:spPr>
      </p:pic>
      <p:pic>
        <p:nvPicPr>
          <p:cNvPr id="58413" name="Picture 197" descr="person-red.gif" title=""/>
          <p:cNvPicPr>
            <a:picLocks noChangeAspect="1"/>
          </p:cNvPicPr>
          <p:nvPr/>
        </p:nvPicPr>
        <p:blipFill>
          <a:blip r:embed="rId3"/>
          <a:stretch>
            <a:fillRect/>
          </a:stretch>
        </p:blipFill>
        <p:spPr>
          <a:xfrm>
            <a:off x="8153400" y="4648200"/>
            <a:ext cx="344488" cy="533400"/>
          </a:xfrm>
          <a:prstGeom prst="rect">
            <a:avLst/>
          </a:prstGeom>
          <a:noFill/>
          <a:ln>
            <a:noFill/>
            <a:miter lim="800000"/>
          </a:ln>
        </p:spPr>
      </p:pic>
      <p:sp>
        <p:nvSpPr>
          <p:cNvPr id="58414" name="TextBox 198" title=""/>
          <p:cNvSpPr txBox="1"/>
          <p:nvPr/>
        </p:nvSpPr>
        <p:spPr>
          <a:xfrm>
            <a:off x="457200" y="1295400"/>
            <a:ext cx="8229600" cy="1200150"/>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457200" lvl="0" indent="-457200">
              <a:buFont typeface="Wingdings" pitchFamily="2" charset="2"/>
              <a:buChar char="§"/>
            </a:pPr>
            <a:r>
              <a:rPr sz="2400">
                <a:solidFill>
                  <a:schemeClr val="tx2"/>
                </a:solidFill>
                <a:latin typeface="Gill Sans MT" pitchFamily="34" charset="0"/>
                <a:ea typeface="Bookman Old Style (Headings)"/>
              </a:rPr>
              <a:t>Semantics of query is unchanged</a:t>
            </a:r>
            <a:endParaRPr sz="2400">
              <a:solidFill>
                <a:schemeClr val="tx2"/>
              </a:solidFill>
              <a:latin typeface="Gill Sans MT" pitchFamily="34" charset="0"/>
              <a:ea typeface="Bookman Old Style (Headings)"/>
            </a:endParaRPr>
          </a:p>
          <a:p>
            <a:pPr marL="457200" lvl="0" indent="-457200">
              <a:buFont typeface="Wingdings" pitchFamily="2" charset="2"/>
              <a:buChar char="§"/>
            </a:pPr>
            <a:r>
              <a:rPr sz="2400">
                <a:solidFill>
                  <a:schemeClr val="tx2"/>
                </a:solidFill>
                <a:latin typeface="Gill Sans MT" pitchFamily="34" charset="0"/>
                <a:ea typeface="Bookman Old Style (Headings)"/>
              </a:rPr>
              <a:t>Input data has changed</a:t>
            </a:r>
            <a:endParaRPr sz="2400">
              <a:solidFill>
                <a:schemeClr val="tx2"/>
              </a:solidFill>
              <a:latin typeface="Gill Sans MT" pitchFamily="34" charset="0"/>
              <a:ea typeface="Bookman Old Style (Headings)"/>
            </a:endParaRPr>
          </a:p>
          <a:p>
            <a:pPr marL="457200" lvl="0" indent="-457200"/>
            <a:endParaRPr sz="2400" b="1">
              <a:solidFill>
                <a:schemeClr val="tx2"/>
              </a:solidFill>
              <a:latin typeface="Gill Sans MT" pitchFamily="34" charset="0"/>
              <a:ea typeface="Bookman Old Style (Headings)"/>
            </a:endParaRPr>
          </a:p>
        </p:txBody>
      </p:sp>
      <p:pic>
        <p:nvPicPr>
          <p:cNvPr id="58415" name="Picture 199" descr="person-red.gif" title=""/>
          <p:cNvPicPr>
            <a:picLocks noChangeAspect="1"/>
          </p:cNvPicPr>
          <p:nvPr/>
        </p:nvPicPr>
        <p:blipFill>
          <a:blip r:embed="rId3"/>
          <a:stretch>
            <a:fillRect/>
          </a:stretch>
        </p:blipFill>
        <p:spPr>
          <a:xfrm>
            <a:off x="5867400" y="3886200"/>
            <a:ext cx="344488" cy="533400"/>
          </a:xfrm>
          <a:prstGeom prst="rect">
            <a:avLst/>
          </a:prstGeom>
          <a:noFill/>
          <a:ln>
            <a:noFill/>
            <a:miter lim="800000"/>
          </a:ln>
        </p:spPr>
      </p:pic>
      <p:pic>
        <p:nvPicPr>
          <p:cNvPr id="58416" name="Picture 200" descr="person-red.gif" title=""/>
          <p:cNvPicPr>
            <a:picLocks noChangeAspect="1"/>
          </p:cNvPicPr>
          <p:nvPr/>
        </p:nvPicPr>
        <p:blipFill>
          <a:blip r:embed="rId3"/>
          <a:stretch>
            <a:fillRect/>
          </a:stretch>
        </p:blipFill>
        <p:spPr>
          <a:xfrm>
            <a:off x="6248400" y="3886200"/>
            <a:ext cx="344488" cy="5334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5939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736A39C-2A51-40FD-BB38-B24C74C31E65}" type="slidenum">
              <a:rPr lang="zh-CN" altLang="en-US" sz="1200">
                <a:ea typeface="宋体" pitchFamily="2" charset="-122"/>
              </a:rPr>
              <a:t>56</a:t>
            </a:fld>
            <a:endParaRPr lang="en-US" altLang="zh-CN" sz="1200">
              <a:ea typeface="宋体" pitchFamily="2" charset="-122"/>
            </a:endParaRPr>
          </a:p>
        </p:txBody>
      </p:sp>
      <p:sp>
        <p:nvSpPr>
          <p:cNvPr id="5939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E968F3C-9B22-4C14-B06A-4757CCF9481D}" type="slidenum">
              <a:rPr lang="zh-CN" altLang="en-US" sz="1200">
                <a:ea typeface="宋体" pitchFamily="2" charset="-122"/>
              </a:rPr>
              <a:t>56</a:t>
            </a:fld>
            <a:endParaRPr lang="en-US" altLang="zh-CN" sz="1200">
              <a:ea typeface="宋体" pitchFamily="2" charset="-122"/>
            </a:endParaRPr>
          </a:p>
        </p:txBody>
      </p:sp>
      <p:sp>
        <p:nvSpPr>
          <p:cNvPr id="59396"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Challenges for OLAP on Sampling Data</a:t>
            </a:r>
          </a:p>
        </p:txBody>
      </p:sp>
      <p:sp>
        <p:nvSpPr>
          <p:cNvPr id="59397"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609600" lvl="0" indent="-609600" eaLnBrk="1" hangingPunct="1">
              <a:lnSpc>
                <a:spcPct val="90000"/>
              </a:lnSpc>
              <a:buFont typeface="Wingdings" pitchFamily="2" charset="2"/>
              <a:buChar char="§"/>
            </a:pPr>
            <a:r>
              <a:t>Computing confidence intervals in OLAP context</a:t>
            </a:r>
          </a:p>
          <a:p>
            <a:pPr marL="609600" lvl="0" indent="-609600" eaLnBrk="1" hangingPunct="1">
              <a:lnSpc>
                <a:spcPct val="90000"/>
              </a:lnSpc>
              <a:buFont typeface="Wingdings" pitchFamily="2" charset="2"/>
              <a:buChar char="§"/>
            </a:pPr>
            <a:r>
              <a:t>No data?</a:t>
            </a:r>
          </a:p>
          <a:p>
            <a:pPr marL="990600" lvl="1" indent="-533400" eaLnBrk="1" hangingPunct="1">
              <a:lnSpc>
                <a:spcPct val="90000"/>
              </a:lnSpc>
              <a:buFont typeface="Wingdings" pitchFamily="2" charset="2"/>
              <a:buChar char="§"/>
            </a:pPr>
            <a:r>
              <a:t>Not exactly.  No data in subspaces in cube</a:t>
            </a:r>
          </a:p>
          <a:p>
            <a:pPr marL="990600" lvl="1" indent="-533400" eaLnBrk="1" hangingPunct="1">
              <a:lnSpc>
                <a:spcPct val="90000"/>
              </a:lnSpc>
              <a:buFont typeface="Wingdings" pitchFamily="2" charset="2"/>
              <a:buChar char="§"/>
            </a:pPr>
            <a:r>
              <a:t>Sparse data</a:t>
            </a:r>
          </a:p>
          <a:p>
            <a:pPr marL="990600" lvl="1" indent="-533400" eaLnBrk="1" hangingPunct="1">
              <a:lnSpc>
                <a:spcPct val="90000"/>
              </a:lnSpc>
              <a:buFont typeface="Wingdings" pitchFamily="2" charset="2"/>
              <a:buChar char="§"/>
            </a:pPr>
            <a:r>
              <a:t>Causes include sampling bias and query selection bias </a:t>
            </a:r>
          </a:p>
          <a:p>
            <a:pPr marL="609600" lvl="0" indent="-609600" eaLnBrk="1" hangingPunct="1">
              <a:lnSpc>
                <a:spcPct val="90000"/>
              </a:lnSpc>
              <a:buFont typeface="Wingdings" pitchFamily="2" charset="2"/>
              <a:buChar char="§"/>
            </a:pPr>
            <a:r>
              <a:t>Curse of dimensionality</a:t>
            </a:r>
          </a:p>
          <a:p>
            <a:pPr marL="990600" lvl="1" indent="-533400" eaLnBrk="1" hangingPunct="1">
              <a:lnSpc>
                <a:spcPct val="90000"/>
              </a:lnSpc>
              <a:buFont typeface="Wingdings" pitchFamily="2" charset="2"/>
              <a:buChar char="§"/>
            </a:pPr>
            <a:r>
              <a:t>Survey data can be high dimensional</a:t>
            </a:r>
          </a:p>
          <a:p>
            <a:pPr marL="990600" lvl="1" indent="-533400" eaLnBrk="1" hangingPunct="1">
              <a:lnSpc>
                <a:spcPct val="90000"/>
              </a:lnSpc>
              <a:buFont typeface="Wingdings" pitchFamily="2" charset="2"/>
              <a:buChar char="§"/>
            </a:pPr>
            <a:r>
              <a:t>Over 600 dimensions in real world example</a:t>
            </a:r>
          </a:p>
          <a:p>
            <a:pPr marL="990600" lvl="1" indent="-533400" eaLnBrk="1" hangingPunct="1">
              <a:lnSpc>
                <a:spcPct val="90000"/>
              </a:lnSpc>
              <a:buFont typeface="Wingdings" pitchFamily="2" charset="2"/>
              <a:buChar char="§"/>
            </a:pPr>
            <a:r>
              <a:t>Impossible to fully materialize</a:t>
            </a: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041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2B64262-58AD-46A6-B5CB-926280FE466A}" type="slidenum">
              <a:rPr lang="zh-CN" altLang="en-US" sz="1200">
                <a:ea typeface="宋体" pitchFamily="2" charset="-122"/>
              </a:rPr>
              <a:t>57</a:t>
            </a:fld>
            <a:endParaRPr lang="en-US" altLang="zh-CN" sz="1200">
              <a:ea typeface="宋体" pitchFamily="2" charset="-122"/>
            </a:endParaRPr>
          </a:p>
        </p:txBody>
      </p:sp>
      <p:sp>
        <p:nvSpPr>
          <p:cNvPr id="60419"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C123A80-14FC-4E5E-889E-C212C24C2165}" type="slidenum">
              <a:rPr lang="zh-CN" altLang="en-US" sz="1200">
                <a:ea typeface="宋体" pitchFamily="2" charset="-122"/>
              </a:rPr>
              <a:t>57</a:t>
            </a:fld>
            <a:endParaRPr lang="en-US" altLang="zh-CN" sz="1200">
              <a:ea typeface="宋体" pitchFamily="2" charset="-122"/>
            </a:endParaRPr>
          </a:p>
        </p:txBody>
      </p:sp>
      <p:sp>
        <p:nvSpPr>
          <p:cNvPr id="60420"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Example 1: Confidence Interval</a:t>
            </a:r>
          </a:p>
        </p:txBody>
      </p:sp>
      <p:graphicFrame>
        <p:nvGraphicFramePr>
          <p:cNvPr id="60421" name="Group 48" title=""/>
          <p:cNvGraphicFramePr>
            <a:graphicFrameLocks noGrp="1"/>
          </p:cNvGraphicFramePr>
          <p:nvPr>
            <p:ph sz="quarter" idx="4294967295"/>
          </p:nvPr>
        </p:nvGraphicFramePr>
        <p:xfrm>
          <a:off x="457200" y="2659062"/>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BBC737"/>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sp>
        <p:nvSpPr>
          <p:cNvPr id="60453" name="TextBox 188" title=""/>
          <p:cNvSpPr txBox="1"/>
          <p:nvPr/>
        </p:nvSpPr>
        <p:spPr>
          <a:xfrm>
            <a:off x="152400" y="1371600"/>
            <a:ext cx="8983663" cy="968375"/>
          </a:xfrm>
          <a:prstGeom prst="rect">
            <a:avLst/>
          </a:prstGeom>
          <a:noFill/>
          <a:ln>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nSpc>
                <a:spcPct val="120000"/>
              </a:lnSpc>
            </a:pPr>
            <a:r>
              <a:rPr sz="2400" i="1">
                <a:solidFill>
                  <a:schemeClr val="tx2"/>
                </a:solidFill>
                <a:latin typeface="Gill Sans MT" pitchFamily="34" charset="0"/>
                <a:ea typeface="MS PGothic" pitchFamily="34" charset="-128"/>
              </a:rPr>
              <a:t>What is the average income of 19-year-old high-school students?</a:t>
            </a:r>
            <a:endParaRPr sz="2400" i="1">
              <a:solidFill>
                <a:schemeClr val="tx2"/>
              </a:solidFill>
              <a:latin typeface="Gill Sans MT" pitchFamily="34" charset="0"/>
              <a:ea typeface="MS PGothic" pitchFamily="34" charset="-128"/>
            </a:endParaRPr>
          </a:p>
          <a:p>
            <a:pPr marL="742950" lvl="1" indent="-285750">
              <a:lnSpc>
                <a:spcPct val="120000"/>
              </a:lnSpc>
            </a:pPr>
            <a:r>
              <a:rPr sz="2400" i="1">
                <a:solidFill>
                  <a:schemeClr val="tx2"/>
                </a:solidFill>
                <a:latin typeface="Gill Sans MT" pitchFamily="34" charset="0"/>
                <a:ea typeface="MS PGothic" pitchFamily="34" charset="-128"/>
              </a:rPr>
              <a:t>Return not only query result but also confidence interval</a:t>
            </a:r>
            <a:endParaRPr sz="2400" i="1">
              <a:solidFill>
                <a:schemeClr val="tx2"/>
              </a:solidFill>
              <a:latin typeface="Gill Sans MT" pitchFamily="34" charset="0"/>
              <a:ea typeface="MS PGothic" pitchFamily="34" charset="-128"/>
            </a:endParaRPr>
          </a:p>
        </p:txBody>
      </p:sp>
      <p:pic>
        <p:nvPicPr>
          <p:cNvPr id="60454" name="Picture 189" descr="person-red.gif" title=""/>
          <p:cNvPicPr>
            <a:picLocks noChangeAspect="1"/>
          </p:cNvPicPr>
          <p:nvPr/>
        </p:nvPicPr>
        <p:blipFill>
          <a:blip r:embed="rId3"/>
          <a:stretch>
            <a:fillRect/>
          </a:stretch>
        </p:blipFill>
        <p:spPr>
          <a:xfrm>
            <a:off x="2590800" y="3279775"/>
            <a:ext cx="344488" cy="533400"/>
          </a:xfrm>
          <a:prstGeom prst="rect">
            <a:avLst/>
          </a:prstGeom>
          <a:noFill/>
          <a:ln>
            <a:noFill/>
            <a:miter lim="800000"/>
          </a:ln>
        </p:spPr>
      </p:pic>
      <p:pic>
        <p:nvPicPr>
          <p:cNvPr id="60455" name="Picture 190" descr="person-red.gif" title=""/>
          <p:cNvPicPr>
            <a:picLocks noChangeAspect="1"/>
          </p:cNvPicPr>
          <p:nvPr/>
        </p:nvPicPr>
        <p:blipFill>
          <a:blip r:embed="rId3"/>
          <a:stretch>
            <a:fillRect/>
          </a:stretch>
        </p:blipFill>
        <p:spPr>
          <a:xfrm>
            <a:off x="3694113" y="3279775"/>
            <a:ext cx="344487" cy="533400"/>
          </a:xfrm>
          <a:prstGeom prst="rect">
            <a:avLst/>
          </a:prstGeom>
          <a:noFill/>
          <a:ln>
            <a:noFill/>
            <a:miter lim="800000"/>
          </a:ln>
        </p:spPr>
      </p:pic>
      <p:pic>
        <p:nvPicPr>
          <p:cNvPr id="60456" name="Picture 191" descr="person-red.gif" title=""/>
          <p:cNvPicPr>
            <a:picLocks noChangeAspect="1"/>
          </p:cNvPicPr>
          <p:nvPr/>
        </p:nvPicPr>
        <p:blipFill>
          <a:blip r:embed="rId3"/>
          <a:stretch>
            <a:fillRect/>
          </a:stretch>
        </p:blipFill>
        <p:spPr>
          <a:xfrm>
            <a:off x="2590800" y="4194175"/>
            <a:ext cx="344488" cy="533400"/>
          </a:xfrm>
          <a:prstGeom prst="rect">
            <a:avLst/>
          </a:prstGeom>
          <a:noFill/>
          <a:ln>
            <a:noFill/>
            <a:miter lim="800000"/>
          </a:ln>
        </p:spPr>
      </p:pic>
      <p:pic>
        <p:nvPicPr>
          <p:cNvPr id="60457" name="Picture 192" descr="person-red.gif" title=""/>
          <p:cNvPicPr>
            <a:picLocks noChangeAspect="1"/>
          </p:cNvPicPr>
          <p:nvPr/>
        </p:nvPicPr>
        <p:blipFill>
          <a:blip r:embed="rId3"/>
          <a:stretch>
            <a:fillRect/>
          </a:stretch>
        </p:blipFill>
        <p:spPr>
          <a:xfrm>
            <a:off x="5562600" y="3279775"/>
            <a:ext cx="344488" cy="533400"/>
          </a:xfrm>
          <a:prstGeom prst="rect">
            <a:avLst/>
          </a:prstGeom>
          <a:noFill/>
          <a:ln>
            <a:noFill/>
            <a:miter lim="800000"/>
          </a:ln>
        </p:spPr>
      </p:pic>
      <p:pic>
        <p:nvPicPr>
          <p:cNvPr id="60458" name="Picture 193" descr="person-red.gif" title=""/>
          <p:cNvPicPr>
            <a:picLocks noChangeAspect="1"/>
          </p:cNvPicPr>
          <p:nvPr/>
        </p:nvPicPr>
        <p:blipFill>
          <a:blip r:embed="rId3"/>
          <a:stretch>
            <a:fillRect/>
          </a:stretch>
        </p:blipFill>
        <p:spPr>
          <a:xfrm>
            <a:off x="3048000" y="4194175"/>
            <a:ext cx="344488" cy="533400"/>
          </a:xfrm>
          <a:prstGeom prst="rect">
            <a:avLst/>
          </a:prstGeom>
          <a:noFill/>
          <a:ln>
            <a:noFill/>
            <a:miter lim="800000"/>
          </a:ln>
        </p:spPr>
      </p:pic>
      <p:pic>
        <p:nvPicPr>
          <p:cNvPr id="60459" name="Picture 194" descr="person-red.gif" title=""/>
          <p:cNvPicPr>
            <a:picLocks noChangeAspect="1"/>
          </p:cNvPicPr>
          <p:nvPr/>
        </p:nvPicPr>
        <p:blipFill>
          <a:blip r:embed="rId3"/>
          <a:stretch>
            <a:fillRect/>
          </a:stretch>
        </p:blipFill>
        <p:spPr>
          <a:xfrm>
            <a:off x="4114800" y="4194175"/>
            <a:ext cx="344488" cy="533400"/>
          </a:xfrm>
          <a:prstGeom prst="rect">
            <a:avLst/>
          </a:prstGeom>
          <a:noFill/>
          <a:ln>
            <a:noFill/>
            <a:miter lim="800000"/>
          </a:ln>
        </p:spPr>
      </p:pic>
      <p:pic>
        <p:nvPicPr>
          <p:cNvPr id="60460" name="Picture 195" descr="person-red.gif" title=""/>
          <p:cNvPicPr>
            <a:picLocks noChangeAspect="1"/>
          </p:cNvPicPr>
          <p:nvPr/>
        </p:nvPicPr>
        <p:blipFill>
          <a:blip r:embed="rId3"/>
          <a:stretch>
            <a:fillRect/>
          </a:stretch>
        </p:blipFill>
        <p:spPr>
          <a:xfrm>
            <a:off x="2779713" y="4956175"/>
            <a:ext cx="344487" cy="533400"/>
          </a:xfrm>
          <a:prstGeom prst="rect">
            <a:avLst/>
          </a:prstGeom>
          <a:noFill/>
          <a:ln>
            <a:noFill/>
            <a:miter lim="800000"/>
          </a:ln>
        </p:spPr>
      </p:pic>
      <p:pic>
        <p:nvPicPr>
          <p:cNvPr id="60461" name="Picture 196" descr="person-red.gif" title=""/>
          <p:cNvPicPr>
            <a:picLocks noChangeAspect="1"/>
          </p:cNvPicPr>
          <p:nvPr/>
        </p:nvPicPr>
        <p:blipFill>
          <a:blip r:embed="rId3"/>
          <a:stretch>
            <a:fillRect/>
          </a:stretch>
        </p:blipFill>
        <p:spPr>
          <a:xfrm>
            <a:off x="6056313" y="4956175"/>
            <a:ext cx="344487" cy="533400"/>
          </a:xfrm>
          <a:prstGeom prst="rect">
            <a:avLst/>
          </a:prstGeom>
          <a:noFill/>
          <a:ln>
            <a:noFill/>
            <a:miter lim="800000"/>
          </a:ln>
        </p:spPr>
      </p:pic>
      <p:pic>
        <p:nvPicPr>
          <p:cNvPr id="60462" name="Picture 197" descr="person-red.gif" title=""/>
          <p:cNvPicPr>
            <a:picLocks noChangeAspect="1"/>
          </p:cNvPicPr>
          <p:nvPr/>
        </p:nvPicPr>
        <p:blipFill>
          <a:blip r:embed="rId3"/>
          <a:stretch>
            <a:fillRect/>
          </a:stretch>
        </p:blipFill>
        <p:spPr>
          <a:xfrm>
            <a:off x="8153400" y="4956175"/>
            <a:ext cx="344488" cy="533400"/>
          </a:xfrm>
          <a:prstGeom prst="rect">
            <a:avLst/>
          </a:prstGeom>
          <a:noFill/>
          <a:ln>
            <a:noFill/>
            <a:miter lim="800000"/>
          </a:ln>
        </p:spPr>
      </p:pic>
      <p:pic>
        <p:nvPicPr>
          <p:cNvPr id="60463" name="Picture 14" descr="person-red.gif" title=""/>
          <p:cNvPicPr>
            <a:picLocks noChangeAspect="1"/>
          </p:cNvPicPr>
          <p:nvPr/>
        </p:nvPicPr>
        <p:blipFill>
          <a:blip r:embed="rId3"/>
          <a:stretch>
            <a:fillRect/>
          </a:stretch>
        </p:blipFill>
        <p:spPr>
          <a:xfrm>
            <a:off x="5867400" y="4194175"/>
            <a:ext cx="344488" cy="533400"/>
          </a:xfrm>
          <a:prstGeom prst="rect">
            <a:avLst/>
          </a:prstGeom>
          <a:noFill/>
          <a:ln>
            <a:noFill/>
            <a:miter lim="800000"/>
          </a:ln>
        </p:spPr>
      </p:pic>
      <p:pic>
        <p:nvPicPr>
          <p:cNvPr id="60464" name="Picture 15" descr="person-red.gif" title=""/>
          <p:cNvPicPr>
            <a:picLocks noChangeAspect="1"/>
          </p:cNvPicPr>
          <p:nvPr/>
        </p:nvPicPr>
        <p:blipFill>
          <a:blip r:embed="rId3"/>
          <a:stretch>
            <a:fillRect/>
          </a:stretch>
        </p:blipFill>
        <p:spPr>
          <a:xfrm>
            <a:off x="6248400" y="4194175"/>
            <a:ext cx="344488" cy="5334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144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7082A32-C7DD-42FB-ADBA-A6375A2FDF2B}" type="slidenum">
              <a:rPr lang="zh-CN" altLang="en-US" sz="1200">
                <a:ea typeface="宋体" pitchFamily="2" charset="-122"/>
              </a:rPr>
              <a:t>58</a:t>
            </a:fld>
            <a:endParaRPr lang="en-US" altLang="zh-CN" sz="1200">
              <a:ea typeface="宋体" pitchFamily="2" charset="-122"/>
            </a:endParaRPr>
          </a:p>
        </p:txBody>
      </p:sp>
      <p:sp>
        <p:nvSpPr>
          <p:cNvPr id="61443"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995DBA8-22D5-42AA-ACE1-40559E99DC02}" type="slidenum">
              <a:rPr lang="zh-CN" altLang="en-US" sz="1200">
                <a:ea typeface="宋体" pitchFamily="2" charset="-122"/>
              </a:rPr>
              <a:t>58</a:t>
            </a:fld>
            <a:endParaRPr lang="en-US" altLang="zh-CN" sz="1200">
              <a:ea typeface="宋体" pitchFamily="2" charset="-122"/>
            </a:endParaRPr>
          </a:p>
        </p:txBody>
      </p:sp>
      <p:sp>
        <p:nvSpPr>
          <p:cNvPr id="61444"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4000"/>
              <a:t>Confidence Interval</a:t>
            </a:r>
            <a:endParaRPr sz="4000"/>
          </a:p>
        </p:txBody>
      </p:sp>
      <p:sp>
        <p:nvSpPr>
          <p:cNvPr id="61445" name="Content Placeholder 3" title=""/>
          <p:cNvSpPr>
            <a:spLocks noGrp="1"/>
          </p:cNvSpPr>
          <p:nvPr>
            <p:ph sz="quarter" idx="1"/>
          </p:nvPr>
        </p:nvSpPr>
        <p:spPr>
          <a:xfrm>
            <a:off x="457200" y="1371600"/>
            <a:ext cx="82296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0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0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18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6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600" b="0" i="0" u="none" baseline="0">
                <a:solidFill>
                  <a:schemeClr val="tx1"/>
                </a:solidFill>
                <a:effectLst/>
                <a:latin typeface="Tahoma" pitchFamily="34" charset="0"/>
              </a:defRPr>
            </a:lvl5pPr>
          </a:lstStyle>
          <a:p>
            <a:pPr marL="273050" lvl="1" indent="-273050" eaLnBrk="1" hangingPunct="1">
              <a:lnSpc>
                <a:spcPct val="120000"/>
              </a:lnSpc>
              <a:spcBef>
                <a:spcPts val="600"/>
              </a:spcBef>
              <a:buClr>
                <a:schemeClr val="accent1"/>
              </a:buClr>
              <a:buFont typeface="Wingdings" pitchFamily="2" charset="2"/>
              <a:buChar char="§"/>
            </a:pPr>
            <a:r>
              <a:rPr sz="2400" i="1"/>
              <a:t>Confidence interval at    : </a:t>
            </a:r>
            <a:endParaRPr sz="2400" i="1"/>
          </a:p>
          <a:p>
            <a:pPr marL="547688" lvl="2" indent="-228600" eaLnBrk="1" hangingPunct="1">
              <a:lnSpc>
                <a:spcPct val="120000"/>
              </a:lnSpc>
              <a:spcBef>
                <a:spcPts val="600"/>
              </a:spcBef>
              <a:buClr>
                <a:schemeClr val="accent1"/>
              </a:buClr>
              <a:buFont typeface="Wingdings" pitchFamily="2" charset="2"/>
              <a:buChar char="§"/>
            </a:pPr>
            <a:r>
              <a:rPr sz="2400" i="1"/>
              <a:t>x is a sample of data set;     is the mean of sample</a:t>
            </a:r>
            <a:endParaRPr sz="2400" i="1"/>
          </a:p>
          <a:p>
            <a:pPr marL="547688" lvl="2" indent="-228600" eaLnBrk="1" hangingPunct="1">
              <a:lnSpc>
                <a:spcPct val="120000"/>
              </a:lnSpc>
              <a:spcBef>
                <a:spcPts val="600"/>
              </a:spcBef>
              <a:buClr>
                <a:schemeClr val="accent1"/>
              </a:buClr>
              <a:buFont typeface="Wingdings" pitchFamily="2" charset="2"/>
              <a:buChar char="§"/>
            </a:pPr>
            <a:r>
              <a:rPr sz="2400" i="1"/>
              <a:t> t</a:t>
            </a:r>
            <a:r>
              <a:rPr sz="2400" i="1" baseline="-25000"/>
              <a:t>c </a:t>
            </a:r>
            <a:r>
              <a:rPr sz="2400" i="1"/>
              <a:t>is the critical t-value, calculated by a look-up</a:t>
            </a:r>
            <a:endParaRPr sz="2400" i="1"/>
          </a:p>
          <a:p>
            <a:pPr marL="547688" lvl="2" indent="-228600" eaLnBrk="1" hangingPunct="1">
              <a:lnSpc>
                <a:spcPct val="120000"/>
              </a:lnSpc>
              <a:buChar char="n"/>
            </a:pPr>
            <a:r>
              <a:rPr sz="2400" i="1" baseline="-25000"/>
              <a:t>                         </a:t>
            </a:r>
            <a:r>
              <a:rPr sz="2400" i="1"/>
              <a:t>is </a:t>
            </a:r>
            <a:r>
              <a:rPr sz="2400"/>
              <a:t>the estimated standard error of the mean</a:t>
            </a:r>
            <a:endParaRPr sz="2400" i="1"/>
          </a:p>
          <a:p>
            <a:pPr marL="273050" lvl="1" indent="-273050" eaLnBrk="1" hangingPunct="1">
              <a:lnSpc>
                <a:spcPct val="120000"/>
              </a:lnSpc>
              <a:spcBef>
                <a:spcPts val="600"/>
              </a:spcBef>
              <a:buClr>
                <a:schemeClr val="accent1"/>
              </a:buClr>
              <a:buFont typeface="Wingdings" pitchFamily="2" charset="2"/>
              <a:buChar char="§"/>
            </a:pPr>
            <a:r>
              <a:rPr sz="2400" i="1"/>
              <a:t>Example</a:t>
            </a:r>
            <a:r>
              <a:rPr sz="2400" b="1" i="1"/>
              <a:t>: </a:t>
            </a:r>
            <a:r>
              <a:rPr sz="2400" i="1"/>
              <a:t>$50,000 ± $3,000 with 95% confidence</a:t>
            </a:r>
            <a:endParaRPr sz="2400" i="1"/>
          </a:p>
          <a:p>
            <a:pPr marL="547688" lvl="2" indent="-228600" eaLnBrk="1" hangingPunct="1">
              <a:lnSpc>
                <a:spcPct val="120000"/>
              </a:lnSpc>
              <a:spcBef>
                <a:spcPts val="600"/>
              </a:spcBef>
              <a:buClr>
                <a:schemeClr val="accent1"/>
              </a:buClr>
              <a:buFont typeface="Wingdings" pitchFamily="2" charset="2"/>
              <a:buChar char="§"/>
            </a:pPr>
            <a:r>
              <a:rPr sz="2400">
                <a:solidFill>
                  <a:schemeClr val="tx2"/>
                </a:solidFill>
              </a:rPr>
              <a:t>Treat points in cube cell as samples</a:t>
            </a:r>
            <a:endParaRPr sz="2400">
              <a:solidFill>
                <a:schemeClr val="tx2"/>
              </a:solidFill>
            </a:endParaRPr>
          </a:p>
          <a:p>
            <a:pPr marL="547688" lvl="2" indent="-228600" eaLnBrk="1" hangingPunct="1">
              <a:lnSpc>
                <a:spcPct val="120000"/>
              </a:lnSpc>
              <a:spcBef>
                <a:spcPts val="600"/>
              </a:spcBef>
              <a:buClr>
                <a:schemeClr val="accent1"/>
              </a:buClr>
              <a:buFont typeface="Wingdings" pitchFamily="2" charset="2"/>
              <a:buChar char="§"/>
            </a:pPr>
            <a:r>
              <a:rPr sz="2400">
                <a:solidFill>
                  <a:schemeClr val="tx2"/>
                </a:solidFill>
              </a:rPr>
              <a:t>Compute confidence interval as traditional sample set</a:t>
            </a:r>
            <a:endParaRPr sz="2400">
              <a:solidFill>
                <a:schemeClr val="tx2"/>
              </a:solidFill>
            </a:endParaRPr>
          </a:p>
          <a:p>
            <a:pPr marL="273050" lvl="0" indent="-273050" eaLnBrk="1" hangingPunct="1">
              <a:lnSpc>
                <a:spcPct val="120000"/>
              </a:lnSpc>
              <a:buFont typeface="Wingdings" pitchFamily="2" charset="2"/>
              <a:buChar char="§"/>
            </a:pPr>
            <a:r>
              <a:rPr sz="2400"/>
              <a:t>Return answer in the form of confidence interval</a:t>
            </a:r>
            <a:endParaRPr sz="2400"/>
          </a:p>
          <a:p>
            <a:pPr marL="547688" lvl="2" indent="-228600" eaLnBrk="1" hangingPunct="1">
              <a:lnSpc>
                <a:spcPct val="120000"/>
              </a:lnSpc>
              <a:buFont typeface="Wingdings" pitchFamily="2" charset="2"/>
              <a:buChar char="§"/>
            </a:pPr>
            <a:r>
              <a:rPr sz="2400"/>
              <a:t>Indicates </a:t>
            </a:r>
            <a:r>
              <a:rPr sz="2400" b="1"/>
              <a:t>quality </a:t>
            </a:r>
            <a:r>
              <a:rPr sz="2400"/>
              <a:t>of query answer</a:t>
            </a:r>
            <a:endParaRPr sz="2400"/>
          </a:p>
          <a:p>
            <a:pPr marL="547688" lvl="2" indent="-228600" eaLnBrk="1" hangingPunct="1">
              <a:lnSpc>
                <a:spcPct val="120000"/>
              </a:lnSpc>
              <a:buFont typeface="Wingdings" pitchFamily="2" charset="2"/>
              <a:buChar char="§"/>
            </a:pPr>
            <a:r>
              <a:rPr sz="2400"/>
              <a:t>User selects desired confidence interval</a:t>
            </a:r>
            <a:endParaRPr sz="2400"/>
          </a:p>
        </p:txBody>
      </p:sp>
      <p:graphicFrame>
        <p:nvGraphicFramePr>
          <p:cNvPr id="61446" name="AutoShape 4" title=""/>
          <p:cNvGraphicFramePr>
            <a:graphicFrameLocks noChangeAspect="1"/>
          </p:cNvGraphicFramePr>
          <p:nvPr/>
        </p:nvGraphicFramePr>
        <p:xfrm>
          <a:off x="4876800" y="2632075"/>
          <a:ext cx="1219200" cy="415925"/>
        </p:xfrm>
        <a:graphic>
          <a:graphicData uri="http://schemas.openxmlformats.org/presentationml/2006/ole">
            <mc:AlternateContent>
              <mc:Choice xmlns:v="urn:schemas-microsoft-com:vml" Requires="v">
                <p:oleObj spid="_x0000_s1058" name="Equation" r:id="rId3" imgW="1219200" imgH="415925" progId="Equation.3">
                  <p:embed/>
                </p:oleObj>
              </mc:Choice>
              <mc:Fallback>
                <p:oleObj name="Equation" r:id="rId3" imgW="1219200" imgH="415925" progId="Equation.3">
                  <p:embed/>
                  <p:pic>
                    <p:nvPicPr>
                      <p:cNvPr id="0" name="OLE substitute image"/>
                      <p:cNvPicPr/>
                      <p:nvPr/>
                    </p:nvPicPr>
                    <p:blipFill>
                      <a:blip r:embed="rId4"/>
                      <a:stretch>
                        <a:fillRect/>
                      </a:stretch>
                    </p:blipFill>
                    <p:spPr>
                      <a:xfrm>
                        <a:off x="4876800" y="2632075"/>
                        <a:ext cx="1219200" cy="415925"/>
                      </a:xfrm>
                      <a:prstGeom prst="rect">
                        <a:avLst/>
                      </a:prstGeom>
                      <a:noFill/>
                      <a:ln>
                        <a:noFill/>
                        <a:miter lim="800000"/>
                      </a:ln>
                    </p:spPr>
                  </p:pic>
                </p:oleObj>
              </mc:Fallback>
            </mc:AlternateContent>
          </a:graphicData>
        </a:graphic>
      </p:graphicFrame>
      <p:pic>
        <p:nvPicPr>
          <p:cNvPr id="61447" name="Picture 8" title=""/>
          <p:cNvPicPr>
            <a:picLocks noChangeAspect="1"/>
          </p:cNvPicPr>
          <p:nvPr/>
        </p:nvPicPr>
        <p:blipFill>
          <a:blip r:embed="rId5"/>
          <a:stretch>
            <a:fillRect/>
          </a:stretch>
        </p:blipFill>
        <p:spPr>
          <a:xfrm>
            <a:off x="4648200" y="1447800"/>
            <a:ext cx="1524000" cy="388938"/>
          </a:xfrm>
          <a:prstGeom prst="rect">
            <a:avLst/>
          </a:prstGeom>
          <a:noFill/>
          <a:ln>
            <a:noFill/>
            <a:miter lim="800000"/>
          </a:ln>
        </p:spPr>
      </p:pic>
      <p:pic>
        <p:nvPicPr>
          <p:cNvPr id="61448" name="Picture 9" title=""/>
          <p:cNvPicPr>
            <a:picLocks noChangeAspect="1"/>
          </p:cNvPicPr>
          <p:nvPr/>
        </p:nvPicPr>
        <p:blipFill>
          <a:blip r:embed="rId6"/>
          <a:stretch>
            <a:fillRect/>
          </a:stretch>
        </p:blipFill>
        <p:spPr>
          <a:xfrm>
            <a:off x="1143000" y="2895600"/>
            <a:ext cx="1447800" cy="560388"/>
          </a:xfrm>
          <a:prstGeom prst="rect">
            <a:avLst/>
          </a:prstGeom>
          <a:noFill/>
          <a:ln>
            <a:noFill/>
            <a:miter lim="800000"/>
          </a:ln>
        </p:spPr>
      </p:pic>
      <p:pic>
        <p:nvPicPr>
          <p:cNvPr id="61449" name="Picture 9" title=""/>
          <p:cNvPicPr>
            <a:picLocks noChangeAspect="1"/>
          </p:cNvPicPr>
          <p:nvPr/>
        </p:nvPicPr>
        <p:blipFill>
          <a:blip r:embed="rId7"/>
          <a:stretch>
            <a:fillRect/>
          </a:stretch>
        </p:blipFill>
        <p:spPr>
          <a:xfrm>
            <a:off x="4635500" y="2012950"/>
            <a:ext cx="317500" cy="273050"/>
          </a:xfrm>
          <a:prstGeom prst="rect">
            <a:avLst/>
          </a:prstGeom>
          <a:noFill/>
          <a:ln>
            <a:noFill/>
            <a:miter lim="800000"/>
          </a:ln>
        </p:spPr>
      </p:pic>
      <p:pic>
        <p:nvPicPr>
          <p:cNvPr id="61450" name="Picture 10" title=""/>
          <p:cNvPicPr>
            <a:picLocks noChangeAspect="1"/>
          </p:cNvPicPr>
          <p:nvPr/>
        </p:nvPicPr>
        <p:blipFill>
          <a:blip r:embed="rId7"/>
          <a:stretch>
            <a:fillRect/>
          </a:stretch>
        </p:blipFill>
        <p:spPr>
          <a:xfrm>
            <a:off x="3886200" y="1524000"/>
            <a:ext cx="317500" cy="27305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5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246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74301F2-E97D-480B-8CAE-93D4D5518F33}" type="slidenum">
              <a:rPr lang="zh-CN" altLang="en-US" sz="1200">
                <a:ea typeface="宋体" pitchFamily="2" charset="-122"/>
              </a:rPr>
              <a:t>59</a:t>
            </a:fld>
            <a:endParaRPr lang="en-US" altLang="zh-CN" sz="1200">
              <a:ea typeface="宋体" pitchFamily="2" charset="-122"/>
            </a:endParaRPr>
          </a:p>
        </p:txBody>
      </p:sp>
      <p:sp>
        <p:nvSpPr>
          <p:cNvPr id="6246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90DDA69-7593-493F-8DE0-61035433F5D8}" type="slidenum">
              <a:rPr lang="zh-CN" altLang="en-US" sz="1200">
                <a:ea typeface="宋体" pitchFamily="2" charset="-122"/>
              </a:rPr>
              <a:t>59</a:t>
            </a:fld>
            <a:endParaRPr lang="en-US" altLang="zh-CN" sz="1200">
              <a:ea typeface="宋体" pitchFamily="2" charset="-122"/>
            </a:endParaRPr>
          </a:p>
        </p:txBody>
      </p:sp>
      <p:sp>
        <p:nvSpPr>
          <p:cNvPr id="62468" name="Title 1" title=""/>
          <p:cNvSpPr>
            <a:spLocks noGrp="1"/>
          </p:cNvSpPr>
          <p:nvPr>
            <p:ph type="title"/>
          </p:nvPr>
        </p:nvSpPr>
        <p:spPr>
          <a:xfrm>
            <a:off x="-152400" y="228600"/>
            <a:ext cx="93726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2800"/>
              <a:t>Efficient Computing Confidence Interval Measures</a:t>
            </a:r>
            <a:endParaRPr sz="2800"/>
          </a:p>
        </p:txBody>
      </p:sp>
      <p:sp>
        <p:nvSpPr>
          <p:cNvPr id="62469" name="Content Placeholder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273050" lvl="0" indent="-273050" eaLnBrk="1" hangingPunct="1">
              <a:lnSpc>
                <a:spcPct val="130000"/>
              </a:lnSpc>
              <a:buFont typeface="Wingdings" pitchFamily="2" charset="2"/>
              <a:buChar char="§"/>
            </a:pPr>
            <a:r>
              <a:rPr sz="2400">
                <a:latin typeface="Arial" pitchFamily="34" charset="0"/>
              </a:rPr>
              <a:t>Efficient computation in all cells in data cube</a:t>
            </a:r>
            <a:endParaRPr sz="2400">
              <a:latin typeface="Arial" pitchFamily="34" charset="0"/>
            </a:endParaRPr>
          </a:p>
          <a:p>
            <a:pPr marL="547688" lvl="2" indent="-228600" eaLnBrk="1" hangingPunct="1">
              <a:lnSpc>
                <a:spcPct val="130000"/>
              </a:lnSpc>
              <a:buFont typeface="Wingdings" pitchFamily="2" charset="2"/>
              <a:buChar char="§"/>
            </a:pPr>
            <a:r>
              <a:rPr>
                <a:latin typeface="Arial" pitchFamily="34" charset="0"/>
              </a:rPr>
              <a:t>Both mean and confidence interval are </a:t>
            </a:r>
            <a:r>
              <a:rPr b="1">
                <a:latin typeface="Arial" pitchFamily="34" charset="0"/>
              </a:rPr>
              <a:t>algebraic</a:t>
            </a:r>
            <a:endParaRPr b="1">
              <a:latin typeface="Arial" pitchFamily="34" charset="0"/>
            </a:endParaRPr>
          </a:p>
          <a:p>
            <a:pPr marL="547688" lvl="2" indent="-228600" eaLnBrk="1" hangingPunct="1">
              <a:lnSpc>
                <a:spcPct val="130000"/>
              </a:lnSpc>
              <a:buFont typeface="Wingdings" pitchFamily="2" charset="2"/>
              <a:buChar char="§"/>
            </a:pPr>
            <a:r>
              <a:rPr>
                <a:latin typeface="Arial" pitchFamily="34" charset="0"/>
              </a:rPr>
              <a:t>Why confidence interval measure is algebraic?</a:t>
            </a:r>
            <a:endParaRPr>
              <a:latin typeface="Arial" pitchFamily="34" charset="0"/>
            </a:endParaRPr>
          </a:p>
          <a:p>
            <a:pPr marL="547688" lvl="2" indent="-228600" eaLnBrk="1" hangingPunct="1">
              <a:lnSpc>
                <a:spcPct val="130000"/>
              </a:lnSpc>
              <a:buFont typeface="Wingdings" pitchFamily="2" charset="2"/>
              <a:buChar char="§"/>
            </a:pPr>
            <a:endParaRPr>
              <a:latin typeface="Arial" pitchFamily="34" charset="0"/>
            </a:endParaRPr>
          </a:p>
          <a:p>
            <a:pPr marL="547688" lvl="2" indent="-228600" eaLnBrk="1" hangingPunct="1">
              <a:lnSpc>
                <a:spcPct val="130000"/>
              </a:lnSpc>
              <a:buNone/>
            </a:pPr>
            <a:r>
              <a:rPr>
                <a:latin typeface="Arial" pitchFamily="34" charset="0"/>
              </a:rPr>
              <a:t>        is algebraic</a:t>
            </a:r>
            <a:endParaRPr>
              <a:latin typeface="Arial" pitchFamily="34" charset="0"/>
            </a:endParaRPr>
          </a:p>
          <a:p>
            <a:pPr marL="547688" lvl="2" indent="-228600" eaLnBrk="1" hangingPunct="1">
              <a:lnSpc>
                <a:spcPct val="130000"/>
              </a:lnSpc>
              <a:buNone/>
            </a:pPr>
            <a:r>
              <a:rPr>
                <a:latin typeface="Arial" pitchFamily="34" charset="0"/>
              </a:rPr>
              <a:t>                      where both</a:t>
            </a:r>
            <a:r>
              <a:rPr i="1">
                <a:latin typeface="Arial" pitchFamily="34" charset="0"/>
              </a:rPr>
              <a:t> s</a:t>
            </a:r>
            <a:r>
              <a:rPr>
                <a:latin typeface="Arial" pitchFamily="34" charset="0"/>
              </a:rPr>
              <a:t> and </a:t>
            </a:r>
            <a:r>
              <a:rPr i="1">
                <a:latin typeface="Arial" pitchFamily="34" charset="0"/>
              </a:rPr>
              <a:t>l (count)</a:t>
            </a:r>
            <a:r>
              <a:rPr>
                <a:latin typeface="Arial" pitchFamily="34" charset="0"/>
              </a:rPr>
              <a:t> are algebraic</a:t>
            </a:r>
            <a:endParaRPr>
              <a:latin typeface="Arial" pitchFamily="34" charset="0"/>
            </a:endParaRPr>
          </a:p>
          <a:p>
            <a:pPr marL="273050" lvl="0" indent="-273050" eaLnBrk="1" hangingPunct="1">
              <a:lnSpc>
                <a:spcPct val="130000"/>
              </a:lnSpc>
              <a:buFont typeface="Wingdings" pitchFamily="2" charset="2"/>
              <a:buChar char="§"/>
            </a:pPr>
            <a:r>
              <a:rPr sz="2400">
                <a:latin typeface="Arial" pitchFamily="34" charset="0"/>
              </a:rPr>
              <a:t>Thus one can calculate cells efficiently at more general cuboids without having to start at the base cuboid each time</a:t>
            </a:r>
            <a:endParaRPr sz="2400">
              <a:latin typeface="Arial" pitchFamily="34" charset="0"/>
            </a:endParaRPr>
          </a:p>
        </p:txBody>
      </p:sp>
      <p:graphicFrame>
        <p:nvGraphicFramePr>
          <p:cNvPr id="62470" name="AutoShape 4" title=""/>
          <p:cNvGraphicFramePr>
            <a:graphicFrameLocks noChangeAspect="1"/>
          </p:cNvGraphicFramePr>
          <p:nvPr/>
        </p:nvGraphicFramePr>
        <p:xfrm>
          <a:off x="4876800" y="2632075"/>
          <a:ext cx="1219200" cy="415925"/>
        </p:xfrm>
        <a:graphic>
          <a:graphicData uri="http://schemas.openxmlformats.org/presentationml/2006/ole">
            <mc:AlternateContent>
              <mc:Choice xmlns:v="urn:schemas-microsoft-com:vml" Requires="v">
                <p:oleObj spid="_x0000_s1059" name="Equation" r:id="rId3" imgW="1219200" imgH="415925" progId="Equation.3">
                  <p:embed/>
                </p:oleObj>
              </mc:Choice>
              <mc:Fallback>
                <p:oleObj name="Equation" r:id="rId3" imgW="1219200" imgH="415925" progId="Equation.3">
                  <p:embed/>
                  <p:pic>
                    <p:nvPicPr>
                      <p:cNvPr id="0" name="OLE substitute image"/>
                      <p:cNvPicPr/>
                      <p:nvPr/>
                    </p:nvPicPr>
                    <p:blipFill>
                      <a:blip r:embed="rId4"/>
                      <a:stretch>
                        <a:fillRect/>
                      </a:stretch>
                    </p:blipFill>
                    <p:spPr>
                      <a:xfrm>
                        <a:off x="4876800" y="2632075"/>
                        <a:ext cx="1219200" cy="415925"/>
                      </a:xfrm>
                      <a:prstGeom prst="rect">
                        <a:avLst/>
                      </a:prstGeom>
                      <a:noFill/>
                      <a:ln>
                        <a:noFill/>
                        <a:miter lim="800000"/>
                      </a:ln>
                    </p:spPr>
                  </p:pic>
                </p:oleObj>
              </mc:Fallback>
            </mc:AlternateContent>
          </a:graphicData>
        </a:graphic>
      </p:graphicFrame>
      <p:pic>
        <p:nvPicPr>
          <p:cNvPr id="62471" name="Picture 8" title=""/>
          <p:cNvPicPr>
            <a:picLocks noChangeAspect="1"/>
          </p:cNvPicPr>
          <p:nvPr/>
        </p:nvPicPr>
        <p:blipFill>
          <a:blip r:embed="rId5"/>
          <a:stretch>
            <a:fillRect/>
          </a:stretch>
        </p:blipFill>
        <p:spPr>
          <a:xfrm>
            <a:off x="2819400" y="3140075"/>
            <a:ext cx="2057400" cy="525463"/>
          </a:xfrm>
          <a:prstGeom prst="rect">
            <a:avLst/>
          </a:prstGeom>
          <a:noFill/>
          <a:ln>
            <a:noFill/>
            <a:miter lim="800000"/>
          </a:ln>
        </p:spPr>
      </p:pic>
      <p:pic>
        <p:nvPicPr>
          <p:cNvPr id="62472" name="Picture 11" title=""/>
          <p:cNvPicPr>
            <a:picLocks noChangeAspect="1"/>
          </p:cNvPicPr>
          <p:nvPr/>
        </p:nvPicPr>
        <p:blipFill>
          <a:blip r:embed="rId6"/>
          <a:stretch>
            <a:fillRect/>
          </a:stretch>
        </p:blipFill>
        <p:spPr>
          <a:xfrm>
            <a:off x="1066800" y="3886200"/>
            <a:ext cx="317500" cy="273050"/>
          </a:xfrm>
          <a:prstGeom prst="rect">
            <a:avLst/>
          </a:prstGeom>
          <a:noFill/>
          <a:ln>
            <a:noFill/>
            <a:miter lim="800000"/>
          </a:ln>
        </p:spPr>
      </p:pic>
      <p:pic>
        <p:nvPicPr>
          <p:cNvPr id="62473" name="Picture 9" title=""/>
          <p:cNvPicPr>
            <a:picLocks noChangeAspect="1"/>
          </p:cNvPicPr>
          <p:nvPr/>
        </p:nvPicPr>
        <p:blipFill>
          <a:blip r:embed="rId7"/>
          <a:stretch>
            <a:fillRect/>
          </a:stretch>
        </p:blipFill>
        <p:spPr>
          <a:xfrm>
            <a:off x="990600" y="4257675"/>
            <a:ext cx="1600200" cy="619125"/>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349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5954C74-98AC-47D2-9176-58FFF07245AA}" type="slidenum">
              <a:rPr lang="zh-CN" altLang="en-US" sz="1200">
                <a:ea typeface="宋体" pitchFamily="2" charset="-122"/>
              </a:rPr>
              <a:t>60</a:t>
            </a:fld>
            <a:endParaRPr lang="en-US" altLang="zh-CN" sz="1200">
              <a:ea typeface="宋体" pitchFamily="2" charset="-122"/>
            </a:endParaRPr>
          </a:p>
        </p:txBody>
      </p:sp>
      <p:sp>
        <p:nvSpPr>
          <p:cNvPr id="63491"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FEF5BC9-CC89-44F6-BE20-2F6A71E1EF8D}" type="slidenum">
              <a:rPr lang="zh-CN" altLang="en-US" sz="1200">
                <a:ea typeface="宋体" pitchFamily="2" charset="-122"/>
              </a:rPr>
              <a:t>60</a:t>
            </a:fld>
            <a:endParaRPr lang="en-US" altLang="zh-CN" sz="1200">
              <a:ea typeface="宋体" pitchFamily="2" charset="-122"/>
            </a:endParaRPr>
          </a:p>
        </p:txBody>
      </p:sp>
      <p:sp>
        <p:nvSpPr>
          <p:cNvPr id="63492"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Example 2: Query Expansion</a:t>
            </a:r>
          </a:p>
        </p:txBody>
      </p:sp>
      <p:graphicFrame>
        <p:nvGraphicFramePr>
          <p:cNvPr id="63493" name="Group 48" title=""/>
          <p:cNvGraphicFramePr>
            <a:graphicFrameLocks noGrp="1"/>
          </p:cNvGraphicFramePr>
          <p:nvPr>
            <p:ph sz="quarter" idx="4294967295"/>
          </p:nvPr>
        </p:nvGraphicFramePr>
        <p:xfrm>
          <a:off x="457200" y="2351088"/>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BBC737"/>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sp>
        <p:nvSpPr>
          <p:cNvPr id="63525" name="TextBox 188" title=""/>
          <p:cNvSpPr txBox="1"/>
          <p:nvPr/>
        </p:nvSpPr>
        <p:spPr>
          <a:xfrm>
            <a:off x="457200" y="1371600"/>
            <a:ext cx="7142163" cy="40005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sz="2000" i="1">
                <a:solidFill>
                  <a:schemeClr val="tx2"/>
                </a:solidFill>
                <a:latin typeface="Arial" pitchFamily="34" charset="0"/>
                <a:ea typeface="MS PGothic" pitchFamily="34" charset="-128"/>
              </a:rPr>
              <a:t>What is the average income of 19-year-old college students?</a:t>
            </a:r>
            <a:endParaRPr sz="2000" b="1" i="1">
              <a:solidFill>
                <a:schemeClr val="tx2"/>
              </a:solidFill>
              <a:latin typeface="Arial" pitchFamily="34" charset="0"/>
              <a:ea typeface="MS PGothic" pitchFamily="34" charset="-128"/>
            </a:endParaRPr>
          </a:p>
        </p:txBody>
      </p:sp>
      <p:pic>
        <p:nvPicPr>
          <p:cNvPr id="63526" name="Picture 189" descr="person-red.gif" title=""/>
          <p:cNvPicPr>
            <a:picLocks noChangeAspect="1"/>
          </p:cNvPicPr>
          <p:nvPr/>
        </p:nvPicPr>
        <p:blipFill>
          <a:blip r:embed="rId3"/>
          <a:stretch>
            <a:fillRect/>
          </a:stretch>
        </p:blipFill>
        <p:spPr>
          <a:xfrm>
            <a:off x="2590800" y="2971800"/>
            <a:ext cx="344488" cy="533400"/>
          </a:xfrm>
          <a:prstGeom prst="rect">
            <a:avLst/>
          </a:prstGeom>
          <a:noFill/>
          <a:ln>
            <a:noFill/>
            <a:miter lim="800000"/>
          </a:ln>
        </p:spPr>
      </p:pic>
      <p:pic>
        <p:nvPicPr>
          <p:cNvPr id="63527" name="Picture 190" descr="person-red.gif" title=""/>
          <p:cNvPicPr>
            <a:picLocks noChangeAspect="1"/>
          </p:cNvPicPr>
          <p:nvPr/>
        </p:nvPicPr>
        <p:blipFill>
          <a:blip r:embed="rId3"/>
          <a:stretch>
            <a:fillRect/>
          </a:stretch>
        </p:blipFill>
        <p:spPr>
          <a:xfrm>
            <a:off x="3694113" y="2971800"/>
            <a:ext cx="344487" cy="533400"/>
          </a:xfrm>
          <a:prstGeom prst="rect">
            <a:avLst/>
          </a:prstGeom>
          <a:noFill/>
          <a:ln>
            <a:noFill/>
            <a:miter lim="800000"/>
          </a:ln>
        </p:spPr>
      </p:pic>
      <p:pic>
        <p:nvPicPr>
          <p:cNvPr id="63528" name="Picture 191" descr="person-red.gif" title=""/>
          <p:cNvPicPr>
            <a:picLocks noChangeAspect="1"/>
          </p:cNvPicPr>
          <p:nvPr/>
        </p:nvPicPr>
        <p:blipFill>
          <a:blip r:embed="rId3"/>
          <a:stretch>
            <a:fillRect/>
          </a:stretch>
        </p:blipFill>
        <p:spPr>
          <a:xfrm>
            <a:off x="2590800" y="3886200"/>
            <a:ext cx="344488" cy="533400"/>
          </a:xfrm>
          <a:prstGeom prst="rect">
            <a:avLst/>
          </a:prstGeom>
          <a:noFill/>
          <a:ln>
            <a:noFill/>
            <a:miter lim="800000"/>
          </a:ln>
        </p:spPr>
      </p:pic>
      <p:pic>
        <p:nvPicPr>
          <p:cNvPr id="63529" name="Picture 192" descr="person-red.gif" title=""/>
          <p:cNvPicPr>
            <a:picLocks noChangeAspect="1"/>
          </p:cNvPicPr>
          <p:nvPr/>
        </p:nvPicPr>
        <p:blipFill>
          <a:blip r:embed="rId3"/>
          <a:stretch>
            <a:fillRect/>
          </a:stretch>
        </p:blipFill>
        <p:spPr>
          <a:xfrm>
            <a:off x="5562600" y="2971800"/>
            <a:ext cx="344488" cy="533400"/>
          </a:xfrm>
          <a:prstGeom prst="rect">
            <a:avLst/>
          </a:prstGeom>
          <a:noFill/>
          <a:ln>
            <a:noFill/>
            <a:miter lim="800000"/>
          </a:ln>
        </p:spPr>
      </p:pic>
      <p:pic>
        <p:nvPicPr>
          <p:cNvPr id="63530" name="Picture 193" descr="person-red.gif" title=""/>
          <p:cNvPicPr>
            <a:picLocks noChangeAspect="1"/>
          </p:cNvPicPr>
          <p:nvPr/>
        </p:nvPicPr>
        <p:blipFill>
          <a:blip r:embed="rId3"/>
          <a:stretch>
            <a:fillRect/>
          </a:stretch>
        </p:blipFill>
        <p:spPr>
          <a:xfrm>
            <a:off x="3048000" y="3886200"/>
            <a:ext cx="344488" cy="533400"/>
          </a:xfrm>
          <a:prstGeom prst="rect">
            <a:avLst/>
          </a:prstGeom>
          <a:noFill/>
          <a:ln>
            <a:noFill/>
            <a:miter lim="800000"/>
          </a:ln>
        </p:spPr>
      </p:pic>
      <p:pic>
        <p:nvPicPr>
          <p:cNvPr id="63531" name="Picture 194" descr="person-red.gif" title=""/>
          <p:cNvPicPr>
            <a:picLocks noChangeAspect="1"/>
          </p:cNvPicPr>
          <p:nvPr/>
        </p:nvPicPr>
        <p:blipFill>
          <a:blip r:embed="rId3"/>
          <a:stretch>
            <a:fillRect/>
          </a:stretch>
        </p:blipFill>
        <p:spPr>
          <a:xfrm>
            <a:off x="4114800" y="3886200"/>
            <a:ext cx="344488" cy="533400"/>
          </a:xfrm>
          <a:prstGeom prst="rect">
            <a:avLst/>
          </a:prstGeom>
          <a:noFill/>
          <a:ln>
            <a:noFill/>
            <a:miter lim="800000"/>
          </a:ln>
        </p:spPr>
      </p:pic>
      <p:pic>
        <p:nvPicPr>
          <p:cNvPr id="63532" name="Picture 195" descr="person-red.gif" title=""/>
          <p:cNvPicPr>
            <a:picLocks noChangeAspect="1"/>
          </p:cNvPicPr>
          <p:nvPr/>
        </p:nvPicPr>
        <p:blipFill>
          <a:blip r:embed="rId3"/>
          <a:stretch>
            <a:fillRect/>
          </a:stretch>
        </p:blipFill>
        <p:spPr>
          <a:xfrm>
            <a:off x="2779713" y="4648200"/>
            <a:ext cx="344487" cy="533400"/>
          </a:xfrm>
          <a:prstGeom prst="rect">
            <a:avLst/>
          </a:prstGeom>
          <a:noFill/>
          <a:ln>
            <a:noFill/>
            <a:miter lim="800000"/>
          </a:ln>
        </p:spPr>
      </p:pic>
      <p:pic>
        <p:nvPicPr>
          <p:cNvPr id="63533" name="Picture 196" descr="person-red.gif" title=""/>
          <p:cNvPicPr>
            <a:picLocks noChangeAspect="1"/>
          </p:cNvPicPr>
          <p:nvPr/>
        </p:nvPicPr>
        <p:blipFill>
          <a:blip r:embed="rId3"/>
          <a:stretch>
            <a:fillRect/>
          </a:stretch>
        </p:blipFill>
        <p:spPr>
          <a:xfrm>
            <a:off x="6056313" y="4648200"/>
            <a:ext cx="344487" cy="533400"/>
          </a:xfrm>
          <a:prstGeom prst="rect">
            <a:avLst/>
          </a:prstGeom>
          <a:noFill/>
          <a:ln>
            <a:noFill/>
            <a:miter lim="800000"/>
          </a:ln>
        </p:spPr>
      </p:pic>
      <p:pic>
        <p:nvPicPr>
          <p:cNvPr id="63534" name="Picture 197" descr="person-red.gif" title=""/>
          <p:cNvPicPr>
            <a:picLocks noChangeAspect="1"/>
          </p:cNvPicPr>
          <p:nvPr/>
        </p:nvPicPr>
        <p:blipFill>
          <a:blip r:embed="rId3"/>
          <a:stretch>
            <a:fillRect/>
          </a:stretch>
        </p:blipFill>
        <p:spPr>
          <a:xfrm>
            <a:off x="8153400" y="4648200"/>
            <a:ext cx="344488" cy="533400"/>
          </a:xfrm>
          <a:prstGeom prst="rect">
            <a:avLst/>
          </a:prstGeom>
          <a:noFill/>
          <a:ln>
            <a:noFill/>
            <a:miter lim="800000"/>
          </a:ln>
        </p:spPr>
      </p:pic>
      <p:pic>
        <p:nvPicPr>
          <p:cNvPr id="63535" name="Picture 14" descr="person-red.gif" title=""/>
          <p:cNvPicPr>
            <a:picLocks noChangeAspect="1"/>
          </p:cNvPicPr>
          <p:nvPr/>
        </p:nvPicPr>
        <p:blipFill>
          <a:blip r:embed="rId3"/>
          <a:stretch>
            <a:fillRect/>
          </a:stretch>
        </p:blipFill>
        <p:spPr>
          <a:xfrm>
            <a:off x="5867400" y="3886200"/>
            <a:ext cx="344488" cy="533400"/>
          </a:xfrm>
          <a:prstGeom prst="rect">
            <a:avLst/>
          </a:prstGeom>
          <a:noFill/>
          <a:ln>
            <a:noFill/>
            <a:miter lim="800000"/>
          </a:ln>
        </p:spPr>
      </p:pic>
      <p:pic>
        <p:nvPicPr>
          <p:cNvPr id="63536" name="Picture 15" descr="person-red.gif" title=""/>
          <p:cNvPicPr>
            <a:picLocks noChangeAspect="1"/>
          </p:cNvPicPr>
          <p:nvPr/>
        </p:nvPicPr>
        <p:blipFill>
          <a:blip r:embed="rId3"/>
          <a:stretch>
            <a:fillRect/>
          </a:stretch>
        </p:blipFill>
        <p:spPr>
          <a:xfrm>
            <a:off x="6248400" y="3886200"/>
            <a:ext cx="344488" cy="5334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451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B5AD365-3C22-4F55-B2AC-551474911CFF}" type="slidenum">
              <a:rPr lang="zh-CN" altLang="en-US" sz="1200">
                <a:ea typeface="宋体" pitchFamily="2" charset="-122"/>
              </a:rPr>
              <a:t>61</a:t>
            </a:fld>
            <a:endParaRPr lang="en-US" altLang="zh-CN" sz="1200">
              <a:ea typeface="宋体" pitchFamily="2" charset="-122"/>
            </a:endParaRPr>
          </a:p>
        </p:txBody>
      </p:sp>
      <p:sp>
        <p:nvSpPr>
          <p:cNvPr id="64515"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95B38CE-E708-4D12-BD84-17BF2762B1ED}" type="slidenum">
              <a:rPr lang="zh-CN" altLang="en-US" sz="1200">
                <a:ea typeface="宋体" pitchFamily="2" charset="-122"/>
              </a:rPr>
              <a:t>61</a:t>
            </a:fld>
            <a:endParaRPr lang="en-US" altLang="zh-CN" sz="1200">
              <a:ea typeface="宋体" pitchFamily="2" charset="-122"/>
            </a:endParaRPr>
          </a:p>
        </p:txBody>
      </p:sp>
      <p:sp>
        <p:nvSpPr>
          <p:cNvPr id="64516" name="Rectangle 2" title=""/>
          <p:cNvSpPr>
            <a:spLocks noGrp="1"/>
          </p:cNvSpPr>
          <p:nvPr>
            <p:ph type="title"/>
          </p:nvPr>
        </p:nvSpPr>
        <p:spPr>
          <a:xfrm>
            <a:off x="0" y="152400"/>
            <a:ext cx="9144000" cy="8382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3200"/>
              <a:t>Boosting Confidence by Query Expansion</a:t>
            </a:r>
            <a:endParaRPr sz="3200"/>
          </a:p>
        </p:txBody>
      </p:sp>
      <p:sp>
        <p:nvSpPr>
          <p:cNvPr id="64517" name="Rectangle 3" title=""/>
          <p:cNvSpPr>
            <a:spLocks noGrp="1"/>
          </p:cNvSpPr>
          <p:nvPr>
            <p:ph sz="quarter" idx="1"/>
          </p:nvPr>
        </p:nvSpPr>
        <p:spPr>
          <a:xfrm>
            <a:off x="304800" y="1371600"/>
            <a:ext cx="8610600" cy="4784725"/>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0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0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18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6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600" b="0" i="0" u="none" baseline="0">
                <a:solidFill>
                  <a:schemeClr val="tx1"/>
                </a:solidFill>
                <a:effectLst/>
                <a:latin typeface="Tahoma" pitchFamily="34" charset="0"/>
              </a:defRPr>
            </a:lvl5pPr>
          </a:lstStyle>
          <a:p>
            <a:pPr marL="609600" lvl="0" indent="-609600" eaLnBrk="1" hangingPunct="1">
              <a:buFont typeface="Wingdings" pitchFamily="2" charset="2"/>
              <a:buChar char="§"/>
            </a:pPr>
            <a:r>
              <a:rPr sz="2600"/>
              <a:t>From the example: The queried cell “19-year-old college students” contains only 2 samples</a:t>
            </a:r>
            <a:endParaRPr sz="2600"/>
          </a:p>
          <a:p>
            <a:pPr marL="609600" lvl="0" indent="-609600" eaLnBrk="1" hangingPunct="1">
              <a:buFont typeface="Wingdings" pitchFamily="2" charset="2"/>
              <a:buChar char="§"/>
            </a:pPr>
            <a:r>
              <a:rPr sz="2600"/>
              <a:t>Confidence interval is large  (i.e., </a:t>
            </a:r>
            <a:r>
              <a:rPr sz="2800"/>
              <a:t>low confidence). why?</a:t>
            </a:r>
            <a:endParaRPr sz="2800"/>
          </a:p>
          <a:p>
            <a:pPr marL="990600" lvl="1" indent="-533400" eaLnBrk="1" hangingPunct="1">
              <a:buFont typeface="Wingdings" pitchFamily="2" charset="2"/>
              <a:buChar char="§"/>
            </a:pPr>
            <a:r>
              <a:rPr sz="2800"/>
              <a:t>Small sample size </a:t>
            </a:r>
            <a:endParaRPr sz="2800"/>
          </a:p>
          <a:p>
            <a:pPr marL="990600" lvl="1" indent="-533400" eaLnBrk="1" hangingPunct="1">
              <a:buFont typeface="Wingdings" pitchFamily="2" charset="2"/>
              <a:buChar char="§"/>
            </a:pPr>
            <a:r>
              <a:rPr sz="2800"/>
              <a:t>High standard deviation with samples </a:t>
            </a:r>
            <a:endParaRPr sz="2800"/>
          </a:p>
          <a:p>
            <a:pPr marL="609600" lvl="0" indent="-609600" eaLnBrk="1" hangingPunct="1">
              <a:buFont typeface="Wingdings" pitchFamily="2" charset="2"/>
              <a:buChar char="§"/>
            </a:pPr>
            <a:r>
              <a:rPr sz="2800"/>
              <a:t>Small sample sizes can occur at relatively low dimensional selections</a:t>
            </a:r>
            <a:endParaRPr sz="2800"/>
          </a:p>
          <a:p>
            <a:pPr marL="990600" lvl="1" indent="-533400" eaLnBrk="1" hangingPunct="1">
              <a:buFont typeface="Wingdings" pitchFamily="2" charset="2"/>
              <a:buChar char="§"/>
            </a:pPr>
            <a:r>
              <a:rPr sz="2800"/>
              <a:t>Collect more data?― expensive!</a:t>
            </a:r>
            <a:endParaRPr sz="2800"/>
          </a:p>
          <a:p>
            <a:pPr marL="990600" lvl="1" indent="-533400" eaLnBrk="1" hangingPunct="1">
              <a:buFont typeface="Wingdings" pitchFamily="2" charset="2"/>
              <a:buChar char="§"/>
            </a:pPr>
            <a:r>
              <a:rPr sz="2800"/>
              <a:t>Use data in other cells?  Maybe, but have to be careful</a:t>
            </a:r>
            <a:endParaRPr sz="28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553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87C0706-7C52-462E-9407-30C137338666}" type="slidenum">
              <a:rPr lang="zh-CN" altLang="en-US" sz="1200">
                <a:ea typeface="宋体" pitchFamily="2" charset="-122"/>
              </a:rPr>
              <a:t>62</a:t>
            </a:fld>
            <a:endParaRPr lang="en-US" altLang="zh-CN" sz="1200">
              <a:ea typeface="宋体" pitchFamily="2" charset="-122"/>
            </a:endParaRPr>
          </a:p>
        </p:txBody>
      </p:sp>
      <p:sp>
        <p:nvSpPr>
          <p:cNvPr id="65539"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203238E-009B-4DE9-925D-76B8384B59E2}" type="slidenum">
              <a:rPr lang="zh-CN" altLang="en-US" sz="1200">
                <a:ea typeface="宋体" pitchFamily="2" charset="-122"/>
              </a:rPr>
              <a:t>62</a:t>
            </a:fld>
            <a:endParaRPr lang="en-US" altLang="zh-CN" sz="1200">
              <a:ea typeface="宋体" pitchFamily="2" charset="-122"/>
            </a:endParaRPr>
          </a:p>
        </p:txBody>
      </p:sp>
      <p:sp>
        <p:nvSpPr>
          <p:cNvPr id="65540"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Intra-Cuboid Expansion: Choice 1</a:t>
            </a:r>
          </a:p>
        </p:txBody>
      </p:sp>
      <p:graphicFrame>
        <p:nvGraphicFramePr>
          <p:cNvPr id="65541" name="Group 3" title=""/>
          <p:cNvGraphicFramePr>
            <a:graphicFrameLocks noGrp="1"/>
          </p:cNvGraphicFramePr>
          <p:nvPr>
            <p:ph sz="quarter" idx="4294967295"/>
          </p:nvPr>
        </p:nvGraphicFramePr>
        <p:xfrm>
          <a:off x="457200" y="2351088"/>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4E9AF"/>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BBC737"/>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4E9AF"/>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pic>
        <p:nvPicPr>
          <p:cNvPr id="65573" name="Picture 189" descr="person-red.gif" title=""/>
          <p:cNvPicPr>
            <a:picLocks noChangeAspect="1"/>
          </p:cNvPicPr>
          <p:nvPr/>
        </p:nvPicPr>
        <p:blipFill>
          <a:blip r:embed="rId3"/>
          <a:stretch>
            <a:fillRect/>
          </a:stretch>
        </p:blipFill>
        <p:spPr>
          <a:xfrm>
            <a:off x="2590800" y="2971800"/>
            <a:ext cx="344488" cy="533400"/>
          </a:xfrm>
          <a:prstGeom prst="rect">
            <a:avLst/>
          </a:prstGeom>
          <a:noFill/>
          <a:ln>
            <a:noFill/>
            <a:miter lim="800000"/>
          </a:ln>
        </p:spPr>
      </p:pic>
      <p:pic>
        <p:nvPicPr>
          <p:cNvPr id="65574" name="Picture 190" descr="person-red.gif" title=""/>
          <p:cNvPicPr>
            <a:picLocks noChangeAspect="1"/>
          </p:cNvPicPr>
          <p:nvPr/>
        </p:nvPicPr>
        <p:blipFill>
          <a:blip r:embed="rId3"/>
          <a:stretch>
            <a:fillRect/>
          </a:stretch>
        </p:blipFill>
        <p:spPr>
          <a:xfrm>
            <a:off x="3694113" y="2971800"/>
            <a:ext cx="344487" cy="533400"/>
          </a:xfrm>
          <a:prstGeom prst="rect">
            <a:avLst/>
          </a:prstGeom>
          <a:noFill/>
          <a:ln>
            <a:noFill/>
            <a:miter lim="800000"/>
          </a:ln>
        </p:spPr>
      </p:pic>
      <p:pic>
        <p:nvPicPr>
          <p:cNvPr id="65575" name="Picture 191" descr="person-red.gif" title=""/>
          <p:cNvPicPr>
            <a:picLocks noChangeAspect="1"/>
          </p:cNvPicPr>
          <p:nvPr/>
        </p:nvPicPr>
        <p:blipFill>
          <a:blip r:embed="rId3"/>
          <a:stretch>
            <a:fillRect/>
          </a:stretch>
        </p:blipFill>
        <p:spPr>
          <a:xfrm>
            <a:off x="2590800" y="3886200"/>
            <a:ext cx="344488" cy="533400"/>
          </a:xfrm>
          <a:prstGeom prst="rect">
            <a:avLst/>
          </a:prstGeom>
          <a:noFill/>
          <a:ln>
            <a:noFill/>
            <a:miter lim="800000"/>
          </a:ln>
        </p:spPr>
      </p:pic>
      <p:pic>
        <p:nvPicPr>
          <p:cNvPr id="65576" name="Picture 192" descr="person-red.gif" title=""/>
          <p:cNvPicPr>
            <a:picLocks noChangeAspect="1"/>
          </p:cNvPicPr>
          <p:nvPr/>
        </p:nvPicPr>
        <p:blipFill>
          <a:blip r:embed="rId3"/>
          <a:stretch>
            <a:fillRect/>
          </a:stretch>
        </p:blipFill>
        <p:spPr>
          <a:xfrm>
            <a:off x="5562600" y="2971800"/>
            <a:ext cx="344488" cy="533400"/>
          </a:xfrm>
          <a:prstGeom prst="rect">
            <a:avLst/>
          </a:prstGeom>
          <a:noFill/>
          <a:ln>
            <a:noFill/>
            <a:miter lim="800000"/>
          </a:ln>
        </p:spPr>
      </p:pic>
      <p:pic>
        <p:nvPicPr>
          <p:cNvPr id="65577" name="Picture 193" descr="person-red.gif" title=""/>
          <p:cNvPicPr>
            <a:picLocks noChangeAspect="1"/>
          </p:cNvPicPr>
          <p:nvPr/>
        </p:nvPicPr>
        <p:blipFill>
          <a:blip r:embed="rId3"/>
          <a:stretch>
            <a:fillRect/>
          </a:stretch>
        </p:blipFill>
        <p:spPr>
          <a:xfrm>
            <a:off x="3048000" y="3886200"/>
            <a:ext cx="344488" cy="533400"/>
          </a:xfrm>
          <a:prstGeom prst="rect">
            <a:avLst/>
          </a:prstGeom>
          <a:noFill/>
          <a:ln>
            <a:noFill/>
            <a:miter lim="800000"/>
          </a:ln>
        </p:spPr>
      </p:pic>
      <p:pic>
        <p:nvPicPr>
          <p:cNvPr id="65578" name="Picture 194" descr="person-red.gif" title=""/>
          <p:cNvPicPr>
            <a:picLocks noChangeAspect="1"/>
          </p:cNvPicPr>
          <p:nvPr/>
        </p:nvPicPr>
        <p:blipFill>
          <a:blip r:embed="rId3"/>
          <a:stretch>
            <a:fillRect/>
          </a:stretch>
        </p:blipFill>
        <p:spPr>
          <a:xfrm>
            <a:off x="4114800" y="3886200"/>
            <a:ext cx="344488" cy="533400"/>
          </a:xfrm>
          <a:prstGeom prst="rect">
            <a:avLst/>
          </a:prstGeom>
          <a:noFill/>
          <a:ln>
            <a:noFill/>
            <a:miter lim="800000"/>
          </a:ln>
        </p:spPr>
      </p:pic>
      <p:pic>
        <p:nvPicPr>
          <p:cNvPr id="65579" name="Picture 195" descr="person-red.gif" title=""/>
          <p:cNvPicPr>
            <a:picLocks noChangeAspect="1"/>
          </p:cNvPicPr>
          <p:nvPr/>
        </p:nvPicPr>
        <p:blipFill>
          <a:blip r:embed="rId3"/>
          <a:stretch>
            <a:fillRect/>
          </a:stretch>
        </p:blipFill>
        <p:spPr>
          <a:xfrm>
            <a:off x="2779713" y="4648200"/>
            <a:ext cx="344487" cy="533400"/>
          </a:xfrm>
          <a:prstGeom prst="rect">
            <a:avLst/>
          </a:prstGeom>
          <a:noFill/>
          <a:ln>
            <a:noFill/>
            <a:miter lim="800000"/>
          </a:ln>
        </p:spPr>
      </p:pic>
      <p:pic>
        <p:nvPicPr>
          <p:cNvPr id="65580" name="Picture 196" descr="person-red.gif" title=""/>
          <p:cNvPicPr>
            <a:picLocks noChangeAspect="1"/>
          </p:cNvPicPr>
          <p:nvPr/>
        </p:nvPicPr>
        <p:blipFill>
          <a:blip r:embed="rId3"/>
          <a:stretch>
            <a:fillRect/>
          </a:stretch>
        </p:blipFill>
        <p:spPr>
          <a:xfrm>
            <a:off x="6056313" y="4648200"/>
            <a:ext cx="344487" cy="533400"/>
          </a:xfrm>
          <a:prstGeom prst="rect">
            <a:avLst/>
          </a:prstGeom>
          <a:noFill/>
          <a:ln>
            <a:noFill/>
            <a:miter lim="800000"/>
          </a:ln>
        </p:spPr>
      </p:pic>
      <p:pic>
        <p:nvPicPr>
          <p:cNvPr id="65581" name="Picture 197" descr="person-red.gif" title=""/>
          <p:cNvPicPr>
            <a:picLocks noChangeAspect="1"/>
          </p:cNvPicPr>
          <p:nvPr/>
        </p:nvPicPr>
        <p:blipFill>
          <a:blip r:embed="rId3"/>
          <a:stretch>
            <a:fillRect/>
          </a:stretch>
        </p:blipFill>
        <p:spPr>
          <a:xfrm>
            <a:off x="8153400" y="4648200"/>
            <a:ext cx="344488" cy="533400"/>
          </a:xfrm>
          <a:prstGeom prst="rect">
            <a:avLst/>
          </a:prstGeom>
          <a:noFill/>
          <a:ln>
            <a:noFill/>
            <a:miter lim="800000"/>
          </a:ln>
        </p:spPr>
      </p:pic>
      <p:pic>
        <p:nvPicPr>
          <p:cNvPr id="65582" name="Picture 14" descr="person-red.gif" title=""/>
          <p:cNvPicPr>
            <a:picLocks noChangeAspect="1"/>
          </p:cNvPicPr>
          <p:nvPr/>
        </p:nvPicPr>
        <p:blipFill>
          <a:blip r:embed="rId3"/>
          <a:stretch>
            <a:fillRect/>
          </a:stretch>
        </p:blipFill>
        <p:spPr>
          <a:xfrm>
            <a:off x="5867400" y="3886200"/>
            <a:ext cx="344488" cy="533400"/>
          </a:xfrm>
          <a:prstGeom prst="rect">
            <a:avLst/>
          </a:prstGeom>
          <a:noFill/>
          <a:ln>
            <a:noFill/>
            <a:miter lim="800000"/>
          </a:ln>
        </p:spPr>
      </p:pic>
      <p:pic>
        <p:nvPicPr>
          <p:cNvPr id="65583" name="Picture 15" descr="person-red.gif" title=""/>
          <p:cNvPicPr>
            <a:picLocks noChangeAspect="1"/>
          </p:cNvPicPr>
          <p:nvPr/>
        </p:nvPicPr>
        <p:blipFill>
          <a:blip r:embed="rId3"/>
          <a:stretch>
            <a:fillRect/>
          </a:stretch>
        </p:blipFill>
        <p:spPr>
          <a:xfrm>
            <a:off x="6248400" y="3886200"/>
            <a:ext cx="344488" cy="533400"/>
          </a:xfrm>
          <a:prstGeom prst="rect">
            <a:avLst/>
          </a:prstGeom>
          <a:noFill/>
          <a:ln>
            <a:noFill/>
            <a:miter lim="800000"/>
          </a:ln>
        </p:spPr>
      </p:pic>
      <p:sp>
        <p:nvSpPr>
          <p:cNvPr id="65584" name="TextBox 16" title=""/>
          <p:cNvSpPr txBox="1"/>
          <p:nvPr/>
        </p:nvSpPr>
        <p:spPr>
          <a:xfrm>
            <a:off x="457200" y="1447800"/>
            <a:ext cx="6446838" cy="461963"/>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sz="2400">
                <a:latin typeface="Arial" pitchFamily="34" charset="0"/>
                <a:ea typeface="MS PGothic" pitchFamily="34" charset="-128"/>
              </a:rPr>
              <a:t>Expand query to include </a:t>
            </a:r>
            <a:r>
              <a:rPr sz="2400" b="1">
                <a:latin typeface="Arial" pitchFamily="34" charset="0"/>
                <a:ea typeface="MS PGothic" pitchFamily="34" charset="-128"/>
              </a:rPr>
              <a:t>18 </a:t>
            </a:r>
            <a:r>
              <a:rPr sz="2400">
                <a:latin typeface="Arial" pitchFamily="34" charset="0"/>
                <a:ea typeface="MS PGothic" pitchFamily="34" charset="-128"/>
              </a:rPr>
              <a:t>and </a:t>
            </a:r>
            <a:r>
              <a:rPr sz="2400" b="1">
                <a:latin typeface="Arial" pitchFamily="34" charset="0"/>
                <a:ea typeface="MS PGothic" pitchFamily="34" charset="-128"/>
              </a:rPr>
              <a:t>20 </a:t>
            </a:r>
            <a:r>
              <a:rPr sz="2400">
                <a:latin typeface="Arial" pitchFamily="34" charset="0"/>
                <a:ea typeface="MS PGothic" pitchFamily="34" charset="-128"/>
              </a:rPr>
              <a:t>year olds?</a:t>
            </a:r>
            <a:endParaRPr sz="2400">
              <a:latin typeface="Arial" pitchFamily="34" charset="0"/>
              <a:ea typeface="MS PGothic" pitchFamily="34" charset="-128"/>
            </a:endParaRPr>
          </a:p>
          <a:p>
            <a:pPr marL="0" lvl="0" indent="0"/>
            <a:endParaRPr sz="2400">
              <a:latin typeface="Arial" pitchFamily="34" charset="0"/>
              <a:ea typeface="MS PGothic" pitchFamily="34" charset="-128"/>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656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23237A7-1DB9-4A43-A282-74F659E2D767}" type="slidenum">
              <a:rPr lang="zh-CN" altLang="en-US" sz="1200">
                <a:ea typeface="宋体" pitchFamily="2" charset="-122"/>
              </a:rPr>
              <a:t>63</a:t>
            </a:fld>
            <a:endParaRPr lang="en-US" altLang="zh-CN" sz="1200">
              <a:ea typeface="宋体" pitchFamily="2" charset="-122"/>
            </a:endParaRPr>
          </a:p>
        </p:txBody>
      </p:sp>
      <p:sp>
        <p:nvSpPr>
          <p:cNvPr id="66563"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AE327AF-15EC-4622-A608-6779BA71BA0E}" type="slidenum">
              <a:rPr lang="zh-CN" altLang="en-US" sz="1200">
                <a:ea typeface="宋体" pitchFamily="2" charset="-122"/>
              </a:rPr>
              <a:t>63</a:t>
            </a:fld>
            <a:endParaRPr lang="en-US" altLang="zh-CN" sz="1200">
              <a:ea typeface="宋体" pitchFamily="2" charset="-122"/>
            </a:endParaRPr>
          </a:p>
        </p:txBody>
      </p:sp>
      <p:sp>
        <p:nvSpPr>
          <p:cNvPr id="66564"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Intra-Cuboid Expansion: Choice 2</a:t>
            </a:r>
          </a:p>
        </p:txBody>
      </p:sp>
      <p:graphicFrame>
        <p:nvGraphicFramePr>
          <p:cNvPr id="66565" name="Group 3" title=""/>
          <p:cNvGraphicFramePr>
            <a:graphicFrameLocks noGrp="1"/>
          </p:cNvGraphicFramePr>
          <p:nvPr>
            <p:ph sz="quarter" idx="4294967295"/>
          </p:nvPr>
        </p:nvGraphicFramePr>
        <p:xfrm>
          <a:off x="457200" y="2351088"/>
          <a:ext cx="8229600" cy="3817938"/>
        </p:xfrm>
        <a:graphic>
          <a:graphicData uri="http://schemas.openxmlformats.org/drawingml/2006/table">
            <a:tbl>
              <a:tblPr/>
              <a:tblGrid>
                <a:gridCol w="2057400"/>
                <a:gridCol w="2057400"/>
                <a:gridCol w="2057400"/>
                <a:gridCol w="2057400"/>
              </a:tblGrid>
              <a:tr h="5095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Age/Education</a:t>
                      </a:r>
                      <a:endParaRPr sz="1800" b="1">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High-school</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College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b="1">
                          <a:solidFill>
                            <a:srgbClr val="000000"/>
                          </a:solidFill>
                          <a:ea typeface="MS PGothic" pitchFamily="34" charset="-128"/>
                        </a:rPr>
                        <a:t>Graduate</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18</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nchor="ct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19</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4E9AF"/>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BBC737"/>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4E9AF"/>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20</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D5D7E0"/>
                    </a:solidFill>
                  </a:tcPr>
                </a:tc>
              </a:tr>
              <a:tr h="827088">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sz="1800">
                          <a:solidFill>
                            <a:srgbClr val="000000"/>
                          </a:solidFill>
                          <a:ea typeface="MS PGothic" pitchFamily="34" charset="-128"/>
                        </a:rPr>
                        <a:t>…</a:t>
                      </a:r>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c>
                  <a: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endParaRPr sz="1800">
                        <a:solidFill>
                          <a:srgbClr val="000000"/>
                        </a:solidFill>
                        <a:ea typeface="MS PGothic" pitchFamily="34" charset="-128"/>
                      </a:endParaRPr>
                    </a:p>
                  </a:txBody>
                  <a:tcPr>
                    <a:lnL w="12700">
                      <a:solidFill>
                        <a:schemeClr val="accent1"/>
                      </a:solidFill>
                      <a:miter lim="800000"/>
                    </a:lnL>
                    <a:lnR w="12700">
                      <a:solidFill>
                        <a:schemeClr val="accent1"/>
                      </a:solidFill>
                      <a:miter lim="800000"/>
                    </a:lnR>
                    <a:lnT w="12700">
                      <a:solidFill>
                        <a:schemeClr val="accent1"/>
                      </a:solidFill>
                      <a:miter lim="800000"/>
                    </a:lnT>
                    <a:lnB w="12700">
                      <a:solidFill>
                        <a:schemeClr val="accent1"/>
                      </a:solidFill>
                      <a:miter lim="800000"/>
                    </a:lnB>
                    <a:solidFill>
                      <a:srgbClr val="EBECF0"/>
                    </a:solidFill>
                  </a:tcPr>
                </a:tc>
              </a:tr>
            </a:tbl>
          </a:graphicData>
        </a:graphic>
      </p:graphicFrame>
      <p:sp>
        <p:nvSpPr>
          <p:cNvPr id="66597" name="TextBox 188" title=""/>
          <p:cNvSpPr txBox="1"/>
          <p:nvPr/>
        </p:nvSpPr>
        <p:spPr>
          <a:xfrm>
            <a:off x="449263" y="1443038"/>
            <a:ext cx="8637587" cy="457200"/>
          </a:xfrm>
          <a:prstGeom prst="rect">
            <a:avLst/>
          </a:prstGeom>
          <a:noFill/>
          <a:ln>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r>
              <a:rPr sz="2400">
                <a:solidFill>
                  <a:srgbClr val="000000"/>
                </a:solidFill>
                <a:latin typeface="Arial" pitchFamily="34" charset="0"/>
                <a:ea typeface="MS PGothic" pitchFamily="34" charset="-128"/>
              </a:rPr>
              <a:t>Expand query to include </a:t>
            </a:r>
            <a:r>
              <a:rPr sz="2400" b="1">
                <a:solidFill>
                  <a:srgbClr val="000000"/>
                </a:solidFill>
                <a:latin typeface="Arial" pitchFamily="34" charset="0"/>
                <a:ea typeface="MS PGothic" pitchFamily="34" charset="-128"/>
              </a:rPr>
              <a:t>high-school </a:t>
            </a:r>
            <a:r>
              <a:rPr sz="2400">
                <a:solidFill>
                  <a:srgbClr val="000000"/>
                </a:solidFill>
                <a:latin typeface="Arial" pitchFamily="34" charset="0"/>
                <a:ea typeface="MS PGothic" pitchFamily="34" charset="-128"/>
              </a:rPr>
              <a:t>and </a:t>
            </a:r>
            <a:r>
              <a:rPr sz="2400" b="1">
                <a:solidFill>
                  <a:srgbClr val="000000"/>
                </a:solidFill>
                <a:latin typeface="Arial" pitchFamily="34" charset="0"/>
                <a:ea typeface="MS PGothic" pitchFamily="34" charset="-128"/>
              </a:rPr>
              <a:t>graduate </a:t>
            </a:r>
            <a:r>
              <a:rPr sz="2400">
                <a:solidFill>
                  <a:srgbClr val="000000"/>
                </a:solidFill>
                <a:latin typeface="Arial" pitchFamily="34" charset="0"/>
                <a:ea typeface="MS PGothic" pitchFamily="34" charset="-128"/>
              </a:rPr>
              <a:t>students?</a:t>
            </a:r>
            <a:endParaRPr sz="2400" b="1">
              <a:solidFill>
                <a:srgbClr val="000000"/>
              </a:solidFill>
              <a:latin typeface="Arial" pitchFamily="34" charset="0"/>
              <a:ea typeface="MS PGothic" pitchFamily="34" charset="-128"/>
            </a:endParaRPr>
          </a:p>
        </p:txBody>
      </p:sp>
      <p:pic>
        <p:nvPicPr>
          <p:cNvPr id="66598" name="Picture 189" descr="person-red.gif" title=""/>
          <p:cNvPicPr>
            <a:picLocks noChangeAspect="1"/>
          </p:cNvPicPr>
          <p:nvPr/>
        </p:nvPicPr>
        <p:blipFill>
          <a:blip r:embed="rId3"/>
          <a:stretch>
            <a:fillRect/>
          </a:stretch>
        </p:blipFill>
        <p:spPr>
          <a:xfrm>
            <a:off x="2590800" y="2971800"/>
            <a:ext cx="344488" cy="533400"/>
          </a:xfrm>
          <a:prstGeom prst="rect">
            <a:avLst/>
          </a:prstGeom>
          <a:noFill/>
          <a:ln>
            <a:noFill/>
            <a:miter lim="800000"/>
          </a:ln>
        </p:spPr>
      </p:pic>
      <p:pic>
        <p:nvPicPr>
          <p:cNvPr id="66599" name="Picture 190" descr="person-red.gif" title=""/>
          <p:cNvPicPr>
            <a:picLocks noChangeAspect="1"/>
          </p:cNvPicPr>
          <p:nvPr/>
        </p:nvPicPr>
        <p:blipFill>
          <a:blip r:embed="rId3"/>
          <a:stretch>
            <a:fillRect/>
          </a:stretch>
        </p:blipFill>
        <p:spPr>
          <a:xfrm>
            <a:off x="3694113" y="2971800"/>
            <a:ext cx="344487" cy="533400"/>
          </a:xfrm>
          <a:prstGeom prst="rect">
            <a:avLst/>
          </a:prstGeom>
          <a:noFill/>
          <a:ln>
            <a:noFill/>
            <a:miter lim="800000"/>
          </a:ln>
        </p:spPr>
      </p:pic>
      <p:pic>
        <p:nvPicPr>
          <p:cNvPr id="66600" name="Picture 191" descr="person-red.gif" title=""/>
          <p:cNvPicPr>
            <a:picLocks noChangeAspect="1"/>
          </p:cNvPicPr>
          <p:nvPr/>
        </p:nvPicPr>
        <p:blipFill>
          <a:blip r:embed="rId3"/>
          <a:stretch>
            <a:fillRect/>
          </a:stretch>
        </p:blipFill>
        <p:spPr>
          <a:xfrm>
            <a:off x="2590800" y="3886200"/>
            <a:ext cx="344488" cy="533400"/>
          </a:xfrm>
          <a:prstGeom prst="rect">
            <a:avLst/>
          </a:prstGeom>
          <a:noFill/>
          <a:ln>
            <a:noFill/>
            <a:miter lim="800000"/>
          </a:ln>
        </p:spPr>
      </p:pic>
      <p:pic>
        <p:nvPicPr>
          <p:cNvPr id="66601" name="Picture 192" descr="person-red.gif" title=""/>
          <p:cNvPicPr>
            <a:picLocks noChangeAspect="1"/>
          </p:cNvPicPr>
          <p:nvPr/>
        </p:nvPicPr>
        <p:blipFill>
          <a:blip r:embed="rId3"/>
          <a:stretch>
            <a:fillRect/>
          </a:stretch>
        </p:blipFill>
        <p:spPr>
          <a:xfrm>
            <a:off x="5562600" y="2971800"/>
            <a:ext cx="344488" cy="533400"/>
          </a:xfrm>
          <a:prstGeom prst="rect">
            <a:avLst/>
          </a:prstGeom>
          <a:noFill/>
          <a:ln>
            <a:noFill/>
            <a:miter lim="800000"/>
          </a:ln>
        </p:spPr>
      </p:pic>
      <p:pic>
        <p:nvPicPr>
          <p:cNvPr id="66602" name="Picture 193" descr="person-red.gif" title=""/>
          <p:cNvPicPr>
            <a:picLocks noChangeAspect="1"/>
          </p:cNvPicPr>
          <p:nvPr/>
        </p:nvPicPr>
        <p:blipFill>
          <a:blip r:embed="rId3"/>
          <a:stretch>
            <a:fillRect/>
          </a:stretch>
        </p:blipFill>
        <p:spPr>
          <a:xfrm>
            <a:off x="3048000" y="3886200"/>
            <a:ext cx="344488" cy="533400"/>
          </a:xfrm>
          <a:prstGeom prst="rect">
            <a:avLst/>
          </a:prstGeom>
          <a:noFill/>
          <a:ln>
            <a:noFill/>
            <a:miter lim="800000"/>
          </a:ln>
        </p:spPr>
      </p:pic>
      <p:pic>
        <p:nvPicPr>
          <p:cNvPr id="66603" name="Picture 194" descr="person-red.gif" title=""/>
          <p:cNvPicPr>
            <a:picLocks noChangeAspect="1"/>
          </p:cNvPicPr>
          <p:nvPr/>
        </p:nvPicPr>
        <p:blipFill>
          <a:blip r:embed="rId3"/>
          <a:stretch>
            <a:fillRect/>
          </a:stretch>
        </p:blipFill>
        <p:spPr>
          <a:xfrm>
            <a:off x="4114800" y="3886200"/>
            <a:ext cx="344488" cy="533400"/>
          </a:xfrm>
          <a:prstGeom prst="rect">
            <a:avLst/>
          </a:prstGeom>
          <a:noFill/>
          <a:ln>
            <a:noFill/>
            <a:miter lim="800000"/>
          </a:ln>
        </p:spPr>
      </p:pic>
      <p:pic>
        <p:nvPicPr>
          <p:cNvPr id="66604" name="Picture 195" descr="person-red.gif" title=""/>
          <p:cNvPicPr>
            <a:picLocks noChangeAspect="1"/>
          </p:cNvPicPr>
          <p:nvPr/>
        </p:nvPicPr>
        <p:blipFill>
          <a:blip r:embed="rId3"/>
          <a:stretch>
            <a:fillRect/>
          </a:stretch>
        </p:blipFill>
        <p:spPr>
          <a:xfrm>
            <a:off x="2779713" y="4648200"/>
            <a:ext cx="344487" cy="533400"/>
          </a:xfrm>
          <a:prstGeom prst="rect">
            <a:avLst/>
          </a:prstGeom>
          <a:noFill/>
          <a:ln>
            <a:noFill/>
            <a:miter lim="800000"/>
          </a:ln>
        </p:spPr>
      </p:pic>
      <p:pic>
        <p:nvPicPr>
          <p:cNvPr id="66605" name="Picture 196" descr="person-red.gif" title=""/>
          <p:cNvPicPr>
            <a:picLocks noChangeAspect="1"/>
          </p:cNvPicPr>
          <p:nvPr/>
        </p:nvPicPr>
        <p:blipFill>
          <a:blip r:embed="rId3"/>
          <a:stretch>
            <a:fillRect/>
          </a:stretch>
        </p:blipFill>
        <p:spPr>
          <a:xfrm>
            <a:off x="6056313" y="4648200"/>
            <a:ext cx="344487" cy="533400"/>
          </a:xfrm>
          <a:prstGeom prst="rect">
            <a:avLst/>
          </a:prstGeom>
          <a:noFill/>
          <a:ln>
            <a:noFill/>
            <a:miter lim="800000"/>
          </a:ln>
        </p:spPr>
      </p:pic>
      <p:pic>
        <p:nvPicPr>
          <p:cNvPr id="66606" name="Picture 197" descr="person-red.gif" title=""/>
          <p:cNvPicPr>
            <a:picLocks noChangeAspect="1"/>
          </p:cNvPicPr>
          <p:nvPr/>
        </p:nvPicPr>
        <p:blipFill>
          <a:blip r:embed="rId3"/>
          <a:stretch>
            <a:fillRect/>
          </a:stretch>
        </p:blipFill>
        <p:spPr>
          <a:xfrm>
            <a:off x="8153400" y="4648200"/>
            <a:ext cx="344488" cy="533400"/>
          </a:xfrm>
          <a:prstGeom prst="rect">
            <a:avLst/>
          </a:prstGeom>
          <a:noFill/>
          <a:ln>
            <a:noFill/>
            <a:miter lim="800000"/>
          </a:ln>
        </p:spPr>
      </p:pic>
      <p:pic>
        <p:nvPicPr>
          <p:cNvPr id="66607" name="Picture 14" descr="person-red.gif" title=""/>
          <p:cNvPicPr>
            <a:picLocks noChangeAspect="1"/>
          </p:cNvPicPr>
          <p:nvPr/>
        </p:nvPicPr>
        <p:blipFill>
          <a:blip r:embed="rId3"/>
          <a:stretch>
            <a:fillRect/>
          </a:stretch>
        </p:blipFill>
        <p:spPr>
          <a:xfrm>
            <a:off x="5867400" y="3886200"/>
            <a:ext cx="344488" cy="533400"/>
          </a:xfrm>
          <a:prstGeom prst="rect">
            <a:avLst/>
          </a:prstGeom>
          <a:noFill/>
          <a:ln>
            <a:noFill/>
            <a:miter lim="800000"/>
          </a:ln>
        </p:spPr>
      </p:pic>
      <p:pic>
        <p:nvPicPr>
          <p:cNvPr id="66608" name="Picture 15" descr="person-red.gif" title=""/>
          <p:cNvPicPr>
            <a:picLocks noChangeAspect="1"/>
          </p:cNvPicPr>
          <p:nvPr/>
        </p:nvPicPr>
        <p:blipFill>
          <a:blip r:embed="rId3"/>
          <a:stretch>
            <a:fillRect/>
          </a:stretch>
        </p:blipFill>
        <p:spPr>
          <a:xfrm>
            <a:off x="6248400" y="3886200"/>
            <a:ext cx="344488" cy="5334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758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F8A4306-17B1-49F0-A925-24B024D4E9C6}" type="slidenum">
              <a:rPr lang="zh-CN" altLang="en-US" sz="1200">
                <a:ea typeface="宋体" pitchFamily="2" charset="-122"/>
              </a:rPr>
              <a:t>64</a:t>
            </a:fld>
            <a:endParaRPr lang="en-US" altLang="zh-CN" sz="1200">
              <a:ea typeface="宋体" pitchFamily="2" charset="-122"/>
            </a:endParaRPr>
          </a:p>
        </p:txBody>
      </p:sp>
      <p:sp>
        <p:nvSpPr>
          <p:cNvPr id="67587"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3101BDC-10E5-4733-96EE-1412EF3D13DF}" type="slidenum">
              <a:rPr lang="zh-CN" altLang="en-US" sz="1200">
                <a:ea typeface="宋体" pitchFamily="2" charset="-122"/>
              </a:rPr>
              <a:t>64</a:t>
            </a:fld>
            <a:endParaRPr lang="en-US" altLang="zh-CN" sz="1200">
              <a:ea typeface="宋体" pitchFamily="2" charset="-122"/>
            </a:endParaRPr>
          </a:p>
        </p:txBody>
      </p:sp>
      <p:sp>
        <p:nvSpPr>
          <p:cNvPr id="67588"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Query Expansion</a:t>
            </a:r>
          </a:p>
        </p:txBody>
      </p:sp>
      <p:pic>
        <p:nvPicPr>
          <p:cNvPr id="67589" name="Picture 8" descr="1.tiff" title=""/>
          <p:cNvPicPr>
            <a:picLocks noChangeAspect="1"/>
          </p:cNvPicPr>
          <p:nvPr/>
        </p:nvPicPr>
        <p:blipFill>
          <a:blip r:embed="rId3"/>
          <a:stretch>
            <a:fillRect/>
          </a:stretch>
        </p:blipFill>
        <p:spPr>
          <a:xfrm>
            <a:off x="838200" y="1447800"/>
            <a:ext cx="7315200" cy="48768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861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E57432A-1DBD-44F8-AB21-664C23629F88}" type="slidenum">
              <a:rPr lang="zh-CN" altLang="en-US" sz="1200">
                <a:ea typeface="宋体" pitchFamily="2" charset="-122"/>
              </a:rPr>
              <a:t>65</a:t>
            </a:fld>
            <a:endParaRPr lang="en-US" altLang="zh-CN" sz="1200">
              <a:ea typeface="宋体" pitchFamily="2" charset="-122"/>
            </a:endParaRPr>
          </a:p>
        </p:txBody>
      </p:sp>
      <p:sp>
        <p:nvSpPr>
          <p:cNvPr id="68611"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Intra-Cuboid Expansion</a:t>
            </a:r>
          </a:p>
        </p:txBody>
      </p:sp>
      <p:sp>
        <p:nvSpPr>
          <p:cNvPr id="68612" name="Rectangle 3" title=""/>
          <p:cNvSpPr>
            <a:spLocks noGrp="1"/>
          </p:cNvSpPr>
          <p:nvPr>
            <p:ph sz="quarter" idx="1"/>
          </p:nvPr>
        </p:nvSpPr>
        <p:spPr>
          <a:xfrm>
            <a:off x="609600" y="1371600"/>
            <a:ext cx="82296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0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0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18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6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600" b="0" i="0" u="none" baseline="0">
                <a:solidFill>
                  <a:schemeClr val="tx1"/>
                </a:solidFill>
                <a:effectLst/>
                <a:latin typeface="Tahoma" pitchFamily="34" charset="0"/>
              </a:defRPr>
            </a:lvl5pPr>
          </a:lstStyle>
          <a:p>
            <a:pPr marL="609600" lvl="0" indent="-609600" eaLnBrk="1" hangingPunct="1">
              <a:lnSpc>
                <a:spcPct val="90000"/>
              </a:lnSpc>
              <a:buSzTx/>
              <a:buFont typeface="Wingdings" pitchFamily="2" charset="2"/>
              <a:buChar char="§"/>
            </a:pPr>
            <a:r>
              <a:rPr sz="2400"/>
              <a:t>Combine other cells’ data into own to “boost” confidence</a:t>
            </a:r>
            <a:endParaRPr sz="2400"/>
          </a:p>
          <a:p>
            <a:pPr marL="990600" lvl="1" indent="-533400" eaLnBrk="1" hangingPunct="1">
              <a:lnSpc>
                <a:spcPct val="90000"/>
              </a:lnSpc>
              <a:buSzTx/>
              <a:buFont typeface="Wingdings" pitchFamily="2" charset="2"/>
              <a:buChar char="§"/>
            </a:pPr>
            <a:r>
              <a:rPr sz="2400"/>
              <a:t>If share semantic and cube similarity</a:t>
            </a:r>
            <a:endParaRPr sz="2400"/>
          </a:p>
          <a:p>
            <a:pPr marL="990600" lvl="1" indent="-533400" eaLnBrk="1" hangingPunct="1">
              <a:lnSpc>
                <a:spcPct val="90000"/>
              </a:lnSpc>
              <a:buSzTx/>
              <a:buFont typeface="Wingdings" pitchFamily="2" charset="2"/>
              <a:buChar char="§"/>
            </a:pPr>
            <a:r>
              <a:rPr sz="2400"/>
              <a:t>Use only if necessary</a:t>
            </a:r>
            <a:endParaRPr sz="2400"/>
          </a:p>
          <a:p>
            <a:pPr marL="990600" lvl="1" indent="-533400" eaLnBrk="1" hangingPunct="1">
              <a:lnSpc>
                <a:spcPct val="90000"/>
              </a:lnSpc>
              <a:buSzTx/>
              <a:buFont typeface="Wingdings" pitchFamily="2" charset="2"/>
              <a:buChar char="§"/>
            </a:pPr>
            <a:r>
              <a:rPr sz="2400"/>
              <a:t>Bigger sample size will decrease confidence interval</a:t>
            </a:r>
            <a:endParaRPr sz="2400"/>
          </a:p>
          <a:p>
            <a:pPr marL="609600" lvl="0" indent="-609600" eaLnBrk="1" hangingPunct="1">
              <a:lnSpc>
                <a:spcPct val="90000"/>
              </a:lnSpc>
              <a:buSzPct val="80000"/>
              <a:buChar char="n"/>
            </a:pPr>
            <a:r>
              <a:rPr sz="2400"/>
              <a:t>Cell segment similarity</a:t>
            </a:r>
            <a:endParaRPr sz="2400"/>
          </a:p>
          <a:p>
            <a:pPr marL="990600" lvl="1" indent="-533400" eaLnBrk="1" hangingPunct="1">
              <a:lnSpc>
                <a:spcPct val="90000"/>
              </a:lnSpc>
              <a:buSzPct val="80000"/>
              <a:buChar char="n"/>
            </a:pPr>
            <a:r>
              <a:rPr sz="2400"/>
              <a:t>Some dimensions are clear: </a:t>
            </a:r>
            <a:r>
              <a:rPr sz="2400" b="1"/>
              <a:t>Age</a:t>
            </a:r>
            <a:endParaRPr sz="2400"/>
          </a:p>
          <a:p>
            <a:pPr marL="990600" lvl="1" indent="-533400" eaLnBrk="1" hangingPunct="1">
              <a:lnSpc>
                <a:spcPct val="90000"/>
              </a:lnSpc>
              <a:buSzPct val="80000"/>
              <a:buChar char="n"/>
            </a:pPr>
            <a:r>
              <a:rPr sz="2400"/>
              <a:t>Some are fuzzy: </a:t>
            </a:r>
            <a:r>
              <a:rPr sz="2400" b="1"/>
              <a:t>Occupation</a:t>
            </a:r>
            <a:endParaRPr sz="2400" b="1"/>
          </a:p>
          <a:p>
            <a:pPr marL="990600" lvl="1" indent="-533400" eaLnBrk="1" hangingPunct="1">
              <a:lnSpc>
                <a:spcPct val="90000"/>
              </a:lnSpc>
              <a:buSzPct val="80000"/>
              <a:buChar char="n"/>
            </a:pPr>
            <a:r>
              <a:rPr sz="2400"/>
              <a:t>May need domain knowledge</a:t>
            </a:r>
            <a:endParaRPr sz="2400"/>
          </a:p>
          <a:p>
            <a:pPr marL="609600" lvl="0" indent="-609600" eaLnBrk="1" hangingPunct="1">
              <a:lnSpc>
                <a:spcPct val="90000"/>
              </a:lnSpc>
              <a:buSzPct val="80000"/>
              <a:buChar char="n"/>
            </a:pPr>
            <a:r>
              <a:rPr sz="2400"/>
              <a:t>Cell value similarity</a:t>
            </a:r>
            <a:endParaRPr sz="2400"/>
          </a:p>
          <a:p>
            <a:pPr marL="990600" lvl="1" indent="-533400" eaLnBrk="1" hangingPunct="1">
              <a:lnSpc>
                <a:spcPct val="90000"/>
              </a:lnSpc>
              <a:buSzPct val="80000"/>
              <a:buChar char="n"/>
            </a:pPr>
            <a:r>
              <a:rPr sz="2400"/>
              <a:t>How to determine if two cells’ samples come from the same population?</a:t>
            </a:r>
            <a:endParaRPr sz="2400"/>
          </a:p>
          <a:p>
            <a:pPr marL="990600" lvl="1" indent="-533400" eaLnBrk="1" hangingPunct="1">
              <a:lnSpc>
                <a:spcPct val="90000"/>
              </a:lnSpc>
              <a:buSzPct val="80000"/>
              <a:buChar char="n"/>
            </a:pPr>
            <a:r>
              <a:rPr sz="2400"/>
              <a:t>Two-sample t-test (confidence-based)</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6963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024AA0D-A1AE-4491-8D02-055EE2D15713}" type="slidenum">
              <a:rPr lang="zh-CN" altLang="en-US" sz="1200">
                <a:ea typeface="宋体" pitchFamily="2" charset="-122"/>
              </a:rPr>
              <a:t>66</a:t>
            </a:fld>
            <a:endParaRPr lang="en-US" altLang="zh-CN" sz="1200">
              <a:ea typeface="宋体" pitchFamily="2" charset="-122"/>
            </a:endParaRPr>
          </a:p>
        </p:txBody>
      </p:sp>
      <p:sp>
        <p:nvSpPr>
          <p:cNvPr id="6963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2DE7E9A-5437-4458-B0B2-779E70DF0B46}" type="slidenum">
              <a:rPr lang="zh-CN" altLang="en-US" sz="1200">
                <a:ea typeface="宋体" pitchFamily="2" charset="-122"/>
              </a:rPr>
              <a:t>66</a:t>
            </a:fld>
            <a:endParaRPr lang="en-US" altLang="zh-CN" sz="1200">
              <a:ea typeface="宋体" pitchFamily="2" charset="-122"/>
            </a:endParaRPr>
          </a:p>
        </p:txBody>
      </p:sp>
      <p:sp>
        <p:nvSpPr>
          <p:cNvPr id="69636"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sz="4000"/>
              <a:t>Inter-Cuboid Expansion</a:t>
            </a:r>
            <a:endParaRPr sz="4000"/>
          </a:p>
        </p:txBody>
      </p:sp>
      <p:sp>
        <p:nvSpPr>
          <p:cNvPr id="69637"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458788" lvl="0" indent="-458788" eaLnBrk="1" hangingPunct="1">
              <a:lnSpc>
                <a:spcPct val="110000"/>
              </a:lnSpc>
              <a:buFont typeface="Wingdings" pitchFamily="2" charset="2"/>
              <a:buChar char="§"/>
            </a:pPr>
            <a:r>
              <a:rPr sz="2400"/>
              <a:t>If a query dimension is </a:t>
            </a:r>
            <a:endParaRPr sz="2400"/>
          </a:p>
          <a:p>
            <a:pPr marL="731838" lvl="2" indent="-458788" eaLnBrk="1" hangingPunct="1">
              <a:lnSpc>
                <a:spcPct val="110000"/>
              </a:lnSpc>
              <a:buFont typeface="Wingdings" pitchFamily="2" charset="2"/>
              <a:buChar char="§"/>
            </a:pPr>
            <a:r>
              <a:rPr>
                <a:solidFill>
                  <a:schemeClr val="tx2"/>
                </a:solidFill>
              </a:rPr>
              <a:t>Not correlated with cube value</a:t>
            </a:r>
            <a:endParaRPr>
              <a:solidFill>
                <a:schemeClr val="tx2"/>
              </a:solidFill>
            </a:endParaRPr>
          </a:p>
          <a:p>
            <a:pPr marL="731838" lvl="2" indent="-458788" eaLnBrk="1" hangingPunct="1">
              <a:lnSpc>
                <a:spcPct val="110000"/>
              </a:lnSpc>
              <a:buFont typeface="Wingdings" pitchFamily="2" charset="2"/>
              <a:buChar char="§"/>
            </a:pPr>
            <a:r>
              <a:rPr>
                <a:solidFill>
                  <a:schemeClr val="tx2"/>
                </a:solidFill>
              </a:rPr>
              <a:t>But is causing small sample size by drilling down too much</a:t>
            </a:r>
            <a:endParaRPr>
              <a:solidFill>
                <a:schemeClr val="tx2"/>
              </a:solidFill>
            </a:endParaRPr>
          </a:p>
          <a:p>
            <a:pPr marL="458788" lvl="0" indent="-458788" eaLnBrk="1" hangingPunct="1">
              <a:lnSpc>
                <a:spcPct val="110000"/>
              </a:lnSpc>
              <a:buFont typeface="Wingdings" pitchFamily="2" charset="2"/>
              <a:buChar char="§"/>
            </a:pPr>
            <a:r>
              <a:rPr sz="2400"/>
              <a:t>Remove dimension (i.e., generalize to *) and move to a more general cuboid</a:t>
            </a:r>
            <a:endParaRPr sz="2400"/>
          </a:p>
          <a:p>
            <a:pPr marL="458788" lvl="0" indent="-458788" eaLnBrk="1" hangingPunct="1">
              <a:lnSpc>
                <a:spcPct val="110000"/>
              </a:lnSpc>
              <a:buFont typeface="Wingdings" pitchFamily="2" charset="2"/>
              <a:buChar char="§"/>
            </a:pPr>
            <a:r>
              <a:rPr sz="2400"/>
              <a:t>Can use two-sample t-test to determine similarity between two cells across cuboids</a:t>
            </a:r>
            <a:endParaRPr sz="2400"/>
          </a:p>
          <a:p>
            <a:pPr marL="458788" lvl="0" indent="-458788" eaLnBrk="1" hangingPunct="1">
              <a:lnSpc>
                <a:spcPct val="110000"/>
              </a:lnSpc>
              <a:buFont typeface="Wingdings" pitchFamily="2" charset="2"/>
              <a:buChar char="§"/>
            </a:pPr>
            <a:r>
              <a:rPr sz="2400"/>
              <a:t>Can also use a different method to be shown later</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065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EBE5E0D-3C89-4E85-8AA4-F2F50E93047B}" type="slidenum">
              <a:rPr lang="zh-CN" altLang="en-US" sz="1200">
                <a:ea typeface="宋体" pitchFamily="2" charset="-122"/>
              </a:rPr>
              <a:t>67</a:t>
            </a:fld>
            <a:endParaRPr lang="en-US" altLang="zh-CN" sz="1200">
              <a:ea typeface="宋体" pitchFamily="2" charset="-122"/>
            </a:endParaRPr>
          </a:p>
        </p:txBody>
      </p:sp>
      <p:sp>
        <p:nvSpPr>
          <p:cNvPr id="70659" name="Slide Number Placeholder 3"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D2D28FB-86A5-4433-9F0F-CE9577EFBD28}" type="slidenum">
              <a:rPr lang="zh-CN" altLang="en-US" sz="1200">
                <a:ea typeface="宋体" pitchFamily="2" charset="-122"/>
              </a:rPr>
              <a:t>67</a:t>
            </a:fld>
            <a:endParaRPr lang="en-US" altLang="zh-CN" sz="1200">
              <a:ea typeface="宋体" pitchFamily="2" charset="-122"/>
            </a:endParaRPr>
          </a:p>
        </p:txBody>
      </p:sp>
      <p:sp>
        <p:nvSpPr>
          <p:cNvPr id="70660" name="Title 1"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t>Query Expansion Experiments</a:t>
            </a:r>
          </a:p>
        </p:txBody>
      </p:sp>
      <p:sp>
        <p:nvSpPr>
          <p:cNvPr id="70661" name="Content Placeholder 3" title=""/>
          <p:cNvSpPr>
            <a:spLocks noGrp="1"/>
          </p:cNvSpPr>
          <p:nvPr>
            <p:ph sz="quarter" idx="1"/>
          </p:nvPr>
        </p:nvSpPr>
        <p:spPr>
          <a:xfrm>
            <a:off x="457200" y="1524000"/>
            <a:ext cx="8229600" cy="4632325"/>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0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0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18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6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600" b="0" i="0" u="none" baseline="0">
                <a:solidFill>
                  <a:schemeClr val="tx1"/>
                </a:solidFill>
                <a:effectLst/>
                <a:latin typeface="Tahoma" pitchFamily="34" charset="0"/>
              </a:defRPr>
            </a:lvl5pPr>
          </a:lstStyle>
          <a:p>
            <a:pPr marL="273050" lvl="0" indent="-273050" eaLnBrk="1" hangingPunct="1">
              <a:buFont typeface="Wingdings" pitchFamily="2" charset="2"/>
              <a:buChar char="§"/>
            </a:pPr>
            <a:r>
              <a:rPr sz="2600"/>
              <a:t>Real world sample data: 600 dimensions and 750,000 tuples</a:t>
            </a:r>
            <a:endParaRPr sz="2600"/>
          </a:p>
          <a:p>
            <a:pPr marL="273050" lvl="0" indent="-273050" eaLnBrk="1" hangingPunct="1">
              <a:buFont typeface="Wingdings" pitchFamily="2" charset="2"/>
              <a:buChar char="§"/>
            </a:pPr>
            <a:r>
              <a:rPr sz="2600"/>
              <a:t>0.05% to simulate “sample” (allows error checking)</a:t>
            </a:r>
            <a:endParaRPr sz="2600"/>
          </a:p>
          <a:p>
            <a:pPr marL="273050" lvl="0" indent="-273050" eaLnBrk="1" hangingPunct="1">
              <a:buFont typeface="Wingdings" pitchFamily="2" charset="2"/>
              <a:buChar char="§"/>
            </a:pPr>
            <a:endParaRPr sz="2600"/>
          </a:p>
        </p:txBody>
      </p:sp>
      <p:pic>
        <p:nvPicPr>
          <p:cNvPr id="70662" name="Picture 7" descr="3.tiff" title=""/>
          <p:cNvPicPr>
            <a:picLocks noChangeAspect="1"/>
          </p:cNvPicPr>
          <p:nvPr/>
        </p:nvPicPr>
        <p:blipFill>
          <a:blip r:embed="rId3"/>
          <a:stretch>
            <a:fillRect/>
          </a:stretch>
        </p:blipFill>
        <p:spPr>
          <a:xfrm>
            <a:off x="0" y="3109913"/>
            <a:ext cx="9144000" cy="2681287"/>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1682" name="Rectangle 2061"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9349EA8-7FD8-4326-B795-20E49B0A5BCF}" type="slidenum">
              <a:rPr lang="zh-CN" altLang="en-US" sz="1200">
                <a:ea typeface="宋体" pitchFamily="2" charset="-122"/>
              </a:rPr>
              <a:t>68</a:t>
            </a:fld>
            <a:endParaRPr lang="en-US" altLang="zh-CN" sz="1200">
              <a:ea typeface="宋体" pitchFamily="2" charset="-122"/>
            </a:endParaRPr>
          </a:p>
        </p:txBody>
      </p:sp>
      <p:sp>
        <p:nvSpPr>
          <p:cNvPr id="7168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3BB27AF-B3B0-447B-A382-5CF67F02FD32}" type="slidenum">
              <a:rPr lang="zh-CN" altLang="en-US" sz="1200">
                <a:ea typeface="宋体" pitchFamily="2" charset="-122"/>
              </a:rPr>
              <a:t>68</a:t>
            </a:fld>
            <a:endParaRPr lang="en-US" altLang="zh-CN" sz="1200">
              <a:ea typeface="宋体" pitchFamily="2" charset="-122"/>
            </a:endParaRPr>
          </a:p>
        </p:txBody>
      </p:sp>
      <p:sp>
        <p:nvSpPr>
          <p:cNvPr id="71684"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71685"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50000"/>
              </a:lnSpc>
            </a:pPr>
            <a:r>
              <a:rPr lang="en-US" altLang="zh-CN" sz="2400">
                <a:ea typeface="宋体" pitchFamily="2" charset="-122"/>
              </a:rPr>
              <a:t>Data Cube Computation: Preliminary Concepts </a:t>
            </a:r>
            <a:endParaRPr lang="en-US" altLang="zh-CN" sz="2400">
              <a:ea typeface="宋体" pitchFamily="2" charset="-122"/>
            </a:endParaRPr>
          </a:p>
          <a:p>
            <a:pPr lvl="0" eaLnBrk="1" hangingPunct="1">
              <a:lnSpc>
                <a:spcPct val="150000"/>
              </a:lnSpc>
            </a:pPr>
            <a:r>
              <a:rPr lang="en-US" altLang="zh-CN" sz="2400">
                <a:ea typeface="宋体" pitchFamily="2" charset="-122"/>
              </a:rPr>
              <a:t>Data Cube Computation Methods</a:t>
            </a:r>
            <a:endParaRPr lang="en-US" altLang="zh-CN" sz="2400">
              <a:ea typeface="宋体" pitchFamily="2" charset="-122"/>
            </a:endParaRPr>
          </a:p>
          <a:p>
            <a:pPr lvl="0" eaLnBrk="1" hangingPunct="1">
              <a:lnSpc>
                <a:spcPct val="150000"/>
              </a:lnSpc>
            </a:pPr>
            <a:r>
              <a:rPr lang="en-US" altLang="zh-CN" sz="2400">
                <a:ea typeface="宋体" pitchFamily="2" charset="-122"/>
              </a:rPr>
              <a:t>Processing Advanced Queries by Exploring Data Cube Technology</a:t>
            </a:r>
            <a:endParaRPr lang="en-US" altLang="zh-CN" sz="2400">
              <a:ea typeface="宋体" pitchFamily="2" charset="-122"/>
            </a:endParaRPr>
          </a:p>
          <a:p>
            <a:pPr lvl="1" eaLnBrk="1" hangingPunct="1">
              <a:lnSpc>
                <a:spcPct val="150000"/>
              </a:lnSpc>
            </a:pPr>
            <a:r>
              <a:rPr lang="en-US" altLang="zh-CN" sz="2400">
                <a:ea typeface="宋体" pitchFamily="2" charset="-122"/>
              </a:rPr>
              <a:t>Sampling Cube</a:t>
            </a:r>
            <a:endParaRPr lang="en-US" altLang="zh-CN" sz="2400">
              <a:ea typeface="宋体" pitchFamily="2" charset="-122"/>
            </a:endParaRPr>
          </a:p>
          <a:p>
            <a:pPr lvl="1" eaLnBrk="1" hangingPunct="1">
              <a:lnSpc>
                <a:spcPct val="150000"/>
              </a:lnSpc>
            </a:pPr>
            <a:r>
              <a:rPr lang="en-US" altLang="zh-CN" sz="2400">
                <a:ea typeface="宋体" pitchFamily="2" charset="-122"/>
              </a:rPr>
              <a:t>Ranking Cube</a:t>
            </a:r>
            <a:endParaRPr lang="en-US" altLang="zh-CN" sz="2400">
              <a:ea typeface="宋体" pitchFamily="2" charset="-122"/>
            </a:endParaRPr>
          </a:p>
          <a:p>
            <a:pPr lvl="0" eaLnBrk="1" hangingPunct="1">
              <a:lnSpc>
                <a:spcPct val="150000"/>
              </a:lnSpc>
            </a:pPr>
            <a:r>
              <a:rPr lang="en-US" altLang="zh-CN" sz="2400">
                <a:ea typeface="宋体" pitchFamily="2" charset="-122"/>
              </a:rPr>
              <a:t>Multidimensional Data Analysis in Cube Space</a:t>
            </a:r>
            <a:endParaRPr lang="en-US" altLang="zh-CN" sz="2400">
              <a:ea typeface="宋体" pitchFamily="2" charset="-122"/>
            </a:endParaRPr>
          </a:p>
          <a:p>
            <a:pPr lvl="0" eaLnBrk="1" hangingPunct="1">
              <a:lnSpc>
                <a:spcPct val="150000"/>
              </a:lnSpc>
            </a:pPr>
            <a:r>
              <a:rPr lang="en-US" altLang="zh-CN" sz="2400">
                <a:ea typeface="宋体" pitchFamily="2" charset="-122"/>
              </a:rPr>
              <a:t>Summary</a:t>
            </a:r>
            <a:endParaRPr lang="en-US" altLang="zh-CN" sz="2400">
              <a:ea typeface="宋体" pitchFamily="2" charset="-122"/>
            </a:endParaRPr>
          </a:p>
        </p:txBody>
      </p:sp>
      <p:sp>
        <p:nvSpPr>
          <p:cNvPr id="71686" name="AutoShape 5" title=""/>
          <p:cNvSpPr/>
          <p:nvPr/>
        </p:nvSpPr>
        <p:spPr>
          <a:xfrm rot="20580000">
            <a:off x="8229600" y="25908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1687" name="AutoShape 5" title=""/>
          <p:cNvSpPr/>
          <p:nvPr/>
        </p:nvSpPr>
        <p:spPr>
          <a:xfrm rot="20580000">
            <a:off x="3505200" y="4572000"/>
            <a:ext cx="436563" cy="304800"/>
          </a:xfrm>
          <a:prstGeom prst="leftArrow">
            <a:avLst>
              <a:gd name="adj1" fmla="val 50000"/>
              <a:gd name="adj2" fmla="val 35807"/>
            </a:avLst>
          </a:prstGeom>
          <a:solidFill>
            <a:srgbClr val="FF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6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270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7ECA12D-5E42-4422-ABB9-7C097B5CAEFC}" type="slidenum">
              <a:rPr lang="zh-CN" altLang="en-US" sz="1200">
                <a:ea typeface="宋体" pitchFamily="2" charset="-122"/>
              </a:rPr>
              <a:t>69</a:t>
            </a:fld>
            <a:endParaRPr lang="en-US" altLang="zh-CN" sz="1200">
              <a:ea typeface="宋体" pitchFamily="2" charset="-122"/>
            </a:endParaRPr>
          </a:p>
        </p:txBody>
      </p:sp>
      <p:sp>
        <p:nvSpPr>
          <p:cNvPr id="72707" name="Title 1" title=""/>
          <p:cNvSpPr>
            <a:spLocks noGrp="1"/>
          </p:cNvSpPr>
          <p:nvPr>
            <p:ph type="title"/>
          </p:nvPr>
        </p:nvSpPr>
        <p:spPr>
          <a:xfrm>
            <a:off x="0" y="381000"/>
            <a:ext cx="9144000" cy="685800"/>
          </a:xfrm>
          <a:noFill/>
          <a:ln>
            <a:miter lim="800000"/>
          </a:ln>
        </p:spPr>
        <p:txBody>
          <a:bodyPr wrap="square" lIns="91440" tIns="45720" rIns="91440" bIns="45720"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3200"/>
              <a:t>Ranking Cubes – Efficient Computation of Ranking queries</a:t>
            </a:r>
            <a:endParaRPr sz="3200"/>
          </a:p>
        </p:txBody>
      </p:sp>
      <p:sp>
        <p:nvSpPr>
          <p:cNvPr id="72708" name="Content Placeholder 2" title=""/>
          <p:cNvSpPr>
            <a:spLocks noGrp="1"/>
          </p:cNvSpPr>
          <p:nvPr>
            <p:ph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110000"/>
              </a:lnSpc>
            </a:pPr>
            <a:r>
              <a:rPr sz="2400"/>
              <a:t>Data cube helps not only OLAP but also ranked search</a:t>
            </a:r>
            <a:endParaRPr sz="2400"/>
          </a:p>
          <a:p>
            <a:pPr lvl="0">
              <a:lnSpc>
                <a:spcPct val="110000"/>
              </a:lnSpc>
            </a:pPr>
            <a:r>
              <a:rPr sz="2400" b="1"/>
              <a:t>(top-k) ranking query</a:t>
            </a:r>
            <a:r>
              <a:rPr sz="2400"/>
              <a:t>:</a:t>
            </a:r>
            <a:r>
              <a:rPr sz="2400" i="1"/>
              <a:t> </a:t>
            </a:r>
            <a:r>
              <a:rPr sz="2400"/>
              <a:t>only returns the best k results according to a user-specified preference, consisting of (1) a </a:t>
            </a:r>
            <a:r>
              <a:rPr sz="2400" i="1">
                <a:solidFill>
                  <a:schemeClr val="hlink"/>
                </a:solidFill>
              </a:rPr>
              <a:t>selection condition</a:t>
            </a:r>
            <a:r>
              <a:rPr sz="2400" i="1"/>
              <a:t> </a:t>
            </a:r>
            <a:r>
              <a:rPr sz="2400"/>
              <a:t>and (2) a </a:t>
            </a:r>
            <a:r>
              <a:rPr sz="2400" i="1">
                <a:solidFill>
                  <a:schemeClr val="hlink"/>
                </a:solidFill>
              </a:rPr>
              <a:t>ranking function</a:t>
            </a:r>
            <a:endParaRPr sz="2400" i="1">
              <a:solidFill>
                <a:schemeClr val="hlink"/>
              </a:solidFill>
            </a:endParaRPr>
          </a:p>
          <a:p>
            <a:pPr lvl="0"/>
            <a:r>
              <a:rPr sz="2400"/>
              <a:t>Ex.: </a:t>
            </a:r>
            <a:r>
              <a:rPr lang="en-US" altLang="zh-CN" sz="2400">
                <a:ea typeface="宋体" pitchFamily="2" charset="-122"/>
              </a:rPr>
              <a:t>Search for apartments with expected price 1000 and expected square feet 800</a:t>
            </a:r>
            <a:endParaRPr lang="en-US" altLang="zh-CN" sz="2400">
              <a:ea typeface="宋体" pitchFamily="2" charset="-122"/>
            </a:endParaRPr>
          </a:p>
          <a:p>
            <a:pPr lvl="2"/>
            <a:r>
              <a:rPr lang="en-US" altLang="zh-CN" sz="2000">
                <a:ea typeface="宋体" pitchFamily="2" charset="-122"/>
              </a:rPr>
              <a:t>Select top 1 from Apartment</a:t>
            </a:r>
            <a:endParaRPr lang="en-US" altLang="zh-CN" sz="2000">
              <a:ea typeface="宋体" pitchFamily="2" charset="-122"/>
            </a:endParaRPr>
          </a:p>
          <a:p>
            <a:pPr lvl="2"/>
            <a:r>
              <a:rPr lang="en-US" altLang="zh-CN" sz="2000">
                <a:solidFill>
                  <a:srgbClr val="FF0000"/>
                </a:solidFill>
                <a:ea typeface="宋体" pitchFamily="2" charset="-122"/>
              </a:rPr>
              <a:t>where</a:t>
            </a:r>
            <a:r>
              <a:rPr lang="en-US" altLang="zh-CN" sz="2000">
                <a:ea typeface="宋体" pitchFamily="2" charset="-122"/>
              </a:rPr>
              <a:t> City = “LA” and Num_Bedroom = 2</a:t>
            </a:r>
            <a:endParaRPr lang="en-US" altLang="zh-CN" sz="2000">
              <a:ea typeface="宋体" pitchFamily="2" charset="-122"/>
            </a:endParaRPr>
          </a:p>
          <a:p>
            <a:pPr lvl="2"/>
            <a:r>
              <a:rPr lang="en-US" altLang="zh-CN" sz="2000">
                <a:solidFill>
                  <a:srgbClr val="FF0000"/>
                </a:solidFill>
                <a:ea typeface="宋体" pitchFamily="2" charset="-122"/>
              </a:rPr>
              <a:t>order by</a:t>
            </a:r>
            <a:r>
              <a:rPr lang="en-US" altLang="zh-CN" sz="2000">
                <a:ea typeface="宋体" pitchFamily="2" charset="-122"/>
              </a:rPr>
              <a:t> [price – 1000]^2 + [sq feet - 800]^2 asc</a:t>
            </a:r>
            <a:endParaRPr lang="en-US" altLang="zh-CN" sz="2000">
              <a:ea typeface="宋体" pitchFamily="2" charset="-122"/>
            </a:endParaRPr>
          </a:p>
          <a:p>
            <a:pPr lvl="0"/>
            <a:r>
              <a:rPr lang="en-US" altLang="zh-CN" sz="2400">
                <a:ea typeface="宋体" pitchFamily="2" charset="-122"/>
              </a:rPr>
              <a:t>Efficiency question: Can we only search what we need?</a:t>
            </a:r>
            <a:endParaRPr lang="en-US" altLang="zh-CN" sz="2400">
              <a:ea typeface="宋体" pitchFamily="2" charset="-122"/>
            </a:endParaRPr>
          </a:p>
          <a:p>
            <a:pPr lvl="1"/>
            <a:r>
              <a:rPr lang="en-US" altLang="zh-CN" sz="2400">
                <a:ea typeface="宋体" pitchFamily="2" charset="-122"/>
              </a:rPr>
              <a:t>Build a ranking cube on both </a:t>
            </a:r>
            <a:r>
              <a:rPr lang="en-US" altLang="zh-CN" sz="2400">
                <a:solidFill>
                  <a:schemeClr val="hlink"/>
                </a:solidFill>
                <a:ea typeface="宋体" pitchFamily="2" charset="-122"/>
              </a:rPr>
              <a:t>selection dimensions</a:t>
            </a:r>
            <a:r>
              <a:rPr lang="en-US" altLang="zh-CN" sz="2400">
                <a:ea typeface="宋体" pitchFamily="2" charset="-122"/>
              </a:rPr>
              <a:t> and </a:t>
            </a:r>
            <a:r>
              <a:rPr lang="en-US" altLang="zh-CN" sz="2400">
                <a:solidFill>
                  <a:schemeClr val="hlink"/>
                </a:solidFill>
                <a:ea typeface="宋体" pitchFamily="2" charset="-122"/>
              </a:rPr>
              <a:t>ranking dimensions</a:t>
            </a:r>
            <a:r>
              <a:rPr lang="en-US" altLang="zh-CN" sz="2400">
                <a:ea typeface="宋体" pitchFamily="2" charset="-122"/>
              </a:rPr>
              <a:t> </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3730" name="Slide Number Placeholder 5"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921A42C-F03B-4CCF-B7E7-0DAABF0C771F}" type="slidenum">
              <a:rPr lang="zh-CN" altLang="en-US" sz="1200">
                <a:ea typeface="宋体" pitchFamily="2" charset="-122"/>
              </a:rPr>
              <a:t>70</a:t>
            </a:fld>
            <a:endParaRPr lang="en-US" altLang="zh-CN" sz="1200">
              <a:ea typeface="宋体" pitchFamily="2" charset="-122"/>
            </a:endParaRPr>
          </a:p>
        </p:txBody>
      </p:sp>
      <p:pic>
        <p:nvPicPr>
          <p:cNvPr id="73731" name="Picture 2" title=""/>
          <p:cNvPicPr>
            <a:picLocks noChangeAspect="1"/>
          </p:cNvPicPr>
          <p:nvPr/>
        </p:nvPicPr>
        <p:blipFill>
          <a:blip r:embed="rId3"/>
          <a:stretch>
            <a:fillRect/>
          </a:stretch>
        </p:blipFill>
        <p:spPr>
          <a:xfrm>
            <a:off x="847725" y="3416300"/>
            <a:ext cx="3876675" cy="2376488"/>
          </a:xfrm>
          <a:prstGeom prst="rect">
            <a:avLst/>
          </a:prstGeom>
          <a:noFill/>
          <a:ln>
            <a:noFill/>
            <a:miter lim="800000"/>
          </a:ln>
        </p:spPr>
      </p:pic>
      <p:sp>
        <p:nvSpPr>
          <p:cNvPr id="73732" name="Text Box 3" title=""/>
          <p:cNvSpPr txBox="1"/>
          <p:nvPr/>
        </p:nvSpPr>
        <p:spPr>
          <a:xfrm>
            <a:off x="1822450" y="5778500"/>
            <a:ext cx="1911350" cy="641350"/>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b="1">
                <a:solidFill>
                  <a:srgbClr val="0000FF"/>
                </a:solidFill>
                <a:latin typeface="Arial" pitchFamily="34" charset="0"/>
                <a:ea typeface="宋体" pitchFamily="2" charset="-122"/>
              </a:rPr>
              <a:t>Sliced Partition </a:t>
            </a:r>
            <a:endParaRPr lang="en-US" altLang="zh-CN" sz="1800" b="1">
              <a:solidFill>
                <a:srgbClr val="0000FF"/>
              </a:solidFill>
              <a:latin typeface="Arial" pitchFamily="34" charset="0"/>
              <a:ea typeface="宋体" pitchFamily="2" charset="-122"/>
            </a:endParaRPr>
          </a:p>
          <a:p>
            <a:pPr marL="0" lvl="0" indent="0" eaLnBrk="1" hangingPunct="1"/>
            <a:r>
              <a:rPr lang="en-US" altLang="zh-CN" sz="1800" b="1">
                <a:solidFill>
                  <a:srgbClr val="0000FF"/>
                </a:solidFill>
                <a:latin typeface="Arial" pitchFamily="34" charset="0"/>
                <a:ea typeface="宋体" pitchFamily="2" charset="-122"/>
              </a:rPr>
              <a:t>for city=“LA”</a:t>
            </a:r>
            <a:endParaRPr lang="en-US" altLang="zh-CN" sz="1800" b="1">
              <a:solidFill>
                <a:srgbClr val="0000FF"/>
              </a:solidFill>
              <a:latin typeface="Arial" pitchFamily="34" charset="0"/>
              <a:ea typeface="宋体" pitchFamily="2" charset="-122"/>
            </a:endParaRPr>
          </a:p>
        </p:txBody>
      </p:sp>
      <p:sp>
        <p:nvSpPr>
          <p:cNvPr id="73733" name="Text Box 4" title=""/>
          <p:cNvSpPr txBox="1"/>
          <p:nvPr/>
        </p:nvSpPr>
        <p:spPr>
          <a:xfrm>
            <a:off x="5556250" y="5778500"/>
            <a:ext cx="1911350" cy="641350"/>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b="1">
                <a:solidFill>
                  <a:srgbClr val="0000FF"/>
                </a:solidFill>
                <a:latin typeface="Arial" pitchFamily="34" charset="0"/>
                <a:ea typeface="宋体" pitchFamily="2" charset="-122"/>
              </a:rPr>
              <a:t>Sliced Partition </a:t>
            </a:r>
            <a:endParaRPr lang="en-US" altLang="zh-CN" sz="1800" b="1">
              <a:solidFill>
                <a:srgbClr val="0000FF"/>
              </a:solidFill>
              <a:latin typeface="Arial" pitchFamily="34" charset="0"/>
              <a:ea typeface="宋体" pitchFamily="2" charset="-122"/>
            </a:endParaRPr>
          </a:p>
          <a:p>
            <a:pPr marL="0" lvl="0" indent="0" eaLnBrk="1" hangingPunct="1"/>
            <a:r>
              <a:rPr lang="en-US" altLang="zh-CN" sz="1800" b="1">
                <a:solidFill>
                  <a:srgbClr val="0000FF"/>
                </a:solidFill>
                <a:latin typeface="Arial" pitchFamily="34" charset="0"/>
                <a:ea typeface="宋体" pitchFamily="2" charset="-122"/>
              </a:rPr>
              <a:t>for BR=2</a:t>
            </a:r>
            <a:endParaRPr lang="en-US" altLang="zh-CN" sz="1800" b="1">
              <a:solidFill>
                <a:srgbClr val="0000FF"/>
              </a:solidFill>
              <a:latin typeface="Arial" pitchFamily="34" charset="0"/>
              <a:ea typeface="宋体" pitchFamily="2" charset="-122"/>
            </a:endParaRPr>
          </a:p>
        </p:txBody>
      </p:sp>
      <p:pic>
        <p:nvPicPr>
          <p:cNvPr id="73734" name="Picture 5" title=""/>
          <p:cNvPicPr>
            <a:picLocks noChangeAspect="1"/>
          </p:cNvPicPr>
          <p:nvPr/>
        </p:nvPicPr>
        <p:blipFill>
          <a:blip r:embed="rId4"/>
          <a:stretch>
            <a:fillRect/>
          </a:stretch>
        </p:blipFill>
        <p:spPr>
          <a:xfrm>
            <a:off x="4419600" y="3422650"/>
            <a:ext cx="3843338" cy="2355850"/>
          </a:xfrm>
          <a:prstGeom prst="rect">
            <a:avLst/>
          </a:prstGeom>
          <a:noFill/>
          <a:ln>
            <a:noFill/>
            <a:miter lim="800000"/>
          </a:ln>
        </p:spPr>
      </p:pic>
      <p:pic>
        <p:nvPicPr>
          <p:cNvPr id="73735" name="Picture 6" title=""/>
          <p:cNvPicPr>
            <a:picLocks noChangeAspect="1"/>
          </p:cNvPicPr>
          <p:nvPr/>
        </p:nvPicPr>
        <p:blipFill>
          <a:blip r:embed="rId5"/>
          <a:stretch>
            <a:fillRect/>
          </a:stretch>
        </p:blipFill>
        <p:spPr>
          <a:xfrm>
            <a:off x="4419600" y="1295400"/>
            <a:ext cx="3581400" cy="2344738"/>
          </a:xfrm>
          <a:prstGeom prst="rect">
            <a:avLst/>
          </a:prstGeom>
          <a:noFill/>
          <a:ln>
            <a:noFill/>
            <a:miter lim="800000"/>
          </a:ln>
        </p:spPr>
      </p:pic>
      <p:sp>
        <p:nvSpPr>
          <p:cNvPr id="73736" name="Rectangle 7" title=""/>
          <p:cNvSpPr>
            <a:spLocks noGrp="1"/>
          </p:cNvSpPr>
          <p:nvPr>
            <p:ph type="title"/>
          </p:nvPr>
        </p:nvSpPr>
        <p:spPr>
          <a:xfrm>
            <a:off x="0" y="0"/>
            <a:ext cx="9144000" cy="12192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Ranking Cube: Partition Data on Both Selection and Ranking Dimensions</a:t>
            </a:r>
            <a:endParaRPr lang="en-US" altLang="zh-CN" sz="3200">
              <a:ea typeface="宋体" pitchFamily="2" charset="-122"/>
            </a:endParaRPr>
          </a:p>
        </p:txBody>
      </p:sp>
      <p:sp>
        <p:nvSpPr>
          <p:cNvPr id="73737" name="Text Box 8" title=""/>
          <p:cNvSpPr txBox="1"/>
          <p:nvPr/>
        </p:nvSpPr>
        <p:spPr>
          <a:xfrm>
            <a:off x="685800" y="1524000"/>
            <a:ext cx="3733800" cy="17907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2400" b="1">
                <a:latin typeface="Arial" pitchFamily="34" charset="0"/>
                <a:ea typeface="宋体" pitchFamily="2" charset="-122"/>
              </a:rPr>
              <a:t>One single data partition as the template</a:t>
            </a:r>
            <a:endParaRPr lang="en-US" altLang="zh-CN" sz="2400" b="1">
              <a:latin typeface="Arial" pitchFamily="34" charset="0"/>
              <a:ea typeface="宋体" pitchFamily="2" charset="-122"/>
            </a:endParaRPr>
          </a:p>
          <a:p>
            <a:pPr marL="0" lvl="0" indent="0" eaLnBrk="1" hangingPunct="1">
              <a:lnSpc>
                <a:spcPct val="65000"/>
              </a:lnSpc>
            </a:pPr>
            <a:endParaRPr lang="en-US" altLang="zh-CN" sz="2400" b="1">
              <a:latin typeface="Arial" pitchFamily="34" charset="0"/>
              <a:ea typeface="宋体" pitchFamily="2" charset="-122"/>
            </a:endParaRPr>
          </a:p>
          <a:p>
            <a:pPr marL="0" lvl="0" indent="0" eaLnBrk="1" hangingPunct="1"/>
            <a:r>
              <a:rPr lang="en-US" altLang="zh-CN" sz="2400" b="1">
                <a:latin typeface="Arial" pitchFamily="34" charset="0"/>
                <a:ea typeface="宋体" pitchFamily="2" charset="-122"/>
              </a:rPr>
              <a:t>Slice the data partition by selection conditions</a:t>
            </a:r>
            <a:endParaRPr lang="en-US" altLang="zh-CN" sz="2000" b="1">
              <a:latin typeface="Arial" pitchFamily="34" charset="0"/>
              <a:ea typeface="宋体" pitchFamily="2" charset="-122"/>
            </a:endParaRPr>
          </a:p>
        </p:txBody>
      </p:sp>
      <p:sp>
        <p:nvSpPr>
          <p:cNvPr id="73738" name="Text Box 9" title=""/>
          <p:cNvSpPr txBox="1"/>
          <p:nvPr/>
        </p:nvSpPr>
        <p:spPr>
          <a:xfrm>
            <a:off x="7664450" y="2286000"/>
            <a:ext cx="1479550" cy="641350"/>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b="1">
                <a:latin typeface="Arial" pitchFamily="34" charset="0"/>
                <a:ea typeface="宋体" pitchFamily="2" charset="-122"/>
              </a:rPr>
              <a:t>Partition for</a:t>
            </a:r>
            <a:endParaRPr lang="en-US" altLang="zh-CN" sz="1800" b="1">
              <a:latin typeface="Arial" pitchFamily="34" charset="0"/>
              <a:ea typeface="宋体" pitchFamily="2" charset="-122"/>
            </a:endParaRPr>
          </a:p>
          <a:p>
            <a:pPr marL="0" lvl="0" indent="0" eaLnBrk="1" hangingPunct="1"/>
            <a:r>
              <a:rPr lang="en-US" altLang="zh-CN" sz="1800" b="1">
                <a:latin typeface="Arial" pitchFamily="34" charset="0"/>
                <a:ea typeface="宋体" pitchFamily="2" charset="-122"/>
              </a:rPr>
              <a:t> all data</a:t>
            </a:r>
            <a:endParaRPr lang="en-US" altLang="zh-CN" sz="1800" b="1">
              <a:latin typeface="Arial" pitchFamily="34" charset="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475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43B158A-C6E6-44AE-A974-88EEF16431A8}" type="slidenum">
              <a:rPr lang="zh-CN" altLang="en-US" sz="1200">
                <a:ea typeface="宋体" pitchFamily="2" charset="-122"/>
              </a:rPr>
              <a:t>71</a:t>
            </a:fld>
            <a:endParaRPr lang="en-US" altLang="zh-CN" sz="1200">
              <a:ea typeface="宋体" pitchFamily="2" charset="-122"/>
            </a:endParaRPr>
          </a:p>
        </p:txBody>
      </p:sp>
      <p:pic>
        <p:nvPicPr>
          <p:cNvPr id="74755" name="Picture 2" title=""/>
          <p:cNvPicPr>
            <a:picLocks noChangeAspect="1"/>
          </p:cNvPicPr>
          <p:nvPr/>
        </p:nvPicPr>
        <p:blipFill>
          <a:blip r:embed="rId3"/>
          <a:stretch>
            <a:fillRect/>
          </a:stretch>
        </p:blipFill>
        <p:spPr>
          <a:xfrm>
            <a:off x="5562600" y="4343400"/>
            <a:ext cx="3267075" cy="2003425"/>
          </a:xfrm>
          <a:prstGeom prst="rect">
            <a:avLst/>
          </a:prstGeom>
          <a:noFill/>
          <a:ln>
            <a:noFill/>
            <a:miter lim="800000"/>
          </a:ln>
        </p:spPr>
      </p:pic>
      <p:pic>
        <p:nvPicPr>
          <p:cNvPr id="74756" name="Picture 3" title=""/>
          <p:cNvPicPr>
            <a:picLocks noChangeAspect="1"/>
          </p:cNvPicPr>
          <p:nvPr/>
        </p:nvPicPr>
        <p:blipFill>
          <a:blip r:embed="rId4"/>
          <a:stretch>
            <a:fillRect/>
          </a:stretch>
        </p:blipFill>
        <p:spPr>
          <a:xfrm>
            <a:off x="5029200" y="1681163"/>
            <a:ext cx="3581400" cy="2344737"/>
          </a:xfrm>
          <a:prstGeom prst="rect">
            <a:avLst/>
          </a:prstGeom>
          <a:noFill/>
          <a:ln>
            <a:noFill/>
            <a:miter lim="800000"/>
          </a:ln>
        </p:spPr>
      </p:pic>
      <p:sp>
        <p:nvSpPr>
          <p:cNvPr id="74757" name="Rectangle 4"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a:ea typeface="宋体" pitchFamily="2" charset="-122"/>
              </a:rPr>
              <a:t>Materialize Ranking-Cube</a:t>
            </a:r>
            <a:endParaRPr lang="en-US" altLang="zh-CN">
              <a:ea typeface="宋体" pitchFamily="2" charset="-122"/>
            </a:endParaRPr>
          </a:p>
        </p:txBody>
      </p:sp>
      <p:graphicFrame>
        <p:nvGraphicFramePr>
          <p:cNvPr id="74758" name="Group 5" title=""/>
          <p:cNvGraphicFramePr>
            <a:graphicFrameLocks noGrp="1"/>
          </p:cNvGraphicFramePr>
          <p:nvPr/>
        </p:nvGraphicFramePr>
        <p:xfrm>
          <a:off x="381000" y="1825625"/>
          <a:ext cx="4419600" cy="2209800"/>
        </p:xfrm>
        <a:graphic>
          <a:graphicData uri="http://schemas.openxmlformats.org/drawingml/2006/table">
            <a:tbl>
              <a:tblPr/>
              <a:tblGrid>
                <a:gridCol w="609600"/>
                <a:gridCol w="685800"/>
                <a:gridCol w="609600"/>
                <a:gridCol w="685800"/>
                <a:gridCol w="914400"/>
                <a:gridCol w="914400"/>
              </a:tblGrid>
              <a:tr h="241300">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ea typeface="宋体" pitchFamily="2" charset="-122"/>
                        </a:rPr>
                        <a:t>tid</a:t>
                      </a:r>
                      <a:endParaRPr lang="en-US" altLang="zh-CN" sz="1400" b="1">
                        <a:ea typeface="宋体" pitchFamily="2" charset="-122"/>
                      </a:endParaRPr>
                    </a:p>
                  </a:txBody>
                  <a:tcPr marL="0" marR="0" marT="0" marB="0">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ea typeface="宋体" pitchFamily="2" charset="-122"/>
                        </a:rPr>
                        <a:t>City</a:t>
                      </a:r>
                      <a:endParaRPr lang="en-US" altLang="zh-CN" sz="1400" b="1">
                        <a:ea typeface="宋体" pitchFamily="2" charset="-122"/>
                      </a:endParaRPr>
                    </a:p>
                  </a:txBody>
                  <a:tcPr marL="0" marR="0" marT="0" marB="0">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ea typeface="宋体" pitchFamily="2" charset="-122"/>
                        </a:rPr>
                        <a:t>BR</a:t>
                      </a:r>
                      <a:endParaRPr lang="en-US" altLang="zh-CN" sz="1400" b="1">
                        <a:ea typeface="宋体" pitchFamily="2" charset="-122"/>
                      </a:endParaRPr>
                    </a:p>
                  </a:txBody>
                  <a:tcPr marL="0" marR="0" marT="0" marB="0">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ea typeface="宋体" pitchFamily="2" charset="-122"/>
                        </a:rPr>
                        <a:t>Price</a:t>
                      </a:r>
                      <a:endParaRPr lang="en-US" altLang="zh-CN" sz="1400" b="1">
                        <a:ea typeface="宋体" pitchFamily="2" charset="-122"/>
                      </a:endParaRPr>
                    </a:p>
                  </a:txBody>
                  <a:tcPr marL="0" marR="0" marT="0" marB="0">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ea typeface="宋体" pitchFamily="2" charset="-122"/>
                        </a:rPr>
                        <a:t>Sq feet</a:t>
                      </a:r>
                      <a:endParaRPr lang="en-US" altLang="zh-CN" sz="1400" b="1">
                        <a:ea typeface="宋体" pitchFamily="2" charset="-122"/>
                      </a:endParaRPr>
                    </a:p>
                  </a:txBody>
                  <a:tcPr marL="0" marR="0" marT="0" marB="0">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b="1">
                          <a:solidFill>
                            <a:schemeClr val="hlink"/>
                          </a:solidFill>
                          <a:ea typeface="宋体" pitchFamily="2" charset="-122"/>
                        </a:rPr>
                        <a:t>Block ID</a:t>
                      </a:r>
                      <a:endParaRPr lang="en-US" altLang="zh-CN" sz="1400" b="1">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46062">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t1</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SEA</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500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600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5</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t2</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CLE</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2</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700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800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5</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t3</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SEA</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800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900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2</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t4</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CLE</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3</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1000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1000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6</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54000">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t5</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LA</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1100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200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15</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t6</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LA</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2</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1200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500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11</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t7</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LA</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2</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1200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560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11</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t8</a:t>
                      </a:r>
                      <a:endParaRPr lang="en-US" altLang="zh-CN" sz="1400">
                        <a:ea typeface="宋体" pitchFamily="2" charset="-122"/>
                      </a:endParaRPr>
                    </a:p>
                  </a:txBody>
                  <a:tcPr marL="0" marR="0" marT="0" marB="0">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CLE</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3</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1350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1120</a:t>
                      </a:r>
                      <a:endParaRPr lang="en-US" altLang="zh-CN" sz="1400">
                        <a:ea typeface="宋体" pitchFamily="2" charset="-122"/>
                      </a:endParaRPr>
                    </a:p>
                  </a:txBody>
                  <a:tcPr marL="0" marR="0" marT="0" marB="0">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solidFill>
                            <a:schemeClr val="hlink"/>
                          </a:solidFill>
                          <a:ea typeface="宋体" pitchFamily="2" charset="-122"/>
                        </a:rPr>
                        <a:t>4</a:t>
                      </a:r>
                      <a:endParaRPr lang="en-US" altLang="zh-CN" sz="1400">
                        <a:solidFill>
                          <a:schemeClr val="hlink"/>
                        </a:solidFill>
                        <a:ea typeface="宋体" pitchFamily="2" charset="-122"/>
                      </a:endParaRPr>
                    </a:p>
                  </a:txBody>
                  <a:tcPr marL="0" marR="0" marT="0" marB="0">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74830" name="Text Box 77" title=""/>
          <p:cNvSpPr txBox="1"/>
          <p:nvPr/>
        </p:nvSpPr>
        <p:spPr>
          <a:xfrm>
            <a:off x="6096000" y="1219200"/>
            <a:ext cx="2590800" cy="581025"/>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rgbClr val="0033CC"/>
                </a:solidFill>
                <a:latin typeface="Arial" pitchFamily="34" charset="0"/>
                <a:ea typeface="宋体" pitchFamily="2" charset="-122"/>
              </a:rPr>
              <a:t>Step 1: Partition Data on Ranking Dimensions</a:t>
            </a:r>
            <a:endParaRPr lang="en-US" altLang="zh-CN" sz="1600" b="1">
              <a:solidFill>
                <a:srgbClr val="0033CC"/>
              </a:solidFill>
              <a:latin typeface="Arial" pitchFamily="34" charset="0"/>
              <a:ea typeface="宋体" pitchFamily="2" charset="-122"/>
            </a:endParaRPr>
          </a:p>
        </p:txBody>
      </p:sp>
      <p:grpSp>
        <p:nvGrpSpPr>
          <p:cNvPr id="74831" name="Group 78" title=""/>
          <p:cNvGrpSpPr/>
          <p:nvPr/>
        </p:nvGrpSpPr>
        <p:grpSpPr>
          <a:xfrm>
            <a:off x="533400" y="1673225"/>
            <a:ext cx="3444875" cy="4879975"/>
            <a:chOff x="336" y="1054"/>
            <a:chExt cx="2170" cy="3074"/>
          </a:xfrm>
        </p:grpSpPr>
        <p:sp>
          <p:nvSpPr>
            <p:cNvPr id="74845" name="AutoShape 79" title=""/>
            <p:cNvSpPr/>
            <p:nvPr/>
          </p:nvSpPr>
          <p:spPr>
            <a:xfrm>
              <a:off x="648" y="1054"/>
              <a:ext cx="744" cy="1488"/>
            </a:xfrm>
            <a:prstGeom prst="wedgeRectCallout">
              <a:avLst>
                <a:gd name="adj1" fmla="val -42204"/>
                <a:gd name="adj2" fmla="val 72986"/>
              </a:avLst>
            </a:prstGeom>
            <a:noFill/>
            <a:ln w="25400">
              <a:solidFill>
                <a:srgbClr val="FF0000"/>
              </a:solid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endParaRPr sz="800" b="1">
                <a:latin typeface="Arial" pitchFamily="34" charset="0"/>
                <a:ea typeface="宋体" pitchFamily="2" charset="-122"/>
              </a:endParaRPr>
            </a:p>
          </p:txBody>
        </p:sp>
        <p:sp>
          <p:nvSpPr>
            <p:cNvPr id="74846" name="Text Box 80" title=""/>
            <p:cNvSpPr txBox="1"/>
            <p:nvPr/>
          </p:nvSpPr>
          <p:spPr>
            <a:xfrm>
              <a:off x="840" y="2704"/>
              <a:ext cx="1512" cy="366"/>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rgbClr val="FF3300"/>
                  </a:solidFill>
                  <a:latin typeface="Arial" pitchFamily="34" charset="0"/>
                  <a:ea typeface="宋体" pitchFamily="2" charset="-122"/>
                </a:rPr>
                <a:t>Step 2: Group data by</a:t>
              </a:r>
              <a:endParaRPr lang="en-US" altLang="zh-CN" sz="1600" b="1">
                <a:solidFill>
                  <a:srgbClr val="FF3300"/>
                </a:solidFill>
                <a:latin typeface="Arial" pitchFamily="34" charset="0"/>
                <a:ea typeface="宋体" pitchFamily="2" charset="-122"/>
              </a:endParaRPr>
            </a:p>
            <a:p>
              <a:pPr marL="0" lvl="0" indent="0" eaLnBrk="1" hangingPunct="1">
                <a:lnSpc>
                  <a:spcPct val="50000"/>
                </a:lnSpc>
                <a:spcBef>
                  <a:spcPct val="50000"/>
                </a:spcBef>
              </a:pPr>
              <a:r>
                <a:rPr lang="en-US" altLang="zh-CN" sz="1600" b="1">
                  <a:solidFill>
                    <a:srgbClr val="FF3300"/>
                  </a:solidFill>
                  <a:latin typeface="Arial" pitchFamily="34" charset="0"/>
                  <a:ea typeface="宋体" pitchFamily="2" charset="-122"/>
                </a:rPr>
                <a:t>Selection Dimensions</a:t>
              </a:r>
              <a:endParaRPr lang="en-US" altLang="zh-CN" sz="1600" b="1">
                <a:solidFill>
                  <a:srgbClr val="FF3300"/>
                </a:solidFill>
                <a:latin typeface="Arial" pitchFamily="34" charset="0"/>
                <a:ea typeface="宋体" pitchFamily="2" charset="-122"/>
              </a:endParaRPr>
            </a:p>
          </p:txBody>
        </p:sp>
        <p:sp>
          <p:nvSpPr>
            <p:cNvPr id="74847" name="Rectangle 81" title=""/>
            <p:cNvSpPr/>
            <p:nvPr/>
          </p:nvSpPr>
          <p:spPr>
            <a:xfrm>
              <a:off x="1416" y="3520"/>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48" name="Rectangle 82" title=""/>
            <p:cNvSpPr/>
            <p:nvPr/>
          </p:nvSpPr>
          <p:spPr>
            <a:xfrm>
              <a:off x="1416" y="3367"/>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49" name="Rectangle 83" title=""/>
            <p:cNvSpPr/>
            <p:nvPr/>
          </p:nvSpPr>
          <p:spPr>
            <a:xfrm>
              <a:off x="1416" y="3214"/>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0" name="Rectangle 84" title=""/>
            <p:cNvSpPr/>
            <p:nvPr/>
          </p:nvSpPr>
          <p:spPr>
            <a:xfrm>
              <a:off x="1608" y="3520"/>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1" name="Rectangle 85" title=""/>
            <p:cNvSpPr/>
            <p:nvPr/>
          </p:nvSpPr>
          <p:spPr>
            <a:xfrm>
              <a:off x="1224" y="3520"/>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2" name="Rectangle 86" title=""/>
            <p:cNvSpPr/>
            <p:nvPr/>
          </p:nvSpPr>
          <p:spPr>
            <a:xfrm>
              <a:off x="1032" y="3520"/>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3" name="Rectangle 87" title=""/>
            <p:cNvSpPr/>
            <p:nvPr/>
          </p:nvSpPr>
          <p:spPr>
            <a:xfrm>
              <a:off x="1608" y="3367"/>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4" name="Rectangle 88" title=""/>
            <p:cNvSpPr/>
            <p:nvPr/>
          </p:nvSpPr>
          <p:spPr>
            <a:xfrm>
              <a:off x="1224" y="3367"/>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5" name="Rectangle 89" title=""/>
            <p:cNvSpPr/>
            <p:nvPr/>
          </p:nvSpPr>
          <p:spPr>
            <a:xfrm>
              <a:off x="1032" y="3367"/>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6" name="Rectangle 90" title=""/>
            <p:cNvSpPr/>
            <p:nvPr/>
          </p:nvSpPr>
          <p:spPr>
            <a:xfrm>
              <a:off x="1608" y="3214"/>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7" name="Rectangle 91" title=""/>
            <p:cNvSpPr/>
            <p:nvPr/>
          </p:nvSpPr>
          <p:spPr>
            <a:xfrm>
              <a:off x="1224" y="3214"/>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8" name="Rectangle 92" title=""/>
            <p:cNvSpPr/>
            <p:nvPr/>
          </p:nvSpPr>
          <p:spPr>
            <a:xfrm>
              <a:off x="1032" y="3214"/>
              <a:ext cx="192" cy="153"/>
            </a:xfrm>
            <a:prstGeom prst="rect">
              <a:avLst/>
            </a:prstGeom>
            <a:noFill/>
            <a:ln>
              <a:no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endParaRPr sz="900"/>
            </a:p>
          </p:txBody>
        </p:sp>
        <p:sp>
          <p:nvSpPr>
            <p:cNvPr id="74859" name="Line 93" title=""/>
            <p:cNvSpPr/>
            <p:nvPr/>
          </p:nvSpPr>
          <p:spPr>
            <a:xfrm>
              <a:off x="1032" y="3214"/>
              <a:ext cx="768" cy="0"/>
            </a:xfrm>
            <a:prstGeom prst="line">
              <a:avLst/>
            </a:prstGeom>
            <a:noFill/>
            <a:ln w="28575" cap="sq">
              <a:solidFill>
                <a:schemeClr val="tx1"/>
              </a:solidFill>
              <a:miter lim="800000"/>
            </a:ln>
            <a:effectLst/>
          </p:spPr>
        </p:sp>
        <p:sp>
          <p:nvSpPr>
            <p:cNvPr id="74860" name="Line 94" title=""/>
            <p:cNvSpPr/>
            <p:nvPr/>
          </p:nvSpPr>
          <p:spPr>
            <a:xfrm>
              <a:off x="1032" y="3367"/>
              <a:ext cx="768" cy="0"/>
            </a:xfrm>
            <a:prstGeom prst="line">
              <a:avLst/>
            </a:prstGeom>
            <a:noFill/>
            <a:ln w="12700">
              <a:solidFill>
                <a:schemeClr val="tx1"/>
              </a:solidFill>
              <a:miter lim="800000"/>
            </a:ln>
            <a:effectLst/>
          </p:spPr>
        </p:sp>
        <p:sp>
          <p:nvSpPr>
            <p:cNvPr id="74861" name="Line 95" title=""/>
            <p:cNvSpPr/>
            <p:nvPr/>
          </p:nvSpPr>
          <p:spPr>
            <a:xfrm>
              <a:off x="1032" y="3520"/>
              <a:ext cx="768" cy="0"/>
            </a:xfrm>
            <a:prstGeom prst="line">
              <a:avLst/>
            </a:prstGeom>
            <a:noFill/>
            <a:ln w="12700">
              <a:solidFill>
                <a:schemeClr val="tx1"/>
              </a:solidFill>
              <a:miter lim="800000"/>
            </a:ln>
            <a:effectLst/>
          </p:spPr>
        </p:sp>
        <p:sp>
          <p:nvSpPr>
            <p:cNvPr id="74862" name="Line 96" title=""/>
            <p:cNvSpPr/>
            <p:nvPr/>
          </p:nvSpPr>
          <p:spPr>
            <a:xfrm>
              <a:off x="1032" y="3673"/>
              <a:ext cx="768" cy="0"/>
            </a:xfrm>
            <a:prstGeom prst="line">
              <a:avLst/>
            </a:prstGeom>
            <a:noFill/>
            <a:ln w="28575" cap="sq">
              <a:solidFill>
                <a:schemeClr val="tx1"/>
              </a:solidFill>
              <a:miter lim="800000"/>
            </a:ln>
            <a:effectLst/>
          </p:spPr>
        </p:sp>
        <p:sp>
          <p:nvSpPr>
            <p:cNvPr id="74863" name="Line 97" title=""/>
            <p:cNvSpPr/>
            <p:nvPr/>
          </p:nvSpPr>
          <p:spPr>
            <a:xfrm flipH="1">
              <a:off x="1032" y="3214"/>
              <a:ext cx="0" cy="459"/>
            </a:xfrm>
            <a:prstGeom prst="line">
              <a:avLst/>
            </a:prstGeom>
            <a:noFill/>
            <a:ln w="28575" cap="sq">
              <a:solidFill>
                <a:schemeClr val="tx1"/>
              </a:solidFill>
              <a:miter lim="800000"/>
            </a:ln>
            <a:effectLst/>
          </p:spPr>
        </p:sp>
        <p:sp>
          <p:nvSpPr>
            <p:cNvPr id="74864" name="Line 98" title=""/>
            <p:cNvSpPr/>
            <p:nvPr/>
          </p:nvSpPr>
          <p:spPr>
            <a:xfrm flipH="1">
              <a:off x="1224" y="3214"/>
              <a:ext cx="0" cy="459"/>
            </a:xfrm>
            <a:prstGeom prst="line">
              <a:avLst/>
            </a:prstGeom>
            <a:noFill/>
            <a:ln w="12700">
              <a:solidFill>
                <a:schemeClr val="tx1"/>
              </a:solidFill>
              <a:miter lim="800000"/>
            </a:ln>
            <a:effectLst/>
          </p:spPr>
        </p:sp>
        <p:sp>
          <p:nvSpPr>
            <p:cNvPr id="74865" name="Line 99" title=""/>
            <p:cNvSpPr/>
            <p:nvPr/>
          </p:nvSpPr>
          <p:spPr>
            <a:xfrm flipH="1">
              <a:off x="1416" y="3214"/>
              <a:ext cx="0" cy="459"/>
            </a:xfrm>
            <a:prstGeom prst="line">
              <a:avLst/>
            </a:prstGeom>
            <a:noFill/>
            <a:ln w="12700">
              <a:solidFill>
                <a:schemeClr val="tx1"/>
              </a:solidFill>
              <a:miter lim="800000"/>
            </a:ln>
            <a:effectLst/>
          </p:spPr>
        </p:sp>
        <p:sp>
          <p:nvSpPr>
            <p:cNvPr id="74866" name="Line 100" title=""/>
            <p:cNvSpPr/>
            <p:nvPr/>
          </p:nvSpPr>
          <p:spPr>
            <a:xfrm flipH="1">
              <a:off x="1800" y="3214"/>
              <a:ext cx="0" cy="459"/>
            </a:xfrm>
            <a:prstGeom prst="line">
              <a:avLst/>
            </a:prstGeom>
            <a:noFill/>
            <a:ln w="28575" cap="sq">
              <a:solidFill>
                <a:schemeClr val="tx1"/>
              </a:solidFill>
              <a:miter lim="800000"/>
            </a:ln>
            <a:effectLst/>
          </p:spPr>
        </p:sp>
        <p:sp>
          <p:nvSpPr>
            <p:cNvPr id="74867" name="Line 101" title=""/>
            <p:cNvSpPr/>
            <p:nvPr/>
          </p:nvSpPr>
          <p:spPr>
            <a:xfrm flipH="1">
              <a:off x="1608" y="3214"/>
              <a:ext cx="0" cy="459"/>
            </a:xfrm>
            <a:prstGeom prst="line">
              <a:avLst/>
            </a:prstGeom>
            <a:noFill/>
            <a:ln w="12700">
              <a:solidFill>
                <a:schemeClr val="tx1"/>
              </a:solidFill>
              <a:miter lim="800000"/>
            </a:ln>
            <a:effectLst/>
          </p:spPr>
        </p:sp>
        <p:sp>
          <p:nvSpPr>
            <p:cNvPr id="74868" name="Rectangle 102" title=""/>
            <p:cNvSpPr/>
            <p:nvPr/>
          </p:nvSpPr>
          <p:spPr>
            <a:xfrm>
              <a:off x="1416" y="3781"/>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400"/>
            </a:p>
          </p:txBody>
        </p:sp>
        <p:sp>
          <p:nvSpPr>
            <p:cNvPr id="74869" name="Rectangle 103" title=""/>
            <p:cNvSpPr/>
            <p:nvPr/>
          </p:nvSpPr>
          <p:spPr>
            <a:xfrm>
              <a:off x="1608" y="3781"/>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400"/>
            </a:p>
          </p:txBody>
        </p:sp>
        <p:sp>
          <p:nvSpPr>
            <p:cNvPr id="74870" name="Rectangle 104" title=""/>
            <p:cNvSpPr/>
            <p:nvPr/>
          </p:nvSpPr>
          <p:spPr>
            <a:xfrm>
              <a:off x="1224" y="3781"/>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400"/>
            </a:p>
          </p:txBody>
        </p:sp>
        <p:sp>
          <p:nvSpPr>
            <p:cNvPr id="74871" name="Rectangle 105" title=""/>
            <p:cNvSpPr/>
            <p:nvPr/>
          </p:nvSpPr>
          <p:spPr>
            <a:xfrm>
              <a:off x="1032" y="3781"/>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400"/>
            </a:p>
          </p:txBody>
        </p:sp>
        <p:sp>
          <p:nvSpPr>
            <p:cNvPr id="74872" name="Line 106" title=""/>
            <p:cNvSpPr/>
            <p:nvPr/>
          </p:nvSpPr>
          <p:spPr>
            <a:xfrm>
              <a:off x="1032" y="3781"/>
              <a:ext cx="768" cy="0"/>
            </a:xfrm>
            <a:prstGeom prst="line">
              <a:avLst/>
            </a:prstGeom>
            <a:noFill/>
            <a:ln w="28575" cap="sq">
              <a:solidFill>
                <a:schemeClr val="tx1"/>
              </a:solidFill>
              <a:miter lim="800000"/>
            </a:ln>
            <a:effectLst/>
          </p:spPr>
        </p:sp>
        <p:sp>
          <p:nvSpPr>
            <p:cNvPr id="74873" name="Line 107" title=""/>
            <p:cNvSpPr/>
            <p:nvPr/>
          </p:nvSpPr>
          <p:spPr>
            <a:xfrm>
              <a:off x="1032" y="3935"/>
              <a:ext cx="768" cy="0"/>
            </a:xfrm>
            <a:prstGeom prst="line">
              <a:avLst/>
            </a:prstGeom>
            <a:noFill/>
            <a:ln w="28575" cap="sq">
              <a:solidFill>
                <a:schemeClr val="tx1"/>
              </a:solidFill>
              <a:miter lim="800000"/>
            </a:ln>
            <a:effectLst/>
          </p:spPr>
        </p:sp>
        <p:sp>
          <p:nvSpPr>
            <p:cNvPr id="74874" name="Line 108" title=""/>
            <p:cNvSpPr/>
            <p:nvPr/>
          </p:nvSpPr>
          <p:spPr>
            <a:xfrm flipH="1">
              <a:off x="1032" y="3781"/>
              <a:ext cx="0" cy="154"/>
            </a:xfrm>
            <a:prstGeom prst="line">
              <a:avLst/>
            </a:prstGeom>
            <a:noFill/>
            <a:ln w="28575" cap="sq">
              <a:solidFill>
                <a:schemeClr val="tx1"/>
              </a:solidFill>
              <a:miter lim="800000"/>
            </a:ln>
            <a:effectLst/>
          </p:spPr>
        </p:sp>
        <p:sp>
          <p:nvSpPr>
            <p:cNvPr id="74875" name="Line 109" title=""/>
            <p:cNvSpPr/>
            <p:nvPr/>
          </p:nvSpPr>
          <p:spPr>
            <a:xfrm flipH="1">
              <a:off x="1224" y="3781"/>
              <a:ext cx="0" cy="154"/>
            </a:xfrm>
            <a:prstGeom prst="line">
              <a:avLst/>
            </a:prstGeom>
            <a:noFill/>
            <a:ln w="12700">
              <a:solidFill>
                <a:schemeClr val="tx1"/>
              </a:solidFill>
              <a:miter lim="800000"/>
            </a:ln>
            <a:effectLst/>
          </p:spPr>
        </p:sp>
        <p:sp>
          <p:nvSpPr>
            <p:cNvPr id="74876" name="Line 110" title=""/>
            <p:cNvSpPr/>
            <p:nvPr/>
          </p:nvSpPr>
          <p:spPr>
            <a:xfrm flipH="1">
              <a:off x="1416" y="3781"/>
              <a:ext cx="0" cy="154"/>
            </a:xfrm>
            <a:prstGeom prst="line">
              <a:avLst/>
            </a:prstGeom>
            <a:noFill/>
            <a:ln w="12700">
              <a:solidFill>
                <a:schemeClr val="tx1"/>
              </a:solidFill>
              <a:miter lim="800000"/>
            </a:ln>
            <a:effectLst/>
          </p:spPr>
        </p:sp>
        <p:sp>
          <p:nvSpPr>
            <p:cNvPr id="74877" name="Line 111" title=""/>
            <p:cNvSpPr/>
            <p:nvPr/>
          </p:nvSpPr>
          <p:spPr>
            <a:xfrm flipH="1">
              <a:off x="1800" y="3781"/>
              <a:ext cx="0" cy="154"/>
            </a:xfrm>
            <a:prstGeom prst="line">
              <a:avLst/>
            </a:prstGeom>
            <a:noFill/>
            <a:ln w="28575" cap="sq">
              <a:solidFill>
                <a:schemeClr val="tx1"/>
              </a:solidFill>
              <a:miter lim="800000"/>
            </a:ln>
            <a:effectLst/>
          </p:spPr>
        </p:sp>
        <p:sp>
          <p:nvSpPr>
            <p:cNvPr id="74878" name="Line 112" title=""/>
            <p:cNvSpPr/>
            <p:nvPr/>
          </p:nvSpPr>
          <p:spPr>
            <a:xfrm flipH="1">
              <a:off x="1608" y="3781"/>
              <a:ext cx="0" cy="154"/>
            </a:xfrm>
            <a:prstGeom prst="line">
              <a:avLst/>
            </a:prstGeom>
            <a:noFill/>
            <a:ln w="12700">
              <a:solidFill>
                <a:schemeClr val="tx1"/>
              </a:solidFill>
              <a:miter lim="800000"/>
            </a:ln>
            <a:effectLst/>
          </p:spPr>
        </p:sp>
        <p:sp>
          <p:nvSpPr>
            <p:cNvPr id="74879" name="Text Box 113" title=""/>
            <p:cNvSpPr txBox="1"/>
            <p:nvPr/>
          </p:nvSpPr>
          <p:spPr>
            <a:xfrm>
              <a:off x="608" y="3022"/>
              <a:ext cx="358" cy="212"/>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600" b="1">
                  <a:latin typeface="Arial" pitchFamily="34" charset="0"/>
                  <a:ea typeface="宋体" pitchFamily="2" charset="-122"/>
                </a:rPr>
                <a:t>City</a:t>
              </a:r>
              <a:endParaRPr lang="en-US" altLang="zh-CN" sz="1600" b="1">
                <a:latin typeface="Arial" pitchFamily="34" charset="0"/>
                <a:ea typeface="宋体" pitchFamily="2" charset="-122"/>
              </a:endParaRPr>
            </a:p>
          </p:txBody>
        </p:sp>
        <p:sp>
          <p:nvSpPr>
            <p:cNvPr id="74880" name="Text Box 114" title=""/>
            <p:cNvSpPr txBox="1"/>
            <p:nvPr/>
          </p:nvSpPr>
          <p:spPr>
            <a:xfrm>
              <a:off x="1836" y="3742"/>
              <a:ext cx="300" cy="212"/>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600" b="1">
                  <a:latin typeface="Arial" pitchFamily="34" charset="0"/>
                  <a:ea typeface="宋体" pitchFamily="2" charset="-122"/>
                </a:rPr>
                <a:t>BR</a:t>
              </a:r>
              <a:endParaRPr lang="en-US" altLang="zh-CN" sz="1600" b="1">
                <a:latin typeface="Arial" pitchFamily="34" charset="0"/>
                <a:ea typeface="宋体" pitchFamily="2" charset="-122"/>
              </a:endParaRPr>
            </a:p>
          </p:txBody>
        </p:sp>
        <p:sp>
          <p:nvSpPr>
            <p:cNvPr id="74881" name="Text Box 115" title=""/>
            <p:cNvSpPr txBox="1"/>
            <p:nvPr/>
          </p:nvSpPr>
          <p:spPr>
            <a:xfrm>
              <a:off x="1800" y="3530"/>
              <a:ext cx="706" cy="212"/>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600" b="1">
                  <a:latin typeface="Arial" pitchFamily="34" charset="0"/>
                  <a:ea typeface="宋体" pitchFamily="2" charset="-122"/>
                </a:rPr>
                <a:t>City &amp; BR</a:t>
              </a:r>
              <a:endParaRPr lang="en-US" altLang="zh-CN" sz="1600" b="1">
                <a:latin typeface="Arial" pitchFamily="34" charset="0"/>
                <a:ea typeface="宋体" pitchFamily="2" charset="-122"/>
              </a:endParaRPr>
            </a:p>
          </p:txBody>
        </p:sp>
        <p:sp>
          <p:nvSpPr>
            <p:cNvPr id="74882" name="Rectangle 116" title=""/>
            <p:cNvSpPr/>
            <p:nvPr/>
          </p:nvSpPr>
          <p:spPr>
            <a:xfrm>
              <a:off x="648" y="3518"/>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200"/>
            </a:p>
          </p:txBody>
        </p:sp>
        <p:sp>
          <p:nvSpPr>
            <p:cNvPr id="74883" name="Rectangle 117" title=""/>
            <p:cNvSpPr/>
            <p:nvPr/>
          </p:nvSpPr>
          <p:spPr>
            <a:xfrm>
              <a:off x="648" y="3374"/>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200"/>
            </a:p>
          </p:txBody>
        </p:sp>
        <p:sp>
          <p:nvSpPr>
            <p:cNvPr id="74884" name="Rectangle 118" title=""/>
            <p:cNvSpPr/>
            <p:nvPr/>
          </p:nvSpPr>
          <p:spPr>
            <a:xfrm>
              <a:off x="648" y="3230"/>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endParaRPr sz="1200"/>
            </a:p>
          </p:txBody>
        </p:sp>
        <p:sp>
          <p:nvSpPr>
            <p:cNvPr id="74885" name="Line 119" title=""/>
            <p:cNvSpPr/>
            <p:nvPr/>
          </p:nvSpPr>
          <p:spPr>
            <a:xfrm>
              <a:off x="648" y="3230"/>
              <a:ext cx="288" cy="0"/>
            </a:xfrm>
            <a:prstGeom prst="line">
              <a:avLst/>
            </a:prstGeom>
            <a:noFill/>
            <a:ln w="28575" cap="sq">
              <a:solidFill>
                <a:schemeClr val="tx1"/>
              </a:solidFill>
              <a:miter lim="800000"/>
            </a:ln>
            <a:effectLst/>
          </p:spPr>
        </p:sp>
        <p:sp>
          <p:nvSpPr>
            <p:cNvPr id="74886" name="Line 120" title=""/>
            <p:cNvSpPr/>
            <p:nvPr/>
          </p:nvSpPr>
          <p:spPr>
            <a:xfrm>
              <a:off x="648" y="3374"/>
              <a:ext cx="288" cy="0"/>
            </a:xfrm>
            <a:prstGeom prst="line">
              <a:avLst/>
            </a:prstGeom>
            <a:noFill/>
            <a:ln w="12700">
              <a:solidFill>
                <a:schemeClr val="tx1"/>
              </a:solidFill>
              <a:miter lim="800000"/>
            </a:ln>
            <a:effectLst/>
          </p:spPr>
        </p:sp>
        <p:sp>
          <p:nvSpPr>
            <p:cNvPr id="74887" name="Line 121" title=""/>
            <p:cNvSpPr/>
            <p:nvPr/>
          </p:nvSpPr>
          <p:spPr>
            <a:xfrm>
              <a:off x="648" y="3518"/>
              <a:ext cx="288" cy="0"/>
            </a:xfrm>
            <a:prstGeom prst="line">
              <a:avLst/>
            </a:prstGeom>
            <a:noFill/>
            <a:ln w="12700">
              <a:solidFill>
                <a:schemeClr val="tx1"/>
              </a:solidFill>
              <a:miter lim="800000"/>
            </a:ln>
            <a:effectLst/>
          </p:spPr>
        </p:sp>
        <p:sp>
          <p:nvSpPr>
            <p:cNvPr id="74888" name="Line 122" title=""/>
            <p:cNvSpPr/>
            <p:nvPr/>
          </p:nvSpPr>
          <p:spPr>
            <a:xfrm>
              <a:off x="648" y="3662"/>
              <a:ext cx="288" cy="0"/>
            </a:xfrm>
            <a:prstGeom prst="line">
              <a:avLst/>
            </a:prstGeom>
            <a:noFill/>
            <a:ln w="28575" cap="sq">
              <a:solidFill>
                <a:schemeClr val="tx1"/>
              </a:solidFill>
              <a:miter lim="800000"/>
            </a:ln>
            <a:effectLst/>
          </p:spPr>
        </p:sp>
        <p:sp>
          <p:nvSpPr>
            <p:cNvPr id="74889" name="Line 123" title=""/>
            <p:cNvSpPr/>
            <p:nvPr/>
          </p:nvSpPr>
          <p:spPr>
            <a:xfrm flipH="1">
              <a:off x="648" y="3230"/>
              <a:ext cx="0" cy="432"/>
            </a:xfrm>
            <a:prstGeom prst="line">
              <a:avLst/>
            </a:prstGeom>
            <a:noFill/>
            <a:ln w="28575" cap="sq">
              <a:solidFill>
                <a:schemeClr val="tx1"/>
              </a:solidFill>
              <a:miter lim="800000"/>
            </a:ln>
            <a:effectLst/>
          </p:spPr>
        </p:sp>
        <p:sp>
          <p:nvSpPr>
            <p:cNvPr id="74890" name="Line 124" title=""/>
            <p:cNvSpPr/>
            <p:nvPr/>
          </p:nvSpPr>
          <p:spPr>
            <a:xfrm flipH="1">
              <a:off x="936" y="3230"/>
              <a:ext cx="0" cy="432"/>
            </a:xfrm>
            <a:prstGeom prst="line">
              <a:avLst/>
            </a:prstGeom>
            <a:noFill/>
            <a:ln w="28575" cap="sq">
              <a:solidFill>
                <a:schemeClr val="tx1"/>
              </a:solidFill>
              <a:miter lim="800000"/>
            </a:ln>
            <a:effectLst/>
          </p:spPr>
        </p:sp>
        <p:sp>
          <p:nvSpPr>
            <p:cNvPr id="74891" name="Line 125" title=""/>
            <p:cNvSpPr/>
            <p:nvPr/>
          </p:nvSpPr>
          <p:spPr>
            <a:xfrm>
              <a:off x="1032" y="3934"/>
              <a:ext cx="768" cy="0"/>
            </a:xfrm>
            <a:prstGeom prst="line">
              <a:avLst/>
            </a:prstGeom>
            <a:noFill/>
            <a:ln w="28575" cap="sq">
              <a:solidFill>
                <a:schemeClr val="tx1"/>
              </a:solidFill>
              <a:miter lim="800000"/>
            </a:ln>
            <a:effectLst/>
          </p:spPr>
        </p:sp>
        <p:sp>
          <p:nvSpPr>
            <p:cNvPr id="74892" name="Rectangle 126" title=""/>
            <p:cNvSpPr/>
            <p:nvPr/>
          </p:nvSpPr>
          <p:spPr>
            <a:xfrm>
              <a:off x="1416" y="3974"/>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3</a:t>
              </a:r>
              <a:endParaRPr lang="en-US" altLang="zh-CN" sz="1400">
                <a:ea typeface="宋体" pitchFamily="2" charset="-122"/>
              </a:endParaRPr>
            </a:p>
          </p:txBody>
        </p:sp>
        <p:sp>
          <p:nvSpPr>
            <p:cNvPr id="74893" name="Rectangle 127" title=""/>
            <p:cNvSpPr/>
            <p:nvPr/>
          </p:nvSpPr>
          <p:spPr>
            <a:xfrm>
              <a:off x="1608" y="3974"/>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4</a:t>
              </a:r>
              <a:endParaRPr lang="en-US" altLang="zh-CN" sz="1400">
                <a:ea typeface="宋体" pitchFamily="2" charset="-122"/>
              </a:endParaRPr>
            </a:p>
          </p:txBody>
        </p:sp>
        <p:sp>
          <p:nvSpPr>
            <p:cNvPr id="74894" name="Rectangle 128" title=""/>
            <p:cNvSpPr/>
            <p:nvPr/>
          </p:nvSpPr>
          <p:spPr>
            <a:xfrm>
              <a:off x="1224" y="3974"/>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2</a:t>
              </a:r>
              <a:endParaRPr lang="en-US" altLang="zh-CN" sz="1400">
                <a:ea typeface="宋体" pitchFamily="2" charset="-122"/>
              </a:endParaRPr>
            </a:p>
          </p:txBody>
        </p:sp>
        <p:sp>
          <p:nvSpPr>
            <p:cNvPr id="74895" name="Rectangle 129" title=""/>
            <p:cNvSpPr/>
            <p:nvPr/>
          </p:nvSpPr>
          <p:spPr>
            <a:xfrm>
              <a:off x="1032" y="3974"/>
              <a:ext cx="192" cy="15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400">
                  <a:ea typeface="宋体" pitchFamily="2" charset="-122"/>
                </a:rPr>
                <a:t>1</a:t>
              </a:r>
              <a:endParaRPr lang="en-US" altLang="zh-CN" sz="1400">
                <a:ea typeface="宋体" pitchFamily="2" charset="-122"/>
              </a:endParaRPr>
            </a:p>
          </p:txBody>
        </p:sp>
        <p:sp>
          <p:nvSpPr>
            <p:cNvPr id="74896" name="Rectangle 130" title=""/>
            <p:cNvSpPr/>
            <p:nvPr/>
          </p:nvSpPr>
          <p:spPr>
            <a:xfrm>
              <a:off x="336" y="3550"/>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200">
                  <a:ea typeface="宋体" pitchFamily="2" charset="-122"/>
                </a:rPr>
                <a:t>CLE</a:t>
              </a:r>
              <a:endParaRPr lang="en-US" altLang="zh-CN" sz="1200">
                <a:ea typeface="宋体" pitchFamily="2" charset="-122"/>
              </a:endParaRPr>
            </a:p>
          </p:txBody>
        </p:sp>
        <p:sp>
          <p:nvSpPr>
            <p:cNvPr id="74897" name="Rectangle 131" title=""/>
            <p:cNvSpPr/>
            <p:nvPr/>
          </p:nvSpPr>
          <p:spPr>
            <a:xfrm>
              <a:off x="336" y="3406"/>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200">
                  <a:ea typeface="宋体" pitchFamily="2" charset="-122"/>
                </a:rPr>
                <a:t>LA</a:t>
              </a:r>
              <a:endParaRPr lang="en-US" altLang="zh-CN" sz="1200">
                <a:ea typeface="宋体" pitchFamily="2" charset="-122"/>
              </a:endParaRPr>
            </a:p>
          </p:txBody>
        </p:sp>
        <p:sp>
          <p:nvSpPr>
            <p:cNvPr id="74898" name="Rectangle 132" title=""/>
            <p:cNvSpPr/>
            <p:nvPr/>
          </p:nvSpPr>
          <p:spPr>
            <a:xfrm>
              <a:off x="336" y="3262"/>
              <a:ext cx="288" cy="144"/>
            </a:xfrm>
            <a:prstGeom prst="rect">
              <a:avLst/>
            </a:prstGeom>
            <a:noFill/>
            <a:ln>
              <a:noFill/>
              <a:miter lim="800000"/>
            </a:ln>
            <a:effectLst/>
          </p:spPr>
          <p:txBody>
            <a:bodyPr lIns="0" tIns="0" rIns="0" bIns="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a:spcBef>
                  <a:spcPct val="20000"/>
                </a:spcBef>
                <a:buClr>
                  <a:schemeClr val="folHlink"/>
                </a:buClr>
                <a:buSzPct val="60000"/>
                <a:buFont typeface="Wingdings" pitchFamily="2" charset="2"/>
              </a:pPr>
              <a:r>
                <a:rPr lang="en-US" altLang="zh-CN" sz="1200">
                  <a:ea typeface="宋体" pitchFamily="2" charset="-122"/>
                </a:rPr>
                <a:t>SEA</a:t>
              </a:r>
              <a:endParaRPr lang="en-US" altLang="zh-CN" sz="1200">
                <a:ea typeface="宋体" pitchFamily="2" charset="-122"/>
              </a:endParaRPr>
            </a:p>
          </p:txBody>
        </p:sp>
      </p:grpSp>
      <p:sp>
        <p:nvSpPr>
          <p:cNvPr id="74832" name="Text Box 133" title=""/>
          <p:cNvSpPr txBox="1"/>
          <p:nvPr/>
        </p:nvSpPr>
        <p:spPr>
          <a:xfrm>
            <a:off x="4114800" y="4191000"/>
            <a:ext cx="4419600" cy="873125"/>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10000"/>
              </a:spcBef>
            </a:pPr>
            <a:r>
              <a:rPr lang="en-US" altLang="zh-CN" sz="1600" b="1">
                <a:solidFill>
                  <a:srgbClr val="660066"/>
                </a:solidFill>
                <a:latin typeface="Arial" pitchFamily="34" charset="0"/>
                <a:ea typeface="宋体" pitchFamily="2" charset="-122"/>
              </a:rPr>
              <a:t>Step 3: Compute Measures for each group</a:t>
            </a:r>
            <a:endParaRPr lang="en-US" altLang="zh-CN" sz="1600" b="1">
              <a:solidFill>
                <a:srgbClr val="660066"/>
              </a:solidFill>
              <a:latin typeface="Arial" pitchFamily="34" charset="0"/>
              <a:ea typeface="宋体" pitchFamily="2" charset="-122"/>
            </a:endParaRPr>
          </a:p>
          <a:p>
            <a:pPr marL="0" lvl="0" indent="0" eaLnBrk="1" hangingPunct="1">
              <a:spcBef>
                <a:spcPct val="10000"/>
              </a:spcBef>
            </a:pPr>
            <a:endParaRPr lang="en-US" altLang="zh-CN" sz="1600" b="1">
              <a:solidFill>
                <a:srgbClr val="660066"/>
              </a:solidFill>
              <a:latin typeface="Arial" pitchFamily="34" charset="0"/>
              <a:ea typeface="宋体" pitchFamily="2" charset="-122"/>
            </a:endParaRPr>
          </a:p>
          <a:p>
            <a:pPr marL="0" lvl="0" indent="0" eaLnBrk="1" hangingPunct="1">
              <a:spcBef>
                <a:spcPct val="10000"/>
              </a:spcBef>
            </a:pPr>
            <a:r>
              <a:rPr lang="en-US" altLang="zh-CN" sz="1600" b="1">
                <a:solidFill>
                  <a:srgbClr val="660066"/>
                </a:solidFill>
                <a:latin typeface="Arial" pitchFamily="34" charset="0"/>
                <a:ea typeface="宋体" pitchFamily="2" charset="-122"/>
              </a:rPr>
              <a:t>For the cell (LA)</a:t>
            </a:r>
            <a:endParaRPr lang="en-US" altLang="zh-CN" sz="1600" b="1">
              <a:solidFill>
                <a:srgbClr val="660066"/>
              </a:solidFill>
              <a:latin typeface="Arial" pitchFamily="34" charset="0"/>
              <a:ea typeface="宋体" pitchFamily="2" charset="-122"/>
            </a:endParaRPr>
          </a:p>
        </p:txBody>
      </p:sp>
      <p:sp>
        <p:nvSpPr>
          <p:cNvPr id="74833" name="Line 134" title=""/>
          <p:cNvSpPr/>
          <p:nvPr/>
        </p:nvSpPr>
        <p:spPr>
          <a:xfrm flipV="1">
            <a:off x="1219200" y="5029200"/>
            <a:ext cx="2819400" cy="457200"/>
          </a:xfrm>
          <a:prstGeom prst="line">
            <a:avLst/>
          </a:prstGeom>
          <a:noFill/>
          <a:ln w="28575">
            <a:solidFill>
              <a:srgbClr val="660066"/>
            </a:solidFill>
            <a:miter lim="800000"/>
            <a:headEnd type="triangle"/>
          </a:ln>
          <a:effectLst/>
        </p:spPr>
      </p:sp>
      <p:sp>
        <p:nvSpPr>
          <p:cNvPr id="74834" name="Rectangle 135" title=""/>
          <p:cNvSpPr/>
          <p:nvPr/>
        </p:nvSpPr>
        <p:spPr>
          <a:xfrm>
            <a:off x="228600" y="3060700"/>
            <a:ext cx="4724400" cy="228600"/>
          </a:xfrm>
          <a:prstGeom prst="rect">
            <a:avLst/>
          </a:prstGeom>
          <a:noFill/>
          <a:ln w="28575">
            <a:solidFill>
              <a:srgbClr val="660066"/>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4835" name="Rectangle 136" title=""/>
          <p:cNvSpPr/>
          <p:nvPr/>
        </p:nvSpPr>
        <p:spPr>
          <a:xfrm>
            <a:off x="228600" y="3302000"/>
            <a:ext cx="4724400" cy="228600"/>
          </a:xfrm>
          <a:prstGeom prst="rect">
            <a:avLst/>
          </a:prstGeom>
          <a:noFill/>
          <a:ln w="28575">
            <a:solidFill>
              <a:srgbClr val="660066"/>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4836" name="Rectangle 137" title=""/>
          <p:cNvSpPr/>
          <p:nvPr/>
        </p:nvSpPr>
        <p:spPr>
          <a:xfrm>
            <a:off x="228600" y="3530600"/>
            <a:ext cx="4724400" cy="228600"/>
          </a:xfrm>
          <a:prstGeom prst="rect">
            <a:avLst/>
          </a:prstGeom>
          <a:noFill/>
          <a:ln w="28575">
            <a:solidFill>
              <a:srgbClr val="660066"/>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grpSp>
        <p:nvGrpSpPr>
          <p:cNvPr id="74837" name="Group 138" title=""/>
          <p:cNvGrpSpPr/>
          <p:nvPr/>
        </p:nvGrpSpPr>
        <p:grpSpPr>
          <a:xfrm>
            <a:off x="5854700" y="2133600"/>
            <a:ext cx="2387600" cy="1600200"/>
            <a:chOff x="3688" y="1344"/>
            <a:chExt cx="1504" cy="1008"/>
          </a:xfrm>
        </p:grpSpPr>
        <p:sp>
          <p:nvSpPr>
            <p:cNvPr id="74841" name="Text Box 139" title=""/>
            <p:cNvSpPr txBox="1"/>
            <p:nvPr/>
          </p:nvSpPr>
          <p:spPr>
            <a:xfrm>
              <a:off x="3688" y="1344"/>
              <a:ext cx="1488" cy="192"/>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hlink"/>
                  </a:solidFill>
                  <a:latin typeface="Arial" pitchFamily="34" charset="0"/>
                  <a:ea typeface="宋体" pitchFamily="2" charset="-122"/>
                </a:rPr>
                <a:t>  1            2             3        4</a:t>
              </a:r>
              <a:endParaRPr lang="en-US" altLang="zh-CN" sz="1400" b="1">
                <a:solidFill>
                  <a:schemeClr val="hlink"/>
                </a:solidFill>
                <a:latin typeface="Arial" pitchFamily="34" charset="0"/>
                <a:ea typeface="宋体" pitchFamily="2" charset="-122"/>
              </a:endParaRPr>
            </a:p>
          </p:txBody>
        </p:sp>
        <p:sp>
          <p:nvSpPr>
            <p:cNvPr id="74842" name="Text Box 140" title=""/>
            <p:cNvSpPr txBox="1"/>
            <p:nvPr/>
          </p:nvSpPr>
          <p:spPr>
            <a:xfrm>
              <a:off x="3696" y="1632"/>
              <a:ext cx="1488" cy="192"/>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hlink"/>
                  </a:solidFill>
                  <a:latin typeface="Arial" pitchFamily="34" charset="0"/>
                  <a:ea typeface="宋体" pitchFamily="2" charset="-122"/>
                </a:rPr>
                <a:t>  5            6             7        8</a:t>
              </a:r>
              <a:endParaRPr lang="en-US" altLang="zh-CN" sz="1400" b="1">
                <a:solidFill>
                  <a:schemeClr val="hlink"/>
                </a:solidFill>
                <a:latin typeface="Arial" pitchFamily="34" charset="0"/>
                <a:ea typeface="宋体" pitchFamily="2" charset="-122"/>
              </a:endParaRPr>
            </a:p>
          </p:txBody>
        </p:sp>
        <p:sp>
          <p:nvSpPr>
            <p:cNvPr id="74843" name="Text Box 141" title=""/>
            <p:cNvSpPr txBox="1"/>
            <p:nvPr/>
          </p:nvSpPr>
          <p:spPr>
            <a:xfrm>
              <a:off x="3704" y="1920"/>
              <a:ext cx="1488" cy="192"/>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hlink"/>
                  </a:solidFill>
                  <a:latin typeface="Arial" pitchFamily="34" charset="0"/>
                  <a:ea typeface="宋体" pitchFamily="2" charset="-122"/>
                </a:rPr>
                <a:t>  9            10        11        12</a:t>
              </a:r>
              <a:endParaRPr lang="en-US" altLang="zh-CN" sz="1400" b="1">
                <a:solidFill>
                  <a:schemeClr val="hlink"/>
                </a:solidFill>
                <a:latin typeface="Arial" pitchFamily="34" charset="0"/>
                <a:ea typeface="宋体" pitchFamily="2" charset="-122"/>
              </a:endParaRPr>
            </a:p>
          </p:txBody>
        </p:sp>
        <p:sp>
          <p:nvSpPr>
            <p:cNvPr id="74844" name="Text Box 142" title=""/>
            <p:cNvSpPr txBox="1"/>
            <p:nvPr/>
          </p:nvSpPr>
          <p:spPr>
            <a:xfrm>
              <a:off x="3696" y="2160"/>
              <a:ext cx="1488" cy="192"/>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hlink"/>
                  </a:solidFill>
                  <a:latin typeface="Arial" pitchFamily="34" charset="0"/>
                  <a:ea typeface="宋体" pitchFamily="2" charset="-122"/>
                </a:rPr>
                <a:t>  13         14              15   16</a:t>
              </a:r>
              <a:endParaRPr lang="en-US" altLang="zh-CN" sz="1400" b="1">
                <a:solidFill>
                  <a:schemeClr val="hlink"/>
                </a:solidFill>
                <a:latin typeface="Arial" pitchFamily="34" charset="0"/>
                <a:ea typeface="宋体" pitchFamily="2" charset="-122"/>
              </a:endParaRPr>
            </a:p>
          </p:txBody>
        </p:sp>
      </p:grpSp>
      <p:sp>
        <p:nvSpPr>
          <p:cNvPr id="74838" name="Text Box 143" title=""/>
          <p:cNvSpPr txBox="1"/>
          <p:nvPr/>
        </p:nvSpPr>
        <p:spPr>
          <a:xfrm>
            <a:off x="4114800" y="5003800"/>
            <a:ext cx="4419600" cy="604838"/>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10000"/>
              </a:spcBef>
            </a:pPr>
            <a:r>
              <a:rPr lang="en-US" altLang="zh-CN" sz="1600" b="1">
                <a:solidFill>
                  <a:srgbClr val="660066"/>
                </a:solidFill>
                <a:latin typeface="Arial" pitchFamily="34" charset="0"/>
                <a:ea typeface="宋体" pitchFamily="2" charset="-122"/>
              </a:rPr>
              <a:t>Block-level: {11, 15}</a:t>
            </a:r>
            <a:endParaRPr lang="en-US" altLang="zh-CN" sz="1600" b="1">
              <a:solidFill>
                <a:srgbClr val="660066"/>
              </a:solidFill>
              <a:latin typeface="Arial" pitchFamily="34" charset="0"/>
              <a:ea typeface="宋体" pitchFamily="2" charset="-122"/>
            </a:endParaRPr>
          </a:p>
          <a:p>
            <a:pPr marL="0" lvl="0" indent="0" eaLnBrk="1" hangingPunct="1">
              <a:spcBef>
                <a:spcPct val="10000"/>
              </a:spcBef>
            </a:pPr>
            <a:r>
              <a:rPr lang="en-US" altLang="zh-CN" sz="1600" b="1">
                <a:solidFill>
                  <a:srgbClr val="660066"/>
                </a:solidFill>
                <a:latin typeface="Arial" pitchFamily="34" charset="0"/>
                <a:ea typeface="宋体" pitchFamily="2" charset="-122"/>
              </a:rPr>
              <a:t>Data-level: {11: t6, t7; 15: t5}</a:t>
            </a:r>
            <a:endParaRPr lang="en-US" altLang="zh-CN" sz="1600" b="1">
              <a:solidFill>
                <a:srgbClr val="660066"/>
              </a:solidFill>
              <a:latin typeface="Arial" pitchFamily="34" charset="0"/>
              <a:ea typeface="宋体" pitchFamily="2" charset="-122"/>
            </a:endParaRPr>
          </a:p>
        </p:txBody>
      </p:sp>
      <p:sp>
        <p:nvSpPr>
          <p:cNvPr id="74839" name="Rectangle 144" title=""/>
          <p:cNvSpPr/>
          <p:nvPr/>
        </p:nvSpPr>
        <p:spPr>
          <a:xfrm>
            <a:off x="3898900" y="1524000"/>
            <a:ext cx="1143000" cy="2590800"/>
          </a:xfrm>
          <a:prstGeom prst="rect">
            <a:avLst/>
          </a:prstGeom>
          <a:solidFill>
            <a:srgbClr val="FFFFFF"/>
          </a:solidFill>
          <a:ln>
            <a:no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
        <p:nvSpPr>
          <p:cNvPr id="74840" name="AutoShape 145" title=""/>
          <p:cNvSpPr/>
          <p:nvPr/>
        </p:nvSpPr>
        <p:spPr>
          <a:xfrm>
            <a:off x="2362200" y="1673225"/>
            <a:ext cx="1524000" cy="2514600"/>
          </a:xfrm>
          <a:prstGeom prst="wedgeRectCallout">
            <a:avLst>
              <a:gd name="adj1" fmla="val 165833"/>
              <a:gd name="adj2" fmla="val 14329"/>
            </a:avLst>
          </a:prstGeom>
          <a:noFill/>
          <a:ln w="25400">
            <a:solidFill>
              <a:srgbClr val="0000FF"/>
            </a:solidFill>
            <a:miter lim="800000"/>
          </a:ln>
          <a:effectLst/>
        </p:spPr>
        <p:txBody>
          <a:bodyPr>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endParaRPr sz="800" b="1">
              <a:solidFill>
                <a:srgbClr val="0000FF"/>
              </a:solidFill>
              <a:latin typeface="Arial" pitchFamily="34" charset="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840"/>
                                        </p:tgtEl>
                                        <p:attrNameLst>
                                          <p:attrName>style.visibility</p:attrName>
                                        </p:attrNameLst>
                                      </p:cBhvr>
                                      <p:to>
                                        <p:strVal val="visible"/>
                                      </p:to>
                                    </p:set>
                                    <p:animEffect transition="in" filter="blinds(horizontal)">
                                      <p:cBhvr>
                                        <p:cTn id="7" dur="500"/>
                                        <p:tgtEl>
                                          <p:spTgt spid="74840"/>
                                        </p:tgtEl>
                                      </p:cBhvr>
                                    </p:animEffect>
                                  </p:childTnLst>
                                </p:cTn>
                              </p:par>
                              <p:par>
                                <p:cTn id="8" presetID="3" presetClass="entr" presetSubtype="10" fill="hold" nodeType="withEffect">
                                  <p:stCondLst>
                                    <p:cond delay="0"/>
                                  </p:stCondLst>
                                  <p:childTnLst>
                                    <p:set>
                                      <p:cBhvr>
                                        <p:cTn id="9" dur="1" fill="hold">
                                          <p:stCondLst>
                                            <p:cond delay="0"/>
                                          </p:stCondLst>
                                        </p:cTn>
                                        <p:tgtEl>
                                          <p:spTgt spid="74756"/>
                                        </p:tgtEl>
                                        <p:attrNameLst>
                                          <p:attrName>style.visibility</p:attrName>
                                        </p:attrNameLst>
                                      </p:cBhvr>
                                      <p:to>
                                        <p:strVal val="visible"/>
                                      </p:to>
                                    </p:set>
                                    <p:animEffect transition="in" filter="blinds(horizontal)">
                                      <p:cBhvr>
                                        <p:cTn id="10" dur="500"/>
                                        <p:tgtEl>
                                          <p:spTgt spid="7475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4830"/>
                                        </p:tgtEl>
                                        <p:attrNameLst>
                                          <p:attrName>style.visibility</p:attrName>
                                        </p:attrNameLst>
                                      </p:cBhvr>
                                      <p:to>
                                        <p:strVal val="visible"/>
                                      </p:to>
                                    </p:set>
                                    <p:animEffect transition="in" filter="blinds(horizontal)">
                                      <p:cBhvr>
                                        <p:cTn id="13" dur="500"/>
                                        <p:tgtEl>
                                          <p:spTgt spid="748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4837"/>
                                        </p:tgtEl>
                                        <p:attrNameLst>
                                          <p:attrName>style.visibility</p:attrName>
                                        </p:attrNameLst>
                                      </p:cBhvr>
                                      <p:to>
                                        <p:strVal val="visible"/>
                                      </p:to>
                                    </p:set>
                                    <p:animEffect transition="in" filter="blinds(horizontal)">
                                      <p:cBhvr>
                                        <p:cTn id="18" dur="500"/>
                                        <p:tgtEl>
                                          <p:spTgt spid="74837"/>
                                        </p:tgtEl>
                                      </p:cBhvr>
                                    </p:animEffect>
                                  </p:childTnLst>
                                </p:cTn>
                              </p:par>
                              <p:par>
                                <p:cTn id="19" presetID="3" presetClass="exit" presetSubtype="10" fill="hold" grpId="0" nodeType="withEffect">
                                  <p:stCondLst>
                                    <p:cond delay="0"/>
                                  </p:stCondLst>
                                  <p:childTnLst>
                                    <p:animEffect transition="out" filter="blinds(horizontal)">
                                      <p:cBhvr>
                                        <p:cTn id="20" dur="500"/>
                                        <p:tgtEl>
                                          <p:spTgt spid="74839"/>
                                        </p:tgtEl>
                                      </p:cBhvr>
                                    </p:animEffect>
                                    <p:set>
                                      <p:cBhvr>
                                        <p:cTn id="21" dur="1" fill="hold">
                                          <p:stCondLst>
                                            <p:cond delay="499"/>
                                          </p:stCondLst>
                                        </p:cTn>
                                        <p:tgtEl>
                                          <p:spTgt spid="74839"/>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4831"/>
                                        </p:tgtEl>
                                        <p:attrNameLst>
                                          <p:attrName>style.visibility</p:attrName>
                                        </p:attrNameLst>
                                      </p:cBhvr>
                                      <p:to>
                                        <p:strVal val="visible"/>
                                      </p:to>
                                    </p:set>
                                    <p:animEffect transition="in" filter="blinds(horizontal)">
                                      <p:cBhvr>
                                        <p:cTn id="26" dur="500"/>
                                        <p:tgtEl>
                                          <p:spTgt spid="7483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4832"/>
                                        </p:tgtEl>
                                        <p:attrNameLst>
                                          <p:attrName>style.visibility</p:attrName>
                                        </p:attrNameLst>
                                      </p:cBhvr>
                                      <p:to>
                                        <p:strVal val="visible"/>
                                      </p:to>
                                    </p:set>
                                    <p:animEffect transition="in" filter="blinds(horizontal)">
                                      <p:cBhvr>
                                        <p:cTn id="31" dur="500"/>
                                        <p:tgtEl>
                                          <p:spTgt spid="74832"/>
                                        </p:tgtEl>
                                      </p:cBhvr>
                                    </p:animEffect>
                                  </p:childTnLst>
                                </p:cTn>
                              </p:par>
                              <p:par>
                                <p:cTn id="32" presetID="3" presetClass="entr" presetSubtype="10" fill="hold" nodeType="withEffect">
                                  <p:stCondLst>
                                    <p:cond delay="0"/>
                                  </p:stCondLst>
                                  <p:childTnLst>
                                    <p:set>
                                      <p:cBhvr>
                                        <p:cTn id="33" dur="1" fill="hold">
                                          <p:stCondLst>
                                            <p:cond delay="0"/>
                                          </p:stCondLst>
                                        </p:cTn>
                                        <p:tgtEl>
                                          <p:spTgt spid="74833"/>
                                        </p:tgtEl>
                                        <p:attrNameLst>
                                          <p:attrName>style.visibility</p:attrName>
                                        </p:attrNameLst>
                                      </p:cBhvr>
                                      <p:to>
                                        <p:strVal val="visible"/>
                                      </p:to>
                                    </p:set>
                                    <p:animEffect transition="in" filter="blinds(horizontal)">
                                      <p:cBhvr>
                                        <p:cTn id="34" dur="500"/>
                                        <p:tgtEl>
                                          <p:spTgt spid="7483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74834"/>
                                        </p:tgtEl>
                                        <p:attrNameLst>
                                          <p:attrName>style.visibility</p:attrName>
                                        </p:attrNameLst>
                                      </p:cBhvr>
                                      <p:to>
                                        <p:strVal val="visible"/>
                                      </p:to>
                                    </p:set>
                                    <p:animEffect transition="in" filter="blinds(horizontal)">
                                      <p:cBhvr>
                                        <p:cTn id="37" dur="500"/>
                                        <p:tgtEl>
                                          <p:spTgt spid="7483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74835"/>
                                        </p:tgtEl>
                                        <p:attrNameLst>
                                          <p:attrName>style.visibility</p:attrName>
                                        </p:attrNameLst>
                                      </p:cBhvr>
                                      <p:to>
                                        <p:strVal val="visible"/>
                                      </p:to>
                                    </p:set>
                                    <p:animEffect transition="in" filter="blinds(horizontal)">
                                      <p:cBhvr>
                                        <p:cTn id="40" dur="500"/>
                                        <p:tgtEl>
                                          <p:spTgt spid="7483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74836"/>
                                        </p:tgtEl>
                                        <p:attrNameLst>
                                          <p:attrName>style.visibility</p:attrName>
                                        </p:attrNameLst>
                                      </p:cBhvr>
                                      <p:to>
                                        <p:strVal val="visible"/>
                                      </p:to>
                                    </p:set>
                                    <p:animEffect transition="in" filter="blinds(horizontal)">
                                      <p:cBhvr>
                                        <p:cTn id="43" dur="500"/>
                                        <p:tgtEl>
                                          <p:spTgt spid="74836"/>
                                        </p:tgtEl>
                                      </p:cBhvr>
                                    </p:animEffect>
                                  </p:childTnLst>
                                </p:cTn>
                              </p:par>
                              <p:par>
                                <p:cTn id="44" presetID="3" presetClass="entr" presetSubtype="10" fill="hold" nodeType="withEffect">
                                  <p:stCondLst>
                                    <p:cond delay="0"/>
                                  </p:stCondLst>
                                  <p:childTnLst>
                                    <p:set>
                                      <p:cBhvr>
                                        <p:cTn id="45" dur="1" fill="hold">
                                          <p:stCondLst>
                                            <p:cond delay="0"/>
                                          </p:stCondLst>
                                        </p:cTn>
                                        <p:tgtEl>
                                          <p:spTgt spid="74755"/>
                                        </p:tgtEl>
                                        <p:attrNameLst>
                                          <p:attrName>style.visibility</p:attrName>
                                        </p:attrNameLst>
                                      </p:cBhvr>
                                      <p:to>
                                        <p:strVal val="visible"/>
                                      </p:to>
                                    </p:set>
                                    <p:animEffect transition="in" filter="blinds(horizontal)">
                                      <p:cBhvr>
                                        <p:cTn id="46" dur="500"/>
                                        <p:tgtEl>
                                          <p:spTgt spid="7475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4838"/>
                                        </p:tgtEl>
                                        <p:attrNameLst>
                                          <p:attrName>style.visibility</p:attrName>
                                        </p:attrNameLst>
                                      </p:cBhvr>
                                      <p:to>
                                        <p:strVal val="visible"/>
                                      </p:to>
                                    </p:set>
                                    <p:animEffect transition="in" filter="blinds(horizontal)">
                                      <p:cBhvr>
                                        <p:cTn id="51" dur="500"/>
                                        <p:tgtEl>
                                          <p:spTgt spid="74838"/>
                                        </p:tgtEl>
                                      </p:cBhvr>
                                    </p:animEffect>
                                  </p:childTnLst>
                                </p:cTn>
                              </p:par>
                              <p:par>
                                <p:cTn id="52" presetID="3" presetClass="exit" presetSubtype="10" fill="hold" nodeType="withEffect">
                                  <p:stCondLst>
                                    <p:cond delay="0"/>
                                  </p:stCondLst>
                                  <p:childTnLst>
                                    <p:animEffect transition="out" filter="blinds(horizontal)">
                                      <p:cBhvr>
                                        <p:cTn id="53" dur="500"/>
                                        <p:tgtEl>
                                          <p:spTgt spid="74755"/>
                                        </p:tgtEl>
                                      </p:cBhvr>
                                    </p:animEffect>
                                    <p:set>
                                      <p:cBhvr>
                                        <p:cTn id="54" dur="1" fill="hold">
                                          <p:stCondLst>
                                            <p:cond delay="499"/>
                                          </p:stCondLst>
                                        </p:cTn>
                                        <p:tgtEl>
                                          <p:spTgt spid="747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30" grpId="0"/>
      <p:bldP spid="74832" grpId="0"/>
      <p:bldP spid="74834" grpId="0" animBg="1"/>
      <p:bldP spid="74835" grpId="0" animBg="1"/>
      <p:bldP spid="74836" grpId="0" animBg="1"/>
      <p:bldP spid="74838" grpId="0"/>
      <p:bldP spid="74839" grpId="0" animBg="1"/>
      <p:bldP spid="74840" grpId="0" animBg="1"/>
    </p:bldLst>
  </p:timing>
</p:sld>
</file>

<file path=ppt/slides/slide7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577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FAB5770-5A02-4CEB-B04F-91DF76CDDFE3}" type="slidenum">
              <a:rPr lang="zh-CN" altLang="en-US" sz="1200">
                <a:ea typeface="宋体" pitchFamily="2" charset="-122"/>
              </a:rPr>
              <a:t>72</a:t>
            </a:fld>
            <a:endParaRPr lang="en-US" altLang="zh-CN" sz="1200">
              <a:ea typeface="宋体" pitchFamily="2" charset="-122"/>
            </a:endParaRPr>
          </a:p>
        </p:txBody>
      </p:sp>
      <p:pic>
        <p:nvPicPr>
          <p:cNvPr id="75779" name="Picture 2" title=""/>
          <p:cNvPicPr>
            <a:picLocks noChangeAspect="1"/>
          </p:cNvPicPr>
          <p:nvPr/>
        </p:nvPicPr>
        <p:blipFill>
          <a:blip r:embed="rId3"/>
          <a:stretch>
            <a:fillRect/>
          </a:stretch>
        </p:blipFill>
        <p:spPr>
          <a:xfrm>
            <a:off x="4902200" y="2895600"/>
            <a:ext cx="3876675" cy="2376488"/>
          </a:xfrm>
          <a:prstGeom prst="rect">
            <a:avLst/>
          </a:prstGeom>
          <a:noFill/>
          <a:ln>
            <a:noFill/>
            <a:miter lim="800000"/>
          </a:ln>
        </p:spPr>
      </p:pic>
      <p:pic>
        <p:nvPicPr>
          <p:cNvPr id="75780" name="Picture 3" title=""/>
          <p:cNvPicPr>
            <a:picLocks noChangeAspect="1"/>
          </p:cNvPicPr>
          <p:nvPr/>
        </p:nvPicPr>
        <p:blipFill>
          <a:blip r:embed="rId4"/>
          <a:stretch>
            <a:fillRect/>
          </a:stretch>
        </p:blipFill>
        <p:spPr>
          <a:xfrm>
            <a:off x="533400" y="2840038"/>
            <a:ext cx="3810000" cy="2493962"/>
          </a:xfrm>
          <a:prstGeom prst="rect">
            <a:avLst/>
          </a:prstGeom>
          <a:noFill/>
          <a:ln>
            <a:noFill/>
            <a:miter lim="800000"/>
          </a:ln>
        </p:spPr>
      </p:pic>
      <p:sp>
        <p:nvSpPr>
          <p:cNvPr id="75781" name="Rectangle 4"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Search with Ranking-Cube: </a:t>
            </a:r>
            <a:br>
              <a:rPr lang="en-US" altLang="zh-CN" sz="3200">
                <a:ea typeface="宋体" pitchFamily="2" charset="-122"/>
              </a:rPr>
            </a:br>
            <a:r>
              <a:rPr lang="en-US" altLang="zh-CN" sz="3200">
                <a:ea typeface="宋体" pitchFamily="2" charset="-122"/>
              </a:rPr>
              <a:t>Simultaneously Push Selection and Ranking</a:t>
            </a:r>
            <a:endParaRPr lang="en-US" altLang="zh-CN" sz="3200">
              <a:ea typeface="宋体" pitchFamily="2" charset="-122"/>
            </a:endParaRPr>
          </a:p>
        </p:txBody>
      </p:sp>
      <p:sp>
        <p:nvSpPr>
          <p:cNvPr id="75782" name="Text Box 5" title=""/>
          <p:cNvSpPr txBox="1"/>
          <p:nvPr/>
        </p:nvSpPr>
        <p:spPr>
          <a:xfrm>
            <a:off x="2133600" y="1295400"/>
            <a:ext cx="5334000" cy="901700"/>
          </a:xfrm>
          <a:prstGeom prst="rect">
            <a:avLst/>
          </a:prstGeom>
          <a:noFill/>
          <a:ln w="28575">
            <a:solidFill>
              <a:schemeClr val="tx1"/>
            </a:solid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10000"/>
              </a:spcBef>
              <a:buFont typeface="Wingdings" pitchFamily="2" charset="2"/>
            </a:pPr>
            <a:r>
              <a:rPr lang="en-US" altLang="zh-CN" sz="1600" b="1">
                <a:latin typeface="Arial" pitchFamily="34" charset="0"/>
                <a:ea typeface="宋体" pitchFamily="2" charset="-122"/>
              </a:rPr>
              <a:t>Select top 1 from Apartment</a:t>
            </a:r>
            <a:endParaRPr lang="en-US" altLang="zh-CN" sz="1600" b="1">
              <a:latin typeface="Arial" pitchFamily="34" charset="0"/>
              <a:ea typeface="宋体" pitchFamily="2" charset="-122"/>
            </a:endParaRPr>
          </a:p>
          <a:p>
            <a:pPr marL="0" lvl="0" indent="0" eaLnBrk="1" hangingPunct="1">
              <a:spcBef>
                <a:spcPct val="10000"/>
              </a:spcBef>
              <a:buFont typeface="Wingdings" pitchFamily="2" charset="2"/>
            </a:pPr>
            <a:r>
              <a:rPr lang="en-US" altLang="zh-CN" sz="1600" b="1">
                <a:solidFill>
                  <a:srgbClr val="0000FF"/>
                </a:solidFill>
                <a:latin typeface="Arial" pitchFamily="34" charset="0"/>
                <a:ea typeface="宋体" pitchFamily="2" charset="-122"/>
              </a:rPr>
              <a:t>where city = “LA”</a:t>
            </a:r>
            <a:endParaRPr lang="en-US" altLang="zh-CN" sz="1600" b="1">
              <a:solidFill>
                <a:srgbClr val="0000FF"/>
              </a:solidFill>
              <a:latin typeface="Arial" pitchFamily="34" charset="0"/>
              <a:ea typeface="宋体" pitchFamily="2" charset="-122"/>
            </a:endParaRPr>
          </a:p>
          <a:p>
            <a:pPr marL="0" lvl="0" indent="0" eaLnBrk="1" hangingPunct="1">
              <a:spcBef>
                <a:spcPct val="10000"/>
              </a:spcBef>
              <a:buFont typeface="Wingdings" pitchFamily="2" charset="2"/>
            </a:pPr>
            <a:r>
              <a:rPr lang="en-US" altLang="zh-CN" sz="1600" b="1">
                <a:solidFill>
                  <a:srgbClr val="0000FF"/>
                </a:solidFill>
                <a:latin typeface="Arial" pitchFamily="34" charset="0"/>
                <a:ea typeface="宋体" pitchFamily="2" charset="-122"/>
              </a:rPr>
              <a:t>order by [price – 1000]^2 + [sq feet - 800]^2 asc</a:t>
            </a:r>
            <a:endParaRPr lang="en-US" altLang="zh-CN" sz="1600" b="1">
              <a:solidFill>
                <a:srgbClr val="0000FF"/>
              </a:solidFill>
              <a:latin typeface="Arial" pitchFamily="34" charset="0"/>
              <a:ea typeface="宋体" pitchFamily="2" charset="-122"/>
            </a:endParaRPr>
          </a:p>
        </p:txBody>
      </p:sp>
      <p:sp>
        <p:nvSpPr>
          <p:cNvPr id="75783" name="Text Box 6" title=""/>
          <p:cNvSpPr txBox="1"/>
          <p:nvPr/>
        </p:nvSpPr>
        <p:spPr>
          <a:xfrm>
            <a:off x="990600" y="3535363"/>
            <a:ext cx="436563" cy="274637"/>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200" b="1">
                <a:solidFill>
                  <a:schemeClr val="hlink"/>
                </a:solidFill>
                <a:latin typeface="Arial" pitchFamily="34" charset="0"/>
                <a:ea typeface="宋体" pitchFamily="2" charset="-122"/>
              </a:rPr>
              <a:t>800</a:t>
            </a:r>
            <a:endParaRPr lang="en-US" altLang="zh-CN" sz="1200" b="1">
              <a:solidFill>
                <a:schemeClr val="hlink"/>
              </a:solidFill>
              <a:latin typeface="Arial" pitchFamily="34" charset="0"/>
              <a:ea typeface="宋体" pitchFamily="2" charset="-122"/>
            </a:endParaRPr>
          </a:p>
        </p:txBody>
      </p:sp>
      <p:sp>
        <p:nvSpPr>
          <p:cNvPr id="75784" name="Text Box 7" title=""/>
          <p:cNvSpPr txBox="1"/>
          <p:nvPr/>
        </p:nvSpPr>
        <p:spPr>
          <a:xfrm>
            <a:off x="2489200" y="4940300"/>
            <a:ext cx="520700" cy="274638"/>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200" b="1">
                <a:solidFill>
                  <a:schemeClr val="hlink"/>
                </a:solidFill>
                <a:latin typeface="Arial" pitchFamily="34" charset="0"/>
                <a:ea typeface="宋体" pitchFamily="2" charset="-122"/>
              </a:rPr>
              <a:t>1000</a:t>
            </a:r>
            <a:endParaRPr lang="en-US" altLang="zh-CN" sz="1200" b="1">
              <a:solidFill>
                <a:schemeClr val="hlink"/>
              </a:solidFill>
              <a:latin typeface="Arial" pitchFamily="34" charset="0"/>
              <a:ea typeface="宋体" pitchFamily="2" charset="-122"/>
            </a:endParaRPr>
          </a:p>
        </p:txBody>
      </p:sp>
      <p:sp>
        <p:nvSpPr>
          <p:cNvPr id="75785" name="Text Box 8" title=""/>
          <p:cNvSpPr txBox="1"/>
          <p:nvPr/>
        </p:nvSpPr>
        <p:spPr>
          <a:xfrm>
            <a:off x="457200" y="5715000"/>
            <a:ext cx="3124200" cy="581025"/>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chemeClr val="tx2"/>
                </a:solidFill>
                <a:latin typeface="Arial" pitchFamily="34" charset="0"/>
                <a:ea typeface="宋体" pitchFamily="2" charset="-122"/>
              </a:rPr>
              <a:t>Without ranking-cube: start search from here</a:t>
            </a:r>
            <a:endParaRPr lang="en-US" altLang="zh-CN" sz="1600" b="1">
              <a:solidFill>
                <a:schemeClr val="tx2"/>
              </a:solidFill>
              <a:latin typeface="Arial" pitchFamily="34" charset="0"/>
              <a:ea typeface="宋体" pitchFamily="2" charset="-122"/>
            </a:endParaRPr>
          </a:p>
        </p:txBody>
      </p:sp>
      <p:sp>
        <p:nvSpPr>
          <p:cNvPr id="75786" name="Line 9" title=""/>
          <p:cNvSpPr/>
          <p:nvPr/>
        </p:nvSpPr>
        <p:spPr>
          <a:xfrm flipV="1">
            <a:off x="1600200" y="3962400"/>
            <a:ext cx="685800" cy="1752600"/>
          </a:xfrm>
          <a:prstGeom prst="line">
            <a:avLst/>
          </a:prstGeom>
          <a:noFill/>
          <a:ln w="25400">
            <a:solidFill>
              <a:schemeClr val="tx2"/>
            </a:solidFill>
            <a:miter lim="800000"/>
            <a:tailEnd type="triangle"/>
          </a:ln>
          <a:effectLst/>
        </p:spPr>
      </p:sp>
      <p:sp>
        <p:nvSpPr>
          <p:cNvPr id="75787" name="Text Box 10" title=""/>
          <p:cNvSpPr txBox="1"/>
          <p:nvPr/>
        </p:nvSpPr>
        <p:spPr>
          <a:xfrm>
            <a:off x="4686300" y="5730875"/>
            <a:ext cx="2438400" cy="581025"/>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chemeClr val="tx2"/>
                </a:solidFill>
                <a:latin typeface="Arial" pitchFamily="34" charset="0"/>
                <a:ea typeface="宋体" pitchFamily="2" charset="-122"/>
              </a:rPr>
              <a:t>With ranking-cube: start search from here</a:t>
            </a:r>
            <a:endParaRPr lang="en-US" altLang="zh-CN" sz="1600" b="1">
              <a:solidFill>
                <a:schemeClr val="tx2"/>
              </a:solidFill>
              <a:latin typeface="Arial" pitchFamily="34" charset="0"/>
              <a:ea typeface="宋体" pitchFamily="2" charset="-122"/>
            </a:endParaRPr>
          </a:p>
        </p:txBody>
      </p:sp>
      <p:sp>
        <p:nvSpPr>
          <p:cNvPr id="75788" name="Line 11" title=""/>
          <p:cNvSpPr/>
          <p:nvPr/>
        </p:nvSpPr>
        <p:spPr>
          <a:xfrm flipV="1">
            <a:off x="5829300" y="4495800"/>
            <a:ext cx="1409700" cy="1235075"/>
          </a:xfrm>
          <a:prstGeom prst="line">
            <a:avLst/>
          </a:prstGeom>
          <a:noFill/>
          <a:ln w="25400">
            <a:solidFill>
              <a:schemeClr val="tx2"/>
            </a:solidFill>
            <a:miter lim="800000"/>
            <a:tailEnd type="triangle"/>
          </a:ln>
          <a:effectLst/>
        </p:spPr>
      </p:sp>
      <p:sp>
        <p:nvSpPr>
          <p:cNvPr id="75789" name="Text Box 12" title=""/>
          <p:cNvSpPr txBox="1"/>
          <p:nvPr/>
        </p:nvSpPr>
        <p:spPr>
          <a:xfrm>
            <a:off x="7086600" y="5594350"/>
            <a:ext cx="1676400" cy="8255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600" b="1">
                <a:solidFill>
                  <a:srgbClr val="0000FF"/>
                </a:solidFill>
                <a:latin typeface="Arial" pitchFamily="34" charset="0"/>
                <a:ea typeface="宋体" pitchFamily="2" charset="-122"/>
              </a:rPr>
              <a:t>Measure for LA: {11, 15}</a:t>
            </a:r>
            <a:endParaRPr lang="en-US" altLang="zh-CN" sz="1600" b="1">
              <a:solidFill>
                <a:srgbClr val="0000FF"/>
              </a:solidFill>
              <a:latin typeface="Arial" pitchFamily="34" charset="0"/>
              <a:ea typeface="宋体" pitchFamily="2" charset="-122"/>
            </a:endParaRPr>
          </a:p>
          <a:p>
            <a:pPr marL="0" lvl="0" indent="0" eaLnBrk="1" hangingPunct="1"/>
            <a:r>
              <a:rPr lang="en-US" altLang="zh-CN" sz="1600" b="1">
                <a:solidFill>
                  <a:srgbClr val="0000FF"/>
                </a:solidFill>
                <a:latin typeface="Arial" pitchFamily="34" charset="0"/>
                <a:ea typeface="宋体" pitchFamily="2" charset="-122"/>
              </a:rPr>
              <a:t>{11: t6,t7; 15:t5}</a:t>
            </a:r>
            <a:endParaRPr lang="en-US" altLang="zh-CN" sz="1600" b="1">
              <a:solidFill>
                <a:srgbClr val="0000FF"/>
              </a:solidFill>
              <a:latin typeface="Arial" pitchFamily="34" charset="0"/>
              <a:ea typeface="宋体" pitchFamily="2" charset="-122"/>
            </a:endParaRPr>
          </a:p>
        </p:txBody>
      </p:sp>
      <p:sp>
        <p:nvSpPr>
          <p:cNvPr id="75790" name="Text Box 13" title=""/>
          <p:cNvSpPr txBox="1"/>
          <p:nvPr/>
        </p:nvSpPr>
        <p:spPr>
          <a:xfrm>
            <a:off x="7099300" y="4267200"/>
            <a:ext cx="520700" cy="3048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rgbClr val="0000FF"/>
                </a:solidFill>
                <a:latin typeface="Arial" pitchFamily="34" charset="0"/>
                <a:ea typeface="宋体" pitchFamily="2" charset="-122"/>
              </a:rPr>
              <a:t>11</a:t>
            </a:r>
            <a:endParaRPr lang="en-US" altLang="zh-CN" sz="1400" b="1">
              <a:solidFill>
                <a:srgbClr val="0000FF"/>
              </a:solidFill>
              <a:latin typeface="Arial" pitchFamily="34" charset="0"/>
              <a:ea typeface="宋体" pitchFamily="2" charset="-122"/>
            </a:endParaRPr>
          </a:p>
        </p:txBody>
      </p:sp>
      <p:sp>
        <p:nvSpPr>
          <p:cNvPr id="75791" name="Text Box 14" title=""/>
          <p:cNvSpPr txBox="1"/>
          <p:nvPr/>
        </p:nvSpPr>
        <p:spPr>
          <a:xfrm>
            <a:off x="7467600" y="4660900"/>
            <a:ext cx="381000" cy="3048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rgbClr val="0000FF"/>
                </a:solidFill>
                <a:latin typeface="Arial" pitchFamily="34" charset="0"/>
                <a:ea typeface="宋体" pitchFamily="2" charset="-122"/>
              </a:rPr>
              <a:t>15</a:t>
            </a:r>
            <a:endParaRPr lang="en-US" altLang="zh-CN" sz="1400" b="1">
              <a:solidFill>
                <a:srgbClr val="0000FF"/>
              </a:solidFill>
              <a:latin typeface="Arial" pitchFamily="34" charset="0"/>
              <a:ea typeface="宋体" pitchFamily="2" charset="-122"/>
            </a:endParaRPr>
          </a:p>
        </p:txBody>
      </p:sp>
      <p:sp>
        <p:nvSpPr>
          <p:cNvPr id="75792" name="Text Box 16" title=""/>
          <p:cNvSpPr txBox="1"/>
          <p:nvPr/>
        </p:nvSpPr>
        <p:spPr>
          <a:xfrm>
            <a:off x="5334000" y="2286000"/>
            <a:ext cx="3200400" cy="581025"/>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chemeClr val="hlink"/>
                </a:solidFill>
                <a:latin typeface="Arial" pitchFamily="34" charset="0"/>
                <a:ea typeface="宋体" pitchFamily="2" charset="-122"/>
              </a:rPr>
              <a:t>Given the bin boundaries, locate the block with top score</a:t>
            </a:r>
            <a:endParaRPr lang="en-US" altLang="zh-CN" sz="1600" b="1">
              <a:solidFill>
                <a:schemeClr val="hlink"/>
              </a:solidFill>
              <a:latin typeface="Arial" pitchFamily="34" charset="0"/>
              <a:ea typeface="宋体" pitchFamily="2" charset="-122"/>
            </a:endParaRPr>
          </a:p>
        </p:txBody>
      </p:sp>
      <p:graphicFrame>
        <p:nvGraphicFramePr>
          <p:cNvPr id="75793" name="Group 29" title=""/>
          <p:cNvGraphicFramePr>
            <a:graphicFrameLocks noGrp="1"/>
          </p:cNvGraphicFramePr>
          <p:nvPr/>
        </p:nvGraphicFramePr>
        <p:xfrm>
          <a:off x="228600" y="2286000"/>
          <a:ext cx="4800600" cy="549275"/>
        </p:xfrm>
        <a:graphic>
          <a:graphicData uri="http://schemas.openxmlformats.org/drawingml/2006/table">
            <a:tbl>
              <a:tblPr/>
              <a:tblGrid>
                <a:gridCol w="2251075"/>
                <a:gridCol w="2549525"/>
              </a:tblGrid>
              <a:tr h="274638">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hlink"/>
                          </a:solidFill>
                          <a:ea typeface="宋体" pitchFamily="2" charset="-122"/>
                        </a:rPr>
                        <a:t>Bin boundary for price</a:t>
                      </a:r>
                      <a:endParaRPr lang="en-US" altLang="zh-CN" sz="1200" b="1">
                        <a:solidFill>
                          <a:schemeClr val="hlink"/>
                        </a:solidFill>
                        <a:ea typeface="宋体" pitchFamily="2" charset="-122"/>
                      </a:endParaRPr>
                    </a:p>
                  </a:txBody>
                  <a:tcPr marT="45773" marB="45773">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hlink"/>
                          </a:solidFill>
                          <a:ea typeface="宋体" pitchFamily="2" charset="-122"/>
                        </a:rPr>
                        <a:t>[500, 600, 800, 1100,1350]</a:t>
                      </a:r>
                      <a:endParaRPr lang="en-US" altLang="zh-CN" sz="1200" b="1">
                        <a:solidFill>
                          <a:schemeClr val="hlink"/>
                        </a:solidFill>
                        <a:ea typeface="宋体" pitchFamily="2" charset="-122"/>
                      </a:endParaRPr>
                    </a:p>
                  </a:txBody>
                  <a:tcPr marT="45773" marB="45773">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74638">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hlink"/>
                          </a:solidFill>
                          <a:ea typeface="宋体" pitchFamily="2" charset="-122"/>
                        </a:rPr>
                        <a:t>Bin boundary for sq feet</a:t>
                      </a:r>
                      <a:endParaRPr lang="en-US" altLang="zh-CN" sz="1200" b="1">
                        <a:solidFill>
                          <a:schemeClr val="hlink"/>
                        </a:solidFill>
                        <a:ea typeface="宋体" pitchFamily="2" charset="-122"/>
                      </a:endParaRPr>
                    </a:p>
                  </a:txBody>
                  <a:tcPr marT="45773" marB="45773">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hlink"/>
                          </a:solidFill>
                          <a:ea typeface="宋体" pitchFamily="2" charset="-122"/>
                        </a:rPr>
                        <a:t>[200, 400, 600, 800, 1120]</a:t>
                      </a:r>
                      <a:endParaRPr lang="en-US" altLang="zh-CN" sz="1200" b="1">
                        <a:solidFill>
                          <a:schemeClr val="hlink"/>
                        </a:solidFill>
                        <a:ea typeface="宋体" pitchFamily="2" charset="-122"/>
                      </a:endParaRPr>
                    </a:p>
                  </a:txBody>
                  <a:tcPr marT="45773" marB="45773">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680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77833D4-A2FC-4106-B392-F0F45BBC06D1}" type="slidenum">
              <a:rPr lang="zh-CN" altLang="en-US" sz="1200">
                <a:ea typeface="宋体" pitchFamily="2" charset="-122"/>
              </a:rPr>
              <a:t>73</a:t>
            </a:fld>
            <a:endParaRPr lang="en-US" altLang="zh-CN" sz="1200">
              <a:ea typeface="宋体" pitchFamily="2" charset="-122"/>
            </a:endParaRPr>
          </a:p>
        </p:txBody>
      </p:sp>
      <p:pic>
        <p:nvPicPr>
          <p:cNvPr id="76803" name="Picture 2" title=""/>
          <p:cNvPicPr>
            <a:picLocks noChangeAspect="1"/>
          </p:cNvPicPr>
          <p:nvPr/>
        </p:nvPicPr>
        <p:blipFill>
          <a:blip r:embed="rId3"/>
          <a:stretch>
            <a:fillRect/>
          </a:stretch>
        </p:blipFill>
        <p:spPr>
          <a:xfrm>
            <a:off x="390525" y="2932113"/>
            <a:ext cx="3876675" cy="2376487"/>
          </a:xfrm>
          <a:prstGeom prst="rect">
            <a:avLst/>
          </a:prstGeom>
          <a:noFill/>
          <a:ln>
            <a:noFill/>
            <a:miter lim="800000"/>
          </a:ln>
        </p:spPr>
      </p:pic>
      <p:sp>
        <p:nvSpPr>
          <p:cNvPr id="76804" name="Rectangle 3" title=""/>
          <p:cNvSpPr>
            <a:spLocks noGrp="1"/>
          </p:cNvSpPr>
          <p:nvPr>
            <p:ph type="title"/>
          </p:nvPr>
        </p:nvSpPr>
        <p:spPr>
          <a:xfrm>
            <a:off x="0" y="228600"/>
            <a:ext cx="9144000" cy="609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Processing Ranking Query: Execution Trace</a:t>
            </a:r>
            <a:endParaRPr lang="en-US" altLang="zh-CN" sz="3200">
              <a:ea typeface="宋体" pitchFamily="2" charset="-122"/>
            </a:endParaRPr>
          </a:p>
        </p:txBody>
      </p:sp>
      <p:sp>
        <p:nvSpPr>
          <p:cNvPr id="76805" name="Text Box 4" title=""/>
          <p:cNvSpPr txBox="1"/>
          <p:nvPr/>
        </p:nvSpPr>
        <p:spPr>
          <a:xfrm>
            <a:off x="2133600" y="1219200"/>
            <a:ext cx="5334000" cy="901700"/>
          </a:xfrm>
          <a:prstGeom prst="rect">
            <a:avLst/>
          </a:prstGeom>
          <a:noFill/>
          <a:ln w="28575">
            <a:solidFill>
              <a:schemeClr val="tx1"/>
            </a:solid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10000"/>
              </a:spcBef>
              <a:buFont typeface="Wingdings" pitchFamily="2" charset="2"/>
            </a:pPr>
            <a:r>
              <a:rPr lang="en-US" altLang="zh-CN" sz="1600" b="1">
                <a:latin typeface="Arial" pitchFamily="34" charset="0"/>
                <a:ea typeface="宋体" pitchFamily="2" charset="-122"/>
              </a:rPr>
              <a:t>Select top 1 from Apartment</a:t>
            </a:r>
            <a:endParaRPr lang="en-US" altLang="zh-CN" sz="1600" b="1">
              <a:latin typeface="Arial" pitchFamily="34" charset="0"/>
              <a:ea typeface="宋体" pitchFamily="2" charset="-122"/>
            </a:endParaRPr>
          </a:p>
          <a:p>
            <a:pPr marL="0" lvl="0" indent="0" eaLnBrk="1" hangingPunct="1">
              <a:spcBef>
                <a:spcPct val="10000"/>
              </a:spcBef>
              <a:buFont typeface="Wingdings" pitchFamily="2" charset="2"/>
            </a:pPr>
            <a:r>
              <a:rPr lang="en-US" altLang="zh-CN" sz="1600" b="1">
                <a:solidFill>
                  <a:srgbClr val="0000FF"/>
                </a:solidFill>
                <a:latin typeface="Arial" pitchFamily="34" charset="0"/>
                <a:ea typeface="宋体" pitchFamily="2" charset="-122"/>
              </a:rPr>
              <a:t>where city = “LA”</a:t>
            </a:r>
            <a:endParaRPr lang="en-US" altLang="zh-CN" sz="1600" b="1">
              <a:solidFill>
                <a:srgbClr val="0000FF"/>
              </a:solidFill>
              <a:latin typeface="Arial" pitchFamily="34" charset="0"/>
              <a:ea typeface="宋体" pitchFamily="2" charset="-122"/>
            </a:endParaRPr>
          </a:p>
          <a:p>
            <a:pPr marL="0" lvl="0" indent="0" eaLnBrk="1" hangingPunct="1">
              <a:spcBef>
                <a:spcPct val="10000"/>
              </a:spcBef>
              <a:buFont typeface="Wingdings" pitchFamily="2" charset="2"/>
            </a:pPr>
            <a:r>
              <a:rPr lang="en-US" altLang="zh-CN" sz="1600" b="1">
                <a:solidFill>
                  <a:srgbClr val="0000FF"/>
                </a:solidFill>
                <a:latin typeface="Arial" pitchFamily="34" charset="0"/>
                <a:ea typeface="宋体" pitchFamily="2" charset="-122"/>
              </a:rPr>
              <a:t>order by [price – 1000]^2 + [sq feet - 800]^2 asc</a:t>
            </a:r>
            <a:endParaRPr lang="en-US" altLang="zh-CN" sz="1600" b="1">
              <a:solidFill>
                <a:srgbClr val="0000FF"/>
              </a:solidFill>
              <a:latin typeface="Arial" pitchFamily="34" charset="0"/>
              <a:ea typeface="宋体" pitchFamily="2" charset="-122"/>
            </a:endParaRPr>
          </a:p>
        </p:txBody>
      </p:sp>
      <p:sp>
        <p:nvSpPr>
          <p:cNvPr id="76806" name="Text Box 5" title=""/>
          <p:cNvSpPr txBox="1"/>
          <p:nvPr/>
        </p:nvSpPr>
        <p:spPr>
          <a:xfrm>
            <a:off x="762000" y="3535363"/>
            <a:ext cx="436563" cy="274637"/>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200" b="1">
                <a:solidFill>
                  <a:schemeClr val="tx2"/>
                </a:solidFill>
                <a:latin typeface="Arial" pitchFamily="34" charset="0"/>
                <a:ea typeface="宋体" pitchFamily="2" charset="-122"/>
              </a:rPr>
              <a:t>800</a:t>
            </a:r>
            <a:endParaRPr lang="en-US" altLang="zh-CN" sz="1200" b="1">
              <a:solidFill>
                <a:schemeClr val="tx2"/>
              </a:solidFill>
              <a:latin typeface="Arial" pitchFamily="34" charset="0"/>
              <a:ea typeface="宋体" pitchFamily="2" charset="-122"/>
            </a:endParaRPr>
          </a:p>
        </p:txBody>
      </p:sp>
      <p:sp>
        <p:nvSpPr>
          <p:cNvPr id="76807" name="Text Box 6" title=""/>
          <p:cNvSpPr txBox="1"/>
          <p:nvPr/>
        </p:nvSpPr>
        <p:spPr>
          <a:xfrm>
            <a:off x="2451100" y="4940300"/>
            <a:ext cx="520700" cy="274638"/>
          </a:xfrm>
          <a:prstGeom prst="rect">
            <a:avLst/>
          </a:prstGeom>
          <a:noFill/>
          <a:ln>
            <a:noFill/>
            <a:miter lim="800000"/>
          </a:ln>
          <a:effectLst/>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200" b="1">
                <a:solidFill>
                  <a:schemeClr val="tx2"/>
                </a:solidFill>
                <a:latin typeface="Arial" pitchFamily="34" charset="0"/>
                <a:ea typeface="宋体" pitchFamily="2" charset="-122"/>
              </a:rPr>
              <a:t>1000</a:t>
            </a:r>
            <a:endParaRPr lang="en-US" altLang="zh-CN" sz="1200" b="1">
              <a:solidFill>
                <a:schemeClr val="tx2"/>
              </a:solidFill>
              <a:latin typeface="Arial" pitchFamily="34" charset="0"/>
              <a:ea typeface="宋体" pitchFamily="2" charset="-122"/>
            </a:endParaRPr>
          </a:p>
        </p:txBody>
      </p:sp>
      <p:sp>
        <p:nvSpPr>
          <p:cNvPr id="76808" name="Text Box 7" title=""/>
          <p:cNvSpPr txBox="1"/>
          <p:nvPr/>
        </p:nvSpPr>
        <p:spPr>
          <a:xfrm>
            <a:off x="190500" y="5730875"/>
            <a:ext cx="1943100" cy="8255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chemeClr val="tx2"/>
                </a:solidFill>
                <a:latin typeface="Arial" pitchFamily="34" charset="0"/>
                <a:ea typeface="宋体" pitchFamily="2" charset="-122"/>
              </a:rPr>
              <a:t>With ranking-cube: start search from here</a:t>
            </a:r>
            <a:endParaRPr lang="en-US" altLang="zh-CN" sz="1600" b="1">
              <a:solidFill>
                <a:schemeClr val="tx2"/>
              </a:solidFill>
              <a:latin typeface="Arial" pitchFamily="34" charset="0"/>
              <a:ea typeface="宋体" pitchFamily="2" charset="-122"/>
            </a:endParaRPr>
          </a:p>
        </p:txBody>
      </p:sp>
      <p:sp>
        <p:nvSpPr>
          <p:cNvPr id="76809" name="Line 8" title=""/>
          <p:cNvSpPr/>
          <p:nvPr/>
        </p:nvSpPr>
        <p:spPr>
          <a:xfrm flipV="1">
            <a:off x="1333500" y="4495800"/>
            <a:ext cx="1409700" cy="1235075"/>
          </a:xfrm>
          <a:prstGeom prst="line">
            <a:avLst/>
          </a:prstGeom>
          <a:noFill/>
          <a:ln w="25400">
            <a:solidFill>
              <a:schemeClr val="tx2"/>
            </a:solidFill>
            <a:miter lim="800000"/>
            <a:tailEnd type="triangle"/>
          </a:ln>
          <a:effectLst/>
        </p:spPr>
      </p:sp>
      <p:sp>
        <p:nvSpPr>
          <p:cNvPr id="76810" name="Text Box 9" title=""/>
          <p:cNvSpPr txBox="1"/>
          <p:nvPr/>
        </p:nvSpPr>
        <p:spPr>
          <a:xfrm>
            <a:off x="2286000" y="5727700"/>
            <a:ext cx="1676400" cy="8255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600" b="1">
                <a:solidFill>
                  <a:schemeClr val="tx2"/>
                </a:solidFill>
                <a:latin typeface="Arial" pitchFamily="34" charset="0"/>
                <a:ea typeface="宋体" pitchFamily="2" charset="-122"/>
              </a:rPr>
              <a:t>Measure for LA: {11, 15}</a:t>
            </a:r>
            <a:endParaRPr lang="en-US" altLang="zh-CN" sz="1600" b="1">
              <a:solidFill>
                <a:schemeClr val="tx2"/>
              </a:solidFill>
              <a:latin typeface="Arial" pitchFamily="34" charset="0"/>
              <a:ea typeface="宋体" pitchFamily="2" charset="-122"/>
            </a:endParaRPr>
          </a:p>
          <a:p>
            <a:pPr marL="0" lvl="0" indent="0" eaLnBrk="1" hangingPunct="1"/>
            <a:r>
              <a:rPr lang="en-US" altLang="zh-CN" sz="1600" b="1">
                <a:solidFill>
                  <a:schemeClr val="tx2"/>
                </a:solidFill>
                <a:latin typeface="Arial" pitchFamily="34" charset="0"/>
                <a:ea typeface="宋体" pitchFamily="2" charset="-122"/>
              </a:rPr>
              <a:t>{11: t6,t7; 15:t5}</a:t>
            </a:r>
            <a:endParaRPr lang="en-US" altLang="zh-CN" sz="1600" b="1">
              <a:solidFill>
                <a:schemeClr val="tx2"/>
              </a:solidFill>
              <a:latin typeface="Arial" pitchFamily="34" charset="0"/>
              <a:ea typeface="宋体" pitchFamily="2" charset="-122"/>
            </a:endParaRPr>
          </a:p>
        </p:txBody>
      </p:sp>
      <p:sp>
        <p:nvSpPr>
          <p:cNvPr id="76811" name="Text Box 10" title=""/>
          <p:cNvSpPr txBox="1"/>
          <p:nvPr/>
        </p:nvSpPr>
        <p:spPr>
          <a:xfrm>
            <a:off x="2565400" y="4267200"/>
            <a:ext cx="520700" cy="3048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tx2"/>
                </a:solidFill>
                <a:latin typeface="Arial" pitchFamily="34" charset="0"/>
                <a:ea typeface="宋体" pitchFamily="2" charset="-122"/>
              </a:rPr>
              <a:t>11</a:t>
            </a:r>
            <a:endParaRPr lang="en-US" altLang="zh-CN" sz="1400" b="1">
              <a:solidFill>
                <a:schemeClr val="tx2"/>
              </a:solidFill>
              <a:latin typeface="Arial" pitchFamily="34" charset="0"/>
              <a:ea typeface="宋体" pitchFamily="2" charset="-122"/>
            </a:endParaRPr>
          </a:p>
        </p:txBody>
      </p:sp>
      <p:sp>
        <p:nvSpPr>
          <p:cNvPr id="76812" name="Text Box 11" title=""/>
          <p:cNvSpPr txBox="1"/>
          <p:nvPr/>
        </p:nvSpPr>
        <p:spPr>
          <a:xfrm>
            <a:off x="2933700" y="4660900"/>
            <a:ext cx="381000" cy="30480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400" b="1">
                <a:solidFill>
                  <a:schemeClr val="tx2"/>
                </a:solidFill>
                <a:latin typeface="Arial" pitchFamily="34" charset="0"/>
                <a:ea typeface="宋体" pitchFamily="2" charset="-122"/>
              </a:rPr>
              <a:t>15</a:t>
            </a:r>
            <a:endParaRPr lang="en-US" altLang="zh-CN" sz="1400" b="1">
              <a:solidFill>
                <a:schemeClr val="tx2"/>
              </a:solidFill>
              <a:latin typeface="Arial" pitchFamily="34" charset="0"/>
              <a:ea typeface="宋体" pitchFamily="2" charset="-122"/>
            </a:endParaRPr>
          </a:p>
        </p:txBody>
      </p:sp>
      <p:sp>
        <p:nvSpPr>
          <p:cNvPr id="76813" name="Text Box 12" title=""/>
          <p:cNvSpPr txBox="1"/>
          <p:nvPr/>
        </p:nvSpPr>
        <p:spPr>
          <a:xfrm>
            <a:off x="5181600" y="2406650"/>
            <a:ext cx="3657600" cy="33655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solidFill>
                  <a:schemeClr val="tx2"/>
                </a:solidFill>
                <a:latin typeface="Arial" pitchFamily="34" charset="0"/>
                <a:ea typeface="宋体" pitchFamily="2" charset="-122"/>
              </a:rPr>
              <a:t>f=[price-1000]^2 + [sq feet – 800]^2</a:t>
            </a:r>
            <a:endParaRPr lang="en-US" altLang="zh-CN" sz="1600" b="1">
              <a:solidFill>
                <a:schemeClr val="tx2"/>
              </a:solidFill>
              <a:latin typeface="Arial" pitchFamily="34" charset="0"/>
              <a:ea typeface="宋体" pitchFamily="2" charset="-122"/>
            </a:endParaRPr>
          </a:p>
        </p:txBody>
      </p:sp>
      <p:graphicFrame>
        <p:nvGraphicFramePr>
          <p:cNvPr id="76814" name="Group 32" title=""/>
          <p:cNvGraphicFramePr>
            <a:graphicFrameLocks noGrp="1"/>
          </p:cNvGraphicFramePr>
          <p:nvPr/>
        </p:nvGraphicFramePr>
        <p:xfrm>
          <a:off x="228600" y="2286000"/>
          <a:ext cx="4800600" cy="549275"/>
        </p:xfrm>
        <a:graphic>
          <a:graphicData uri="http://schemas.openxmlformats.org/drawingml/2006/table">
            <a:tbl>
              <a:tblPr/>
              <a:tblGrid>
                <a:gridCol w="2251075"/>
                <a:gridCol w="2549525"/>
              </a:tblGrid>
              <a:tr h="274638">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tx2"/>
                          </a:solidFill>
                          <a:ea typeface="宋体" pitchFamily="2" charset="-122"/>
                        </a:rPr>
                        <a:t>Bin boundary for price</a:t>
                      </a:r>
                      <a:endParaRPr lang="en-US" altLang="zh-CN" sz="1200" b="1">
                        <a:solidFill>
                          <a:schemeClr val="tx2"/>
                        </a:solidFill>
                        <a:ea typeface="宋体" pitchFamily="2" charset="-122"/>
                      </a:endParaRPr>
                    </a:p>
                  </a:txBody>
                  <a:tcPr marT="45773" marB="45773">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tx2"/>
                          </a:solidFill>
                          <a:ea typeface="宋体" pitchFamily="2" charset="-122"/>
                        </a:rPr>
                        <a:t>[500, 600, 800, 1100,1350]</a:t>
                      </a:r>
                      <a:endParaRPr lang="en-US" altLang="zh-CN" sz="1200" b="1">
                        <a:solidFill>
                          <a:schemeClr val="tx2"/>
                        </a:solidFill>
                        <a:ea typeface="宋体" pitchFamily="2" charset="-122"/>
                      </a:endParaRPr>
                    </a:p>
                  </a:txBody>
                  <a:tcPr marT="45773" marB="45773">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74638">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tx2"/>
                          </a:solidFill>
                          <a:ea typeface="宋体" pitchFamily="2" charset="-122"/>
                        </a:rPr>
                        <a:t>Bin boundary for sq feet</a:t>
                      </a:r>
                      <a:endParaRPr lang="en-US" altLang="zh-CN" sz="1200" b="1">
                        <a:solidFill>
                          <a:schemeClr val="tx2"/>
                        </a:solidFill>
                        <a:ea typeface="宋体" pitchFamily="2" charset="-122"/>
                      </a:endParaRPr>
                    </a:p>
                  </a:txBody>
                  <a:tcPr marT="45773" marB="45773">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45773" bIns="45773">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spcBef>
                          <a:spcPct val="20000"/>
                        </a:spcBef>
                        <a:buClr>
                          <a:schemeClr val="folHlink"/>
                        </a:buClr>
                        <a:buSzPct val="60000"/>
                        <a:buFont typeface="Wingdings" pitchFamily="2" charset="2"/>
                      </a:pPr>
                      <a:r>
                        <a:rPr lang="en-US" altLang="zh-CN" sz="1200" b="1">
                          <a:solidFill>
                            <a:schemeClr val="tx2"/>
                          </a:solidFill>
                          <a:ea typeface="宋体" pitchFamily="2" charset="-122"/>
                        </a:rPr>
                        <a:t>[200, 400, 600, 800, 1120]</a:t>
                      </a:r>
                      <a:endParaRPr lang="en-US" altLang="zh-CN" sz="1200" b="1">
                        <a:solidFill>
                          <a:schemeClr val="tx2"/>
                        </a:solidFill>
                        <a:ea typeface="宋体" pitchFamily="2" charset="-122"/>
                      </a:endParaRPr>
                    </a:p>
                  </a:txBody>
                  <a:tcPr marT="45773" marB="45773">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76825" name="Text Box 24" title=""/>
          <p:cNvSpPr txBox="1"/>
          <p:nvPr/>
        </p:nvSpPr>
        <p:spPr>
          <a:xfrm>
            <a:off x="4191000" y="3276600"/>
            <a:ext cx="3886200" cy="366713"/>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800" b="1">
                <a:solidFill>
                  <a:schemeClr val="hlink"/>
                </a:solidFill>
                <a:latin typeface="Arial" pitchFamily="34" charset="0"/>
                <a:ea typeface="宋体" pitchFamily="2" charset="-122"/>
              </a:rPr>
              <a:t>Execution Trace:</a:t>
            </a:r>
            <a:endParaRPr lang="en-US" altLang="zh-CN" sz="1800" b="1">
              <a:solidFill>
                <a:schemeClr val="hlink"/>
              </a:solidFill>
              <a:latin typeface="Arial" pitchFamily="34" charset="0"/>
              <a:ea typeface="宋体" pitchFamily="2" charset="-122"/>
            </a:endParaRPr>
          </a:p>
        </p:txBody>
      </p:sp>
      <p:sp>
        <p:nvSpPr>
          <p:cNvPr id="76826" name="Text Box 25" title=""/>
          <p:cNvSpPr txBox="1"/>
          <p:nvPr/>
        </p:nvSpPr>
        <p:spPr>
          <a:xfrm>
            <a:off x="4191000" y="3702050"/>
            <a:ext cx="4800600" cy="33655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latin typeface="Arial" pitchFamily="34" charset="0"/>
                <a:ea typeface="宋体" pitchFamily="2" charset="-122"/>
              </a:rPr>
              <a:t>1. Retrieve High-level measure for LA {11, 15}</a:t>
            </a:r>
            <a:endParaRPr lang="en-US" altLang="zh-CN" sz="1600" b="1">
              <a:latin typeface="Arial" pitchFamily="34" charset="0"/>
              <a:ea typeface="宋体" pitchFamily="2" charset="-122"/>
            </a:endParaRPr>
          </a:p>
        </p:txBody>
      </p:sp>
      <p:sp>
        <p:nvSpPr>
          <p:cNvPr id="76827" name="Text Box 26" title=""/>
          <p:cNvSpPr txBox="1"/>
          <p:nvPr/>
        </p:nvSpPr>
        <p:spPr>
          <a:xfrm>
            <a:off x="4191000" y="4083050"/>
            <a:ext cx="4800600" cy="703263"/>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latin typeface="Arial" pitchFamily="34" charset="0"/>
                <a:ea typeface="宋体" pitchFamily="2" charset="-122"/>
              </a:rPr>
              <a:t>2. Estimate </a:t>
            </a:r>
            <a:r>
              <a:rPr lang="en-US" altLang="zh-CN" sz="1600" b="1" i="1">
                <a:solidFill>
                  <a:srgbClr val="FF3300"/>
                </a:solidFill>
                <a:latin typeface="Arial" pitchFamily="34" charset="0"/>
                <a:ea typeface="宋体" pitchFamily="2" charset="-122"/>
              </a:rPr>
              <a:t>lower bound score</a:t>
            </a:r>
            <a:r>
              <a:rPr lang="en-US" altLang="zh-CN" sz="1600" b="1">
                <a:latin typeface="Arial" pitchFamily="34" charset="0"/>
                <a:ea typeface="宋体" pitchFamily="2" charset="-122"/>
              </a:rPr>
              <a:t> for block 11, 15</a:t>
            </a:r>
            <a:endParaRPr lang="en-US" altLang="zh-CN" sz="1600" b="1">
              <a:latin typeface="Arial" pitchFamily="34" charset="0"/>
              <a:ea typeface="宋体" pitchFamily="2" charset="-122"/>
            </a:endParaRPr>
          </a:p>
          <a:p>
            <a:pPr marL="0" lvl="0" indent="0" eaLnBrk="1" hangingPunct="1">
              <a:spcBef>
                <a:spcPct val="50000"/>
              </a:spcBef>
            </a:pPr>
            <a:r>
              <a:rPr lang="en-US" altLang="zh-CN" sz="1600" b="1">
                <a:latin typeface="Arial" pitchFamily="34" charset="0"/>
                <a:ea typeface="宋体" pitchFamily="2" charset="-122"/>
              </a:rPr>
              <a:t>    f(block 11) = 40,000, f(block 15) = 160,000</a:t>
            </a:r>
            <a:endParaRPr lang="en-US" altLang="zh-CN" sz="1600" b="1">
              <a:latin typeface="Arial" pitchFamily="34" charset="0"/>
              <a:ea typeface="宋体" pitchFamily="2" charset="-122"/>
            </a:endParaRPr>
          </a:p>
        </p:txBody>
      </p:sp>
      <p:sp>
        <p:nvSpPr>
          <p:cNvPr id="76828" name="Text Box 27" title=""/>
          <p:cNvSpPr txBox="1"/>
          <p:nvPr/>
        </p:nvSpPr>
        <p:spPr>
          <a:xfrm>
            <a:off x="4191000" y="4800600"/>
            <a:ext cx="4800600" cy="33655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latin typeface="Arial" pitchFamily="34" charset="0"/>
                <a:ea typeface="宋体" pitchFamily="2" charset="-122"/>
              </a:rPr>
              <a:t>3. Retrieve block 11</a:t>
            </a:r>
            <a:endParaRPr lang="en-US" altLang="zh-CN" sz="1600" b="1">
              <a:latin typeface="Arial" pitchFamily="34" charset="0"/>
              <a:ea typeface="宋体" pitchFamily="2" charset="-122"/>
            </a:endParaRPr>
          </a:p>
        </p:txBody>
      </p:sp>
      <p:sp>
        <p:nvSpPr>
          <p:cNvPr id="76829" name="Text Box 28" title=""/>
          <p:cNvSpPr txBox="1"/>
          <p:nvPr/>
        </p:nvSpPr>
        <p:spPr>
          <a:xfrm>
            <a:off x="4191000" y="5105400"/>
            <a:ext cx="4800600" cy="33655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latin typeface="Arial" pitchFamily="34" charset="0"/>
                <a:ea typeface="宋体" pitchFamily="2" charset="-122"/>
              </a:rPr>
              <a:t>4. Retrieve low-level measure for block 11</a:t>
            </a:r>
            <a:endParaRPr lang="en-US" altLang="zh-CN" sz="1600" b="1">
              <a:latin typeface="Arial" pitchFamily="34" charset="0"/>
              <a:ea typeface="宋体" pitchFamily="2" charset="-122"/>
            </a:endParaRPr>
          </a:p>
        </p:txBody>
      </p:sp>
      <p:sp>
        <p:nvSpPr>
          <p:cNvPr id="76830" name="Text Box 29" title=""/>
          <p:cNvSpPr txBox="1"/>
          <p:nvPr/>
        </p:nvSpPr>
        <p:spPr>
          <a:xfrm>
            <a:off x="4191000" y="5454650"/>
            <a:ext cx="4800600" cy="336550"/>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600" b="1">
                <a:latin typeface="Arial" pitchFamily="34" charset="0"/>
                <a:ea typeface="宋体" pitchFamily="2" charset="-122"/>
              </a:rPr>
              <a:t>5. f(t6) = 130,000, f(t7) = 97,600</a:t>
            </a:r>
            <a:endParaRPr lang="en-US" altLang="zh-CN" sz="1600" b="1">
              <a:latin typeface="Arial" pitchFamily="34" charset="0"/>
              <a:ea typeface="宋体" pitchFamily="2" charset="-122"/>
            </a:endParaRPr>
          </a:p>
        </p:txBody>
      </p:sp>
      <p:sp>
        <p:nvSpPr>
          <p:cNvPr id="76831" name="Text Box 30" title=""/>
          <p:cNvSpPr txBox="1"/>
          <p:nvPr/>
        </p:nvSpPr>
        <p:spPr>
          <a:xfrm>
            <a:off x="4419600" y="5835650"/>
            <a:ext cx="4800600" cy="366713"/>
          </a:xfrm>
          <a:prstGeom prst="rect">
            <a:avLst/>
          </a:prstGeom>
          <a:noFill/>
          <a:ln>
            <a:noFill/>
            <a:miter lim="800000"/>
          </a:ln>
          <a:effectLst/>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50000"/>
              </a:spcBef>
            </a:pPr>
            <a:r>
              <a:rPr lang="en-US" altLang="zh-CN" sz="1800" b="1">
                <a:solidFill>
                  <a:srgbClr val="FF3300"/>
                </a:solidFill>
                <a:latin typeface="Arial" pitchFamily="34" charset="0"/>
                <a:ea typeface="宋体" pitchFamily="2" charset="-122"/>
              </a:rPr>
              <a:t>Output t7, done!</a:t>
            </a:r>
            <a:endParaRPr lang="en-US" altLang="zh-CN" sz="1800" b="1">
              <a:solidFill>
                <a:srgbClr val="FF3300"/>
              </a:solidFill>
              <a:latin typeface="Arial" pitchFamily="34" charset="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826"/>
                                        </p:tgtEl>
                                        <p:attrNameLst>
                                          <p:attrName>style.visibility</p:attrName>
                                        </p:attrNameLst>
                                      </p:cBhvr>
                                      <p:to>
                                        <p:strVal val="visible"/>
                                      </p:to>
                                    </p:set>
                                    <p:animEffect transition="in" filter="blinds(horizontal)">
                                      <p:cBhvr>
                                        <p:cTn id="7" dur="500"/>
                                        <p:tgtEl>
                                          <p:spTgt spid="768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6827"/>
                                        </p:tgtEl>
                                        <p:attrNameLst>
                                          <p:attrName>style.visibility</p:attrName>
                                        </p:attrNameLst>
                                      </p:cBhvr>
                                      <p:to>
                                        <p:strVal val="visible"/>
                                      </p:to>
                                    </p:set>
                                    <p:animEffect transition="in" filter="blinds(horizontal)">
                                      <p:cBhvr>
                                        <p:cTn id="12" dur="500"/>
                                        <p:tgtEl>
                                          <p:spTgt spid="768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6828"/>
                                        </p:tgtEl>
                                        <p:attrNameLst>
                                          <p:attrName>style.visibility</p:attrName>
                                        </p:attrNameLst>
                                      </p:cBhvr>
                                      <p:to>
                                        <p:strVal val="visible"/>
                                      </p:to>
                                    </p:set>
                                    <p:animEffect transition="in" filter="blinds(horizontal)">
                                      <p:cBhvr>
                                        <p:cTn id="17" dur="500"/>
                                        <p:tgtEl>
                                          <p:spTgt spid="768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6829"/>
                                        </p:tgtEl>
                                        <p:attrNameLst>
                                          <p:attrName>style.visibility</p:attrName>
                                        </p:attrNameLst>
                                      </p:cBhvr>
                                      <p:to>
                                        <p:strVal val="visible"/>
                                      </p:to>
                                    </p:set>
                                    <p:animEffect transition="in" filter="blinds(horizontal)">
                                      <p:cBhvr>
                                        <p:cTn id="22" dur="500"/>
                                        <p:tgtEl>
                                          <p:spTgt spid="768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6830"/>
                                        </p:tgtEl>
                                        <p:attrNameLst>
                                          <p:attrName>style.visibility</p:attrName>
                                        </p:attrNameLst>
                                      </p:cBhvr>
                                      <p:to>
                                        <p:strVal val="visible"/>
                                      </p:to>
                                    </p:set>
                                    <p:animEffect transition="in" filter="blinds(horizontal)">
                                      <p:cBhvr>
                                        <p:cTn id="27" dur="500"/>
                                        <p:tgtEl>
                                          <p:spTgt spid="768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6831"/>
                                        </p:tgtEl>
                                        <p:attrNameLst>
                                          <p:attrName>style.visibility</p:attrName>
                                        </p:attrNameLst>
                                      </p:cBhvr>
                                      <p:to>
                                        <p:strVal val="visible"/>
                                      </p:to>
                                    </p:set>
                                    <p:animEffect transition="in" filter="blinds(horizontal)">
                                      <p:cBhvr>
                                        <p:cTn id="32" dur="500"/>
                                        <p:tgtEl>
                                          <p:spTgt spid="76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6" grpId="0"/>
      <p:bldP spid="76827" grpId="0"/>
      <p:bldP spid="76828" grpId="0"/>
      <p:bldP spid="76829" grpId="0"/>
      <p:bldP spid="76830" grpId="0"/>
      <p:bldP spid="76831" grpId="0"/>
    </p:bldLst>
  </p:timing>
</p:sld>
</file>

<file path=ppt/slides/slide7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782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AE597A3-1C8C-4DDF-90DE-5BC1FB27DFB0}" type="slidenum">
              <a:rPr lang="zh-CN" altLang="en-US" sz="1200">
                <a:ea typeface="宋体" pitchFamily="2" charset="-122"/>
              </a:rPr>
              <a:t>74</a:t>
            </a:fld>
            <a:endParaRPr lang="en-US" altLang="zh-CN" sz="1200">
              <a:ea typeface="宋体" pitchFamily="2" charset="-122"/>
            </a:endParaRPr>
          </a:p>
        </p:txBody>
      </p:sp>
      <p:sp>
        <p:nvSpPr>
          <p:cNvPr id="77827" name="Rectangle 2" title=""/>
          <p:cNvSpPr>
            <a:spLocks noGrp="1"/>
          </p:cNvSpPr>
          <p:nvPr>
            <p:ph type="title"/>
          </p:nvPr>
        </p:nvSpPr>
        <p:spPr>
          <a:xfrm>
            <a:off x="0" y="3048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lang="en-US" altLang="zh-CN" sz="3200">
                <a:ea typeface="宋体" pitchFamily="2" charset="-122"/>
              </a:rPr>
              <a:t>Ranking Cube: Methodology and Extension</a:t>
            </a:r>
            <a:endParaRPr lang="en-US" altLang="zh-CN" sz="3200">
              <a:ea typeface="宋体" pitchFamily="2" charset="-122"/>
            </a:endParaRPr>
          </a:p>
        </p:txBody>
      </p:sp>
      <p:sp>
        <p:nvSpPr>
          <p:cNvPr id="77828" name="Rectangle 3" title=""/>
          <p:cNvSpPr>
            <a:spLocks noGrp="1"/>
          </p:cNvSpPr>
          <p:nvPr>
            <p:ph type="body" idx="1"/>
          </p:nvPr>
        </p:nvSpPr>
        <p:spPr>
          <a:xfrm>
            <a:off x="304800" y="1371600"/>
            <a:ext cx="8382000" cy="5257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120000"/>
              </a:lnSpc>
            </a:pPr>
            <a:r>
              <a:rPr lang="en-US" altLang="zh-CN" sz="2400">
                <a:ea typeface="宋体" pitchFamily="2" charset="-122"/>
              </a:rPr>
              <a:t>Ranking cube methodology</a:t>
            </a:r>
            <a:endParaRPr lang="en-US" altLang="zh-CN" sz="2400">
              <a:ea typeface="宋体" pitchFamily="2" charset="-122"/>
            </a:endParaRPr>
          </a:p>
          <a:p>
            <a:pPr lvl="1">
              <a:lnSpc>
                <a:spcPct val="120000"/>
              </a:lnSpc>
            </a:pPr>
            <a:r>
              <a:rPr lang="en-US" altLang="zh-CN" sz="2400">
                <a:ea typeface="宋体" pitchFamily="2" charset="-122"/>
              </a:rPr>
              <a:t>Push selection and ranking simultaneously</a:t>
            </a:r>
            <a:endParaRPr lang="en-US" altLang="zh-CN" sz="2400">
              <a:ea typeface="宋体" pitchFamily="2" charset="-122"/>
            </a:endParaRPr>
          </a:p>
          <a:p>
            <a:pPr lvl="1">
              <a:lnSpc>
                <a:spcPct val="120000"/>
              </a:lnSpc>
            </a:pPr>
            <a:r>
              <a:rPr lang="en-US" altLang="zh-CN" sz="2400">
                <a:ea typeface="宋体" pitchFamily="2" charset="-122"/>
              </a:rPr>
              <a:t>It works for many sophisticated ranking functions</a:t>
            </a:r>
            <a:endParaRPr lang="en-US" altLang="zh-CN" sz="2400">
              <a:ea typeface="宋体" pitchFamily="2" charset="-122"/>
            </a:endParaRPr>
          </a:p>
          <a:p>
            <a:pPr lvl="0">
              <a:lnSpc>
                <a:spcPct val="120000"/>
              </a:lnSpc>
            </a:pPr>
            <a:r>
              <a:rPr lang="en-US" altLang="zh-CN" sz="2400">
                <a:ea typeface="宋体" pitchFamily="2" charset="-122"/>
              </a:rPr>
              <a:t>How to support high-dimensional data?</a:t>
            </a:r>
            <a:endParaRPr lang="en-US" altLang="zh-CN" sz="2400">
              <a:ea typeface="宋体" pitchFamily="2" charset="-122"/>
            </a:endParaRPr>
          </a:p>
          <a:p>
            <a:pPr lvl="1">
              <a:lnSpc>
                <a:spcPct val="120000"/>
              </a:lnSpc>
            </a:pPr>
            <a:r>
              <a:rPr lang="en-US" altLang="zh-CN" sz="2400">
                <a:ea typeface="宋体" pitchFamily="2" charset="-122"/>
              </a:rPr>
              <a:t>Materialize only those </a:t>
            </a:r>
            <a:r>
              <a:rPr lang="en-US" altLang="zh-CN" sz="2400" i="1">
                <a:ea typeface="宋体" pitchFamily="2" charset="-122"/>
              </a:rPr>
              <a:t>atomic </a:t>
            </a:r>
            <a:r>
              <a:rPr lang="en-US" altLang="zh-CN" sz="2400">
                <a:ea typeface="宋体" pitchFamily="2" charset="-122"/>
              </a:rPr>
              <a:t>cuboids that contain single selection dimensions</a:t>
            </a:r>
            <a:endParaRPr lang="en-US" altLang="zh-CN" sz="2400">
              <a:ea typeface="宋体" pitchFamily="2" charset="-122"/>
            </a:endParaRPr>
          </a:p>
          <a:p>
            <a:pPr lvl="2">
              <a:lnSpc>
                <a:spcPct val="120000"/>
              </a:lnSpc>
            </a:pPr>
            <a:r>
              <a:rPr lang="en-US" altLang="zh-CN">
                <a:ea typeface="宋体" pitchFamily="2" charset="-122"/>
              </a:rPr>
              <a:t> Uses the idea similar to high-dimensional OLAP</a:t>
            </a:r>
            <a:endParaRPr lang="en-US" altLang="zh-CN">
              <a:ea typeface="宋体" pitchFamily="2" charset="-122"/>
            </a:endParaRPr>
          </a:p>
          <a:p>
            <a:pPr lvl="2">
              <a:lnSpc>
                <a:spcPct val="120000"/>
              </a:lnSpc>
            </a:pPr>
            <a:r>
              <a:rPr lang="en-US" altLang="zh-CN">
                <a:ea typeface="宋体" pitchFamily="2" charset="-122"/>
              </a:rPr>
              <a:t> Achieves low space overhead and high performance in answering ranking queries with a high number of selection dimensions</a:t>
            </a:r>
            <a:endParaRPr lang="en-US" altLang="zh-CN">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885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053AAC1-33A6-4EA9-97A6-63D30A95CC36}" type="slidenum">
              <a:rPr lang="zh-CN" altLang="en-US" sz="1200">
                <a:ea typeface="宋体" pitchFamily="2" charset="-122"/>
              </a:rPr>
              <a:t>75</a:t>
            </a:fld>
            <a:endParaRPr lang="en-US" altLang="zh-CN" sz="1200">
              <a:ea typeface="宋体" pitchFamily="2" charset="-122"/>
            </a:endParaRPr>
          </a:p>
        </p:txBody>
      </p:sp>
      <p:sp>
        <p:nvSpPr>
          <p:cNvPr id="7885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CE8718F-231D-41A4-8978-A0CE41E2034D}" type="slidenum">
              <a:rPr lang="zh-CN" altLang="en-US" sz="1200">
                <a:ea typeface="宋体" pitchFamily="2" charset="-122"/>
              </a:rPr>
              <a:t>75</a:t>
            </a:fld>
            <a:endParaRPr lang="en-US" altLang="zh-CN" sz="1200">
              <a:ea typeface="宋体" pitchFamily="2" charset="-122"/>
            </a:endParaRPr>
          </a:p>
        </p:txBody>
      </p:sp>
      <p:sp>
        <p:nvSpPr>
          <p:cNvPr id="78852"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78853"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Data Cube Computation: Preliminary Concepts </a:t>
            </a:r>
            <a:endParaRPr lang="en-US" altLang="zh-CN">
              <a:ea typeface="宋体" pitchFamily="2" charset="-122"/>
            </a:endParaRPr>
          </a:p>
          <a:p>
            <a:pPr lvl="0" eaLnBrk="1" hangingPunct="1">
              <a:lnSpc>
                <a:spcPct val="170000"/>
              </a:lnSpc>
            </a:pPr>
            <a:r>
              <a:rPr lang="en-US" altLang="zh-CN">
                <a:ea typeface="宋体" pitchFamily="2" charset="-122"/>
              </a:rPr>
              <a:t>Data Cube Computation Methods</a:t>
            </a:r>
            <a:endParaRPr lang="en-US" altLang="zh-CN">
              <a:ea typeface="宋体" pitchFamily="2" charset="-122"/>
            </a:endParaRPr>
          </a:p>
          <a:p>
            <a:pPr lvl="0" eaLnBrk="1" hangingPunct="1">
              <a:lnSpc>
                <a:spcPct val="170000"/>
              </a:lnSpc>
            </a:pPr>
            <a:r>
              <a:rPr lang="en-US" altLang="zh-CN">
                <a:ea typeface="宋体" pitchFamily="2" charset="-122"/>
              </a:rPr>
              <a:t>Processing Advanced Queries by Exploring Data Cube Technology</a:t>
            </a:r>
            <a:endParaRPr lang="en-US" altLang="zh-CN">
              <a:ea typeface="宋体" pitchFamily="2" charset="-122"/>
            </a:endParaRPr>
          </a:p>
          <a:p>
            <a:pPr lvl="0" eaLnBrk="1" hangingPunct="1">
              <a:lnSpc>
                <a:spcPct val="170000"/>
              </a:lnSpc>
            </a:pPr>
            <a:r>
              <a:rPr lang="en-US" altLang="zh-CN">
                <a:ea typeface="宋体" pitchFamily="2" charset="-122"/>
              </a:rPr>
              <a:t>Multidimensional Data Analysis in Cube Space</a:t>
            </a:r>
            <a:endParaRPr lang="en-US" altLang="zh-CN">
              <a:ea typeface="宋体" pitchFamily="2" charset="-122"/>
            </a:endParaRPr>
          </a:p>
          <a:p>
            <a:pPr lvl="0" eaLnBrk="1" hangingPunct="1">
              <a:lnSpc>
                <a:spcPct val="170000"/>
              </a:lnSpc>
            </a:pPr>
            <a:r>
              <a:rPr lang="en-US" altLang="zh-CN">
                <a:ea typeface="宋体" pitchFamily="2" charset="-122"/>
              </a:rPr>
              <a:t>Summary</a:t>
            </a:r>
            <a:endParaRPr lang="en-US" altLang="zh-CN">
              <a:ea typeface="宋体" pitchFamily="2" charset="-122"/>
            </a:endParaRPr>
          </a:p>
        </p:txBody>
      </p:sp>
      <p:sp>
        <p:nvSpPr>
          <p:cNvPr id="78854" name="AutoShape 5" title=""/>
          <p:cNvSpPr/>
          <p:nvPr/>
        </p:nvSpPr>
        <p:spPr>
          <a:xfrm rot="20580000">
            <a:off x="8305800" y="46482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7987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89CA716-BD18-41B0-A24F-7DA54531DBA8}" type="slidenum">
              <a:rPr lang="zh-CN" altLang="en-US" sz="1200">
                <a:ea typeface="宋体" pitchFamily="2" charset="-122"/>
              </a:rPr>
              <a:t>76</a:t>
            </a:fld>
            <a:endParaRPr lang="en-US" altLang="zh-CN" sz="1200">
              <a:ea typeface="宋体" pitchFamily="2" charset="-122"/>
            </a:endParaRPr>
          </a:p>
        </p:txBody>
      </p:sp>
      <p:sp>
        <p:nvSpPr>
          <p:cNvPr id="7987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B602AA76-02A9-4924-A829-589636A1D451}" type="slidenum">
              <a:rPr lang="zh-CN" altLang="en-US" sz="1200">
                <a:ea typeface="宋体" pitchFamily="2" charset="-122"/>
              </a:rPr>
              <a:t>76</a:t>
            </a:fld>
            <a:endParaRPr lang="en-US" altLang="zh-CN" sz="1200">
              <a:ea typeface="宋体" pitchFamily="2" charset="-122"/>
            </a:endParaRPr>
          </a:p>
        </p:txBody>
      </p:sp>
      <p:sp>
        <p:nvSpPr>
          <p:cNvPr id="79876" name="Rectangle 2" title=""/>
          <p:cNvSpPr>
            <a:spLocks noGrp="1"/>
          </p:cNvSpPr>
          <p:nvPr>
            <p:ph type="title"/>
          </p:nvPr>
        </p:nvSpPr>
        <p:spPr>
          <a:xfrm>
            <a:off x="0" y="152400"/>
            <a:ext cx="91440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Multidimensional Data Analysis in Cube Space</a:t>
            </a:r>
            <a:endParaRPr lang="en-US" altLang="zh-CN">
              <a:ea typeface="宋体" pitchFamily="2" charset="-122"/>
            </a:endParaRPr>
          </a:p>
        </p:txBody>
      </p:sp>
      <p:sp>
        <p:nvSpPr>
          <p:cNvPr id="79877" name="Rectangle 3" title=""/>
          <p:cNvSpPr>
            <a:spLocks noGrp="1"/>
          </p:cNvSpPr>
          <p:nvPr>
            <p:ph type="body" idx="1"/>
          </p:nvPr>
        </p:nvSpPr>
        <p:spPr>
          <a:xfrm>
            <a:off x="457200" y="1676400"/>
            <a:ext cx="8191500" cy="46482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Prediction Cubes: Data Mining in Multi-Dimensional Cube Space</a:t>
            </a:r>
            <a:endParaRPr lang="en-US" altLang="zh-CN">
              <a:ea typeface="宋体" pitchFamily="2" charset="-122"/>
            </a:endParaRPr>
          </a:p>
          <a:p>
            <a:pPr lvl="0" eaLnBrk="1" hangingPunct="1">
              <a:lnSpc>
                <a:spcPct val="170000"/>
              </a:lnSpc>
            </a:pPr>
            <a:r>
              <a:rPr lang="en-US" altLang="zh-CN">
                <a:ea typeface="宋体" pitchFamily="2" charset="-122"/>
              </a:rPr>
              <a:t>Multi-Feature Cubes: Complex Aggregation at Multiple Granularities</a:t>
            </a:r>
            <a:endParaRPr lang="en-US" altLang="zh-CN">
              <a:ea typeface="宋体" pitchFamily="2" charset="-122"/>
            </a:endParaRPr>
          </a:p>
          <a:p>
            <a:pPr lvl="0" eaLnBrk="1" hangingPunct="1">
              <a:lnSpc>
                <a:spcPct val="170000"/>
              </a:lnSpc>
            </a:pPr>
            <a:r>
              <a:rPr lang="en-US" altLang="zh-CN">
                <a:ea typeface="宋体" pitchFamily="2" charset="-122"/>
              </a:rPr>
              <a:t>Discovery-Driven Exploration of Data Cubes</a:t>
            </a:r>
            <a:endParaRPr lang="en-US" altLang="zh-CN">
              <a:ea typeface="宋体" pitchFamily="2" charset="-122"/>
            </a:endParaRPr>
          </a:p>
          <a:p>
            <a:pPr lvl="0" eaLnBrk="1" hangingPunct="1">
              <a:lnSpc>
                <a:spcPct val="170000"/>
              </a:lnSpc>
            </a:pPr>
            <a:endParaRPr lang="en-US" altLang="zh-CN">
              <a:ea typeface="宋体" pitchFamily="2" charset="-122"/>
            </a:endParaRPr>
          </a:p>
        </p:txBody>
      </p:sp>
      <p:sp>
        <p:nvSpPr>
          <p:cNvPr id="79878" name="AutoShape 4" title=""/>
          <p:cNvSpPr/>
          <p:nvPr/>
        </p:nvSpPr>
        <p:spPr>
          <a:xfrm rot="20640000">
            <a:off x="7288213" y="1801813"/>
            <a:ext cx="381000" cy="411162"/>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089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A60942E-85A1-4A15-8D37-CA01FAE25ABB}" type="slidenum">
              <a:rPr lang="zh-CN" altLang="en-US" sz="1200">
                <a:ea typeface="宋体" pitchFamily="2" charset="-122"/>
              </a:rPr>
              <a:t>77</a:t>
            </a:fld>
            <a:endParaRPr lang="en-US" altLang="zh-CN" sz="1200">
              <a:ea typeface="宋体" pitchFamily="2" charset="-122"/>
            </a:endParaRPr>
          </a:p>
        </p:txBody>
      </p:sp>
      <p:sp>
        <p:nvSpPr>
          <p:cNvPr id="80899"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t>Data Mining in Cube Space</a:t>
            </a:r>
          </a:p>
        </p:txBody>
      </p:sp>
      <p:sp>
        <p:nvSpPr>
          <p:cNvPr id="80900" name="Rectangle 3" title=""/>
          <p:cNvSpPr>
            <a:spLocks noGrp="1"/>
          </p:cNvSpPr>
          <p:nvPr>
            <p:ph type="body" idx="1"/>
          </p:nvPr>
        </p:nvSpPr>
        <p:spPr>
          <a:xfrm>
            <a:off x="381000" y="1295400"/>
            <a:ext cx="8610600" cy="53340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342900" lvl="0" indent="-342900"/>
            <a:r>
              <a:rPr sz="2400"/>
              <a:t>Data cube greatly increases the analysis bandwidth </a:t>
            </a:r>
            <a:endParaRPr sz="2400"/>
          </a:p>
          <a:p>
            <a:pPr marL="342900" lvl="0" indent="-342900"/>
            <a:r>
              <a:rPr sz="2400"/>
              <a:t>Four ways to interact OLAP-styled analysis and data mining</a:t>
            </a:r>
            <a:endParaRPr sz="2400"/>
          </a:p>
          <a:p>
            <a:pPr marL="762000" lvl="1" indent="-304800"/>
            <a:r>
              <a:rPr sz="2400"/>
              <a:t>Using cube space to define data space for mining </a:t>
            </a:r>
            <a:endParaRPr sz="2400"/>
          </a:p>
          <a:p>
            <a:pPr marL="762000" lvl="1" indent="-304800"/>
            <a:r>
              <a:rPr sz="2400"/>
              <a:t>Using OLAP queries to generate features and targets for mining, e.g., multi-feature cube</a:t>
            </a:r>
            <a:endParaRPr sz="2400"/>
          </a:p>
          <a:p>
            <a:pPr marL="762000" lvl="1" indent="-304800"/>
            <a:r>
              <a:rPr sz="2400"/>
              <a:t>Using data-mining models as building blocks in a multi-step mining process, e.g., prediction cube</a:t>
            </a:r>
            <a:endParaRPr sz="2400"/>
          </a:p>
          <a:p>
            <a:pPr marL="762000" lvl="1" indent="-304800"/>
            <a:r>
              <a:rPr sz="2400"/>
              <a:t>Using data-cube computation techniques to speed up repeated model construction</a:t>
            </a:r>
            <a:endParaRPr sz="2400"/>
          </a:p>
          <a:p>
            <a:pPr marL="1181100" lvl="2" indent="-266700"/>
            <a:r>
              <a:t>Cube-space data mining may require building a model for each candidate data space</a:t>
            </a:r>
          </a:p>
          <a:p>
            <a:pPr marL="1181100" lvl="2" indent="-266700"/>
            <a:r>
              <a:t>Sharing computation across model-construction for different candidates may lead to efficient mining</a:t>
            </a: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192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8C208FC-B4EA-4A85-B1C6-5458A9D6DCD7}" type="slidenum">
              <a:rPr lang="zh-CN" altLang="en-US" sz="1200">
                <a:ea typeface="宋体" pitchFamily="2" charset="-122"/>
              </a:rPr>
              <a:t>78</a:t>
            </a:fld>
            <a:endParaRPr lang="en-US" altLang="zh-CN" sz="1200">
              <a:ea typeface="宋体" pitchFamily="2" charset="-122"/>
            </a:endParaRPr>
          </a:p>
        </p:txBody>
      </p:sp>
      <p:sp>
        <p:nvSpPr>
          <p:cNvPr id="81923"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t>Prediction Cubes</a:t>
            </a:r>
          </a:p>
        </p:txBody>
      </p:sp>
      <p:sp>
        <p:nvSpPr>
          <p:cNvPr id="81924" name="Rectangle 3" title=""/>
          <p:cNvSpPr>
            <a:spLocks noGrp="1"/>
          </p:cNvSpPr>
          <p:nvPr>
            <p:ph type="body" idx="1"/>
          </p:nvPr>
        </p:nvSpPr>
        <p:spPr>
          <a:xfrm>
            <a:off x="381000" y="1371600"/>
            <a:ext cx="83820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90000"/>
              </a:lnSpc>
            </a:pPr>
            <a:r>
              <a:rPr sz="2400" b="1"/>
              <a:t>Prediction cube</a:t>
            </a:r>
            <a:r>
              <a:rPr sz="2400"/>
              <a:t>: A cube structure that stores prediction models in multidimensional data space and supports prediction in OLAP manner</a:t>
            </a:r>
            <a:endParaRPr sz="2400"/>
          </a:p>
          <a:p>
            <a:pPr lvl="0">
              <a:lnSpc>
                <a:spcPct val="90000"/>
              </a:lnSpc>
            </a:pPr>
            <a:r>
              <a:rPr sz="2400"/>
              <a:t>Prediction models are used as building blocks to define the interestingness of subsets of data, i.e., to answer which subsets of data indicate better prediction</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7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294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F8C36F9-E5BA-4199-A321-0C29B67A2DD8}" type="slidenum">
              <a:rPr lang="zh-CN" altLang="en-US" sz="1200">
                <a:ea typeface="宋体" pitchFamily="2" charset="-122"/>
              </a:rPr>
              <a:t>79</a:t>
            </a:fld>
            <a:endParaRPr lang="en-US" altLang="zh-CN" sz="1200">
              <a:ea typeface="宋体" pitchFamily="2" charset="-122"/>
            </a:endParaRPr>
          </a:p>
        </p:txBody>
      </p:sp>
      <p:sp>
        <p:nvSpPr>
          <p:cNvPr id="82947" name="Rectangle 2" title=""/>
          <p:cNvSpPr>
            <a:spLocks noGrp="1"/>
          </p:cNvSpPr>
          <p:nvPr>
            <p:ph type="title"/>
          </p:nvPr>
        </p:nvSpPr>
        <p:spPr>
          <a:xfrm>
            <a:off x="304800" y="0"/>
            <a:ext cx="8534400" cy="11430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3200"/>
              <a:t>How to Determine the Prediction Power of an Attribute?</a:t>
            </a:r>
            <a:endParaRPr sz="3200"/>
          </a:p>
        </p:txBody>
      </p:sp>
      <p:sp>
        <p:nvSpPr>
          <p:cNvPr id="82948" name="Rectangle 3" title=""/>
          <p:cNvSpPr>
            <a:spLocks noGrp="1"/>
          </p:cNvSpPr>
          <p:nvPr>
            <p:ph type="body" idx="1"/>
          </p:nvPr>
        </p:nvSpPr>
        <p:spPr>
          <a:xfrm>
            <a:off x="381000" y="1371600"/>
            <a:ext cx="83820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90000"/>
              </a:lnSpc>
            </a:pPr>
            <a:r>
              <a:rPr sz="2400"/>
              <a:t>Ex. A customer table </a:t>
            </a:r>
            <a:r>
              <a:rPr sz="2400" b="1"/>
              <a:t>D:</a:t>
            </a:r>
            <a:endParaRPr sz="2400" b="1"/>
          </a:p>
          <a:p>
            <a:pPr lvl="1">
              <a:lnSpc>
                <a:spcPct val="90000"/>
              </a:lnSpc>
            </a:pPr>
            <a:r>
              <a:rPr sz="2400"/>
              <a:t>Two dimensions </a:t>
            </a:r>
            <a:r>
              <a:rPr sz="2400" b="1"/>
              <a:t>Z</a:t>
            </a:r>
            <a:r>
              <a:rPr sz="2400"/>
              <a:t>: </a:t>
            </a:r>
            <a:r>
              <a:rPr sz="2400" i="1"/>
              <a:t>Time </a:t>
            </a:r>
            <a:r>
              <a:rPr sz="2400"/>
              <a:t>(</a:t>
            </a:r>
            <a:r>
              <a:rPr sz="2400" i="1"/>
              <a:t>Month</a:t>
            </a:r>
            <a:r>
              <a:rPr sz="2400"/>
              <a:t>, </a:t>
            </a:r>
            <a:r>
              <a:rPr sz="2400" i="1"/>
              <a:t>Year </a:t>
            </a:r>
            <a:r>
              <a:rPr sz="2400"/>
              <a:t>) and </a:t>
            </a:r>
            <a:r>
              <a:rPr sz="2400" i="1"/>
              <a:t>Location </a:t>
            </a:r>
            <a:r>
              <a:rPr sz="2400"/>
              <a:t>(</a:t>
            </a:r>
            <a:r>
              <a:rPr sz="2400" i="1"/>
              <a:t>State, Country</a:t>
            </a:r>
            <a:r>
              <a:rPr sz="2400"/>
              <a:t>)</a:t>
            </a:r>
            <a:endParaRPr sz="2400"/>
          </a:p>
          <a:p>
            <a:pPr lvl="1">
              <a:lnSpc>
                <a:spcPct val="90000"/>
              </a:lnSpc>
            </a:pPr>
            <a:r>
              <a:rPr sz="2400"/>
              <a:t>Two features </a:t>
            </a:r>
            <a:r>
              <a:rPr sz="2400" b="1"/>
              <a:t>X</a:t>
            </a:r>
            <a:r>
              <a:rPr sz="2400"/>
              <a:t>: </a:t>
            </a:r>
            <a:r>
              <a:rPr sz="2400" i="1"/>
              <a:t>Gender </a:t>
            </a:r>
            <a:r>
              <a:rPr sz="2400"/>
              <a:t>and </a:t>
            </a:r>
            <a:r>
              <a:rPr sz="2400" i="1"/>
              <a:t>Salary</a:t>
            </a:r>
            <a:endParaRPr sz="2400" i="1"/>
          </a:p>
          <a:p>
            <a:pPr lvl="1">
              <a:lnSpc>
                <a:spcPct val="90000"/>
              </a:lnSpc>
            </a:pPr>
            <a:r>
              <a:rPr sz="2400"/>
              <a:t>One class-label attribute Y: </a:t>
            </a:r>
            <a:r>
              <a:rPr sz="2400" i="1"/>
              <a:t>Valued Customer</a:t>
            </a:r>
            <a:endParaRPr sz="2400"/>
          </a:p>
          <a:p>
            <a:pPr lvl="0">
              <a:lnSpc>
                <a:spcPct val="90000"/>
              </a:lnSpc>
            </a:pPr>
            <a:r>
              <a:rPr sz="2400"/>
              <a:t>Q: “Are there times and locations in which the value of a customer depended greatly on the customers gender (i.e., Gender: predictiveness attribute </a:t>
            </a:r>
            <a:r>
              <a:rPr sz="2400" b="1"/>
              <a:t>V</a:t>
            </a:r>
            <a:r>
              <a:rPr sz="2400"/>
              <a:t>)?”</a:t>
            </a:r>
            <a:endParaRPr sz="2400"/>
          </a:p>
          <a:p>
            <a:pPr lvl="0">
              <a:lnSpc>
                <a:spcPct val="90000"/>
              </a:lnSpc>
            </a:pPr>
            <a:r>
              <a:rPr sz="2400"/>
              <a:t>Idea:</a:t>
            </a:r>
            <a:endParaRPr sz="2400"/>
          </a:p>
          <a:p>
            <a:pPr lvl="1">
              <a:lnSpc>
                <a:spcPct val="90000"/>
              </a:lnSpc>
            </a:pPr>
            <a:r>
              <a:rPr sz="2400"/>
              <a:t>Compute the difference between the model built on that using </a:t>
            </a:r>
            <a:r>
              <a:rPr sz="2400" b="1"/>
              <a:t>X</a:t>
            </a:r>
            <a:r>
              <a:rPr sz="2400"/>
              <a:t> to predict Y and that built on using </a:t>
            </a:r>
            <a:r>
              <a:rPr sz="2400" b="1"/>
              <a:t>X – V</a:t>
            </a:r>
            <a:r>
              <a:rPr sz="2400"/>
              <a:t> to predict Y</a:t>
            </a:r>
            <a:endParaRPr sz="2400"/>
          </a:p>
          <a:p>
            <a:pPr lvl="1">
              <a:lnSpc>
                <a:spcPct val="90000"/>
              </a:lnSpc>
            </a:pPr>
            <a:r>
              <a:rPr sz="2400"/>
              <a:t>If the difference is large, </a:t>
            </a:r>
            <a:r>
              <a:rPr sz="2400" b="1"/>
              <a:t>V </a:t>
            </a:r>
            <a:r>
              <a:rPr sz="2400"/>
              <a:t>must play an important role at predicting Y</a:t>
            </a:r>
            <a:endParaRPr sz="24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397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133A42D-DD77-449F-9743-EE067039DF8E}" type="slidenum">
              <a:rPr lang="zh-CN" altLang="en-US" sz="1200">
                <a:ea typeface="宋体" pitchFamily="2" charset="-122"/>
              </a:rPr>
              <a:t>80</a:t>
            </a:fld>
            <a:endParaRPr lang="en-US" altLang="zh-CN" sz="1200">
              <a:ea typeface="宋体" pitchFamily="2" charset="-122"/>
            </a:endParaRPr>
          </a:p>
        </p:txBody>
      </p:sp>
      <p:sp>
        <p:nvSpPr>
          <p:cNvPr id="83971" name="Rectangle 2" title=""/>
          <p:cNvSpPr>
            <a:spLocks noGrp="1"/>
          </p:cNvSpPr>
          <p:nvPr>
            <p:ph type="title"/>
          </p:nvPr>
        </p:nvSpPr>
        <p:spPr>
          <a:xfrm>
            <a:off x="0" y="2286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3200"/>
              <a:t>Efficient Computation of Prediction Cubes</a:t>
            </a:r>
            <a:endParaRPr sz="3200"/>
          </a:p>
        </p:txBody>
      </p:sp>
      <p:sp>
        <p:nvSpPr>
          <p:cNvPr id="83972" name="Rectangle 3" title=""/>
          <p:cNvSpPr>
            <a:spLocks noGrp="1"/>
          </p:cNvSpPr>
          <p:nvPr>
            <p:ph type="body" idx="1"/>
          </p:nvPr>
        </p:nvSpPr>
        <p:spPr>
          <a:xfrm>
            <a:off x="381000" y="1447800"/>
            <a:ext cx="8382000"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r>
              <a:t>Naïve method: Fully materialize the prediction cube, i.e., exhaustively build models and evaluate them for each cell and for each granularity</a:t>
            </a:r>
          </a:p>
          <a:p>
            <a:pPr lvl="0"/>
            <a:r>
              <a:t>Better approach: Explore score function decomposition that reduces prediction cube computation to data cube computation</a:t>
            </a:r>
          </a:p>
          <a:p/>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499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51F3EF6-3CD6-4228-940C-04059448BDF6}" type="slidenum">
              <a:rPr lang="zh-CN" altLang="en-US" sz="1200">
                <a:ea typeface="宋体" pitchFamily="2" charset="-122"/>
              </a:rPr>
              <a:t>81</a:t>
            </a:fld>
            <a:endParaRPr lang="en-US" altLang="zh-CN" sz="1200">
              <a:ea typeface="宋体" pitchFamily="2" charset="-122"/>
            </a:endParaRPr>
          </a:p>
        </p:txBody>
      </p:sp>
      <p:sp>
        <p:nvSpPr>
          <p:cNvPr id="8499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FD4737E-2B22-4B22-BA4D-9B5487351903}" type="slidenum">
              <a:rPr lang="zh-CN" altLang="en-US" sz="1200">
                <a:ea typeface="宋体" pitchFamily="2" charset="-122"/>
              </a:rPr>
              <a:t>81</a:t>
            </a:fld>
            <a:endParaRPr lang="en-US" altLang="zh-CN" sz="1200">
              <a:ea typeface="宋体" pitchFamily="2" charset="-122"/>
            </a:endParaRPr>
          </a:p>
        </p:txBody>
      </p:sp>
      <p:sp>
        <p:nvSpPr>
          <p:cNvPr id="84996" name="Rectangle 2" title=""/>
          <p:cNvSpPr>
            <a:spLocks noGrp="1"/>
          </p:cNvSpPr>
          <p:nvPr>
            <p:ph type="title"/>
          </p:nvPr>
        </p:nvSpPr>
        <p:spPr>
          <a:xfrm>
            <a:off x="0" y="152400"/>
            <a:ext cx="91440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Multidimensional Data Analysis in Cube Space</a:t>
            </a:r>
            <a:endParaRPr lang="en-US" altLang="zh-CN">
              <a:ea typeface="宋体" pitchFamily="2" charset="-122"/>
            </a:endParaRPr>
          </a:p>
        </p:txBody>
      </p:sp>
      <p:sp>
        <p:nvSpPr>
          <p:cNvPr id="84997" name="Rectangle 3" title=""/>
          <p:cNvSpPr>
            <a:spLocks noGrp="1"/>
          </p:cNvSpPr>
          <p:nvPr>
            <p:ph type="body" idx="1"/>
          </p:nvPr>
        </p:nvSpPr>
        <p:spPr>
          <a:xfrm>
            <a:off x="457200" y="1676400"/>
            <a:ext cx="8191500" cy="46482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Prediction Cubes: Data Mining in Multi-Dimensional Cube Space</a:t>
            </a:r>
            <a:endParaRPr lang="en-US" altLang="zh-CN">
              <a:ea typeface="宋体" pitchFamily="2" charset="-122"/>
            </a:endParaRPr>
          </a:p>
          <a:p>
            <a:pPr lvl="0" eaLnBrk="1" hangingPunct="1">
              <a:lnSpc>
                <a:spcPct val="170000"/>
              </a:lnSpc>
            </a:pPr>
            <a:r>
              <a:rPr lang="en-US" altLang="zh-CN">
                <a:ea typeface="宋体" pitchFamily="2" charset="-122"/>
              </a:rPr>
              <a:t>Multi-Feature Cubes: Complex Aggregation at Multiple Granularities</a:t>
            </a:r>
            <a:endParaRPr lang="en-US" altLang="zh-CN">
              <a:ea typeface="宋体" pitchFamily="2" charset="-122"/>
            </a:endParaRPr>
          </a:p>
          <a:p>
            <a:pPr lvl="0" eaLnBrk="1" hangingPunct="1">
              <a:lnSpc>
                <a:spcPct val="170000"/>
              </a:lnSpc>
            </a:pPr>
            <a:r>
              <a:rPr lang="en-US" altLang="zh-CN">
                <a:ea typeface="宋体" pitchFamily="2" charset="-122"/>
              </a:rPr>
              <a:t>Discovery-Driven Exploration of Data Cubes</a:t>
            </a:r>
            <a:endParaRPr lang="en-US" altLang="zh-CN">
              <a:ea typeface="宋体" pitchFamily="2" charset="-122"/>
            </a:endParaRPr>
          </a:p>
          <a:p>
            <a:pPr lvl="0" eaLnBrk="1" hangingPunct="1">
              <a:lnSpc>
                <a:spcPct val="170000"/>
              </a:lnSpc>
            </a:pPr>
            <a:endParaRPr lang="en-US" altLang="zh-CN">
              <a:ea typeface="宋体" pitchFamily="2" charset="-122"/>
            </a:endParaRPr>
          </a:p>
        </p:txBody>
      </p:sp>
      <p:sp>
        <p:nvSpPr>
          <p:cNvPr id="84998" name="AutoShape 4" title=""/>
          <p:cNvSpPr/>
          <p:nvPr/>
        </p:nvSpPr>
        <p:spPr>
          <a:xfrm rot="20640000">
            <a:off x="8240713" y="3321050"/>
            <a:ext cx="381000" cy="411163"/>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601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A5A1C19-A967-48DF-90A3-E587436DF53F}" type="slidenum">
              <a:rPr lang="zh-CN" altLang="en-US" sz="1200">
                <a:ea typeface="宋体" pitchFamily="2" charset="-122"/>
              </a:rPr>
              <a:t>82</a:t>
            </a:fld>
            <a:endParaRPr lang="en-US" altLang="zh-CN" sz="1200">
              <a:ea typeface="宋体" pitchFamily="2" charset="-122"/>
            </a:endParaRPr>
          </a:p>
        </p:txBody>
      </p:sp>
      <p:sp>
        <p:nvSpPr>
          <p:cNvPr id="8601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8E19311-276A-431B-9B3F-5446026A0D44}" type="slidenum">
              <a:rPr lang="zh-CN" altLang="en-US" sz="1200">
                <a:ea typeface="宋体" pitchFamily="2" charset="-122"/>
              </a:rPr>
              <a:t>82</a:t>
            </a:fld>
            <a:endParaRPr lang="en-US" altLang="zh-CN" sz="1200">
              <a:ea typeface="宋体" pitchFamily="2" charset="-122"/>
            </a:endParaRPr>
          </a:p>
        </p:txBody>
      </p:sp>
      <p:sp>
        <p:nvSpPr>
          <p:cNvPr id="86020" name="Rectangle 2" title=""/>
          <p:cNvSpPr>
            <a:spLocks noGrp="1"/>
          </p:cNvSpPr>
          <p:nvPr>
            <p:ph type="title"/>
          </p:nvPr>
        </p:nvSpPr>
        <p:spPr>
          <a:xfrm>
            <a:off x="0" y="457200"/>
            <a:ext cx="8991600" cy="609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Complex Aggregation at Multiple Granularities: Multi-Feature Cubes</a:t>
            </a:r>
            <a:endParaRPr lang="en-US" altLang="zh-CN" sz="3200">
              <a:ea typeface="宋体" pitchFamily="2" charset="-122"/>
            </a:endParaRPr>
          </a:p>
        </p:txBody>
      </p:sp>
      <p:sp>
        <p:nvSpPr>
          <p:cNvPr id="86021" name="Rectangle 3" title=""/>
          <p:cNvSpPr>
            <a:spLocks noGrp="1"/>
          </p:cNvSpPr>
          <p:nvPr>
            <p:ph type="body" idx="1"/>
          </p:nvPr>
        </p:nvSpPr>
        <p:spPr>
          <a:xfrm>
            <a:off x="381000" y="1447800"/>
            <a:ext cx="8302625"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marL="457200" lvl="0" indent="-342900" eaLnBrk="1" hangingPunct="1">
              <a:spcBef>
                <a:spcPts val="600"/>
              </a:spcBef>
            </a:pPr>
            <a:r>
              <a:rPr lang="en-US" altLang="zh-CN" sz="2000">
                <a:ea typeface="宋体" pitchFamily="2" charset="-122"/>
              </a:rPr>
              <a:t>Multi-feature cubes (Ross, et al. 1998): Compute complex queries involving multiple dependent aggregates at multiple granularities</a:t>
            </a:r>
            <a:endParaRPr lang="en-US" altLang="zh-CN" sz="2000">
              <a:ea typeface="宋体" pitchFamily="2" charset="-122"/>
            </a:endParaRPr>
          </a:p>
          <a:p>
            <a:pPr marL="457200" lvl="0" indent="-342900" eaLnBrk="1" hangingPunct="1">
              <a:spcBef>
                <a:spcPts val="600"/>
              </a:spcBef>
            </a:pPr>
            <a:r>
              <a:rPr lang="en-US" altLang="zh-CN" sz="2000">
                <a:ea typeface="宋体" pitchFamily="2" charset="-122"/>
              </a:rPr>
              <a:t>Ex. Grouping by all subsets of {item, region, month}, find the maximum price in 2010 for each group, and the total sales among all maximum price tuples</a:t>
            </a:r>
            <a:endParaRPr lang="en-US" altLang="zh-CN" sz="2000">
              <a:ea typeface="宋体" pitchFamily="2" charset="-122"/>
            </a:endParaRPr>
          </a:p>
          <a:p>
            <a:pPr marL="1371600" lvl="4" indent="-228600" eaLnBrk="1" hangingPunct="1">
              <a:spcBef>
                <a:spcPts val="600"/>
              </a:spcBef>
              <a:buNone/>
            </a:pPr>
            <a:r>
              <a:rPr lang="en-US" altLang="zh-CN">
                <a:solidFill>
                  <a:schemeClr val="hlink"/>
                </a:solidFill>
                <a:ea typeface="宋体" pitchFamily="2" charset="-122"/>
              </a:rPr>
              <a:t>select</a:t>
            </a:r>
            <a:r>
              <a:rPr lang="en-US" altLang="zh-CN">
                <a:ea typeface="宋体" pitchFamily="2" charset="-122"/>
              </a:rPr>
              <a:t> item, region, month, max(price), sum(R.sales)</a:t>
            </a:r>
            <a:endParaRPr lang="en-US" altLang="zh-CN">
              <a:ea typeface="宋体" pitchFamily="2" charset="-122"/>
            </a:endParaRPr>
          </a:p>
          <a:p>
            <a:pPr marL="1371600" lvl="4" indent="-228600" eaLnBrk="1" hangingPunct="1">
              <a:spcBef>
                <a:spcPts val="600"/>
              </a:spcBef>
              <a:buNone/>
            </a:pPr>
            <a:r>
              <a:rPr lang="en-US" altLang="zh-CN">
                <a:solidFill>
                  <a:schemeClr val="hlink"/>
                </a:solidFill>
                <a:ea typeface="宋体" pitchFamily="2" charset="-122"/>
              </a:rPr>
              <a:t>from </a:t>
            </a:r>
            <a:r>
              <a:rPr lang="en-US" altLang="zh-CN">
                <a:ea typeface="宋体" pitchFamily="2" charset="-122"/>
              </a:rPr>
              <a:t>purchases</a:t>
            </a:r>
            <a:endParaRPr lang="en-US" altLang="zh-CN">
              <a:ea typeface="宋体" pitchFamily="2" charset="-122"/>
            </a:endParaRPr>
          </a:p>
          <a:p>
            <a:pPr marL="1371600" lvl="4" indent="-228600" eaLnBrk="1" hangingPunct="1">
              <a:spcBef>
                <a:spcPts val="600"/>
              </a:spcBef>
              <a:buNone/>
            </a:pPr>
            <a:r>
              <a:rPr lang="en-US" altLang="zh-CN">
                <a:solidFill>
                  <a:schemeClr val="hlink"/>
                </a:solidFill>
                <a:ea typeface="宋体" pitchFamily="2" charset="-122"/>
              </a:rPr>
              <a:t>where</a:t>
            </a:r>
            <a:r>
              <a:rPr lang="en-US" altLang="zh-CN">
                <a:ea typeface="宋体" pitchFamily="2" charset="-122"/>
              </a:rPr>
              <a:t> year = 2010</a:t>
            </a:r>
            <a:endParaRPr lang="en-US" altLang="zh-CN">
              <a:ea typeface="宋体" pitchFamily="2" charset="-122"/>
            </a:endParaRPr>
          </a:p>
          <a:p>
            <a:pPr marL="1371600" lvl="4" indent="-228600" eaLnBrk="1" hangingPunct="1">
              <a:spcBef>
                <a:spcPts val="600"/>
              </a:spcBef>
              <a:buNone/>
            </a:pPr>
            <a:r>
              <a:rPr lang="en-US" altLang="zh-CN">
                <a:solidFill>
                  <a:schemeClr val="hlink"/>
                </a:solidFill>
                <a:ea typeface="宋体" pitchFamily="2" charset="-122"/>
              </a:rPr>
              <a:t>cube by</a:t>
            </a:r>
            <a:r>
              <a:rPr lang="en-US" altLang="zh-CN">
                <a:ea typeface="宋体" pitchFamily="2" charset="-122"/>
              </a:rPr>
              <a:t> item, region, month: R</a:t>
            </a:r>
            <a:endParaRPr lang="en-US" altLang="zh-CN">
              <a:ea typeface="宋体" pitchFamily="2" charset="-122"/>
            </a:endParaRPr>
          </a:p>
          <a:p>
            <a:pPr marL="1371600" lvl="4" indent="-228600" eaLnBrk="1" hangingPunct="1">
              <a:spcBef>
                <a:spcPts val="600"/>
              </a:spcBef>
              <a:buNone/>
            </a:pPr>
            <a:r>
              <a:rPr lang="en-US" altLang="zh-CN">
                <a:solidFill>
                  <a:schemeClr val="hlink"/>
                </a:solidFill>
                <a:ea typeface="宋体" pitchFamily="2" charset="-122"/>
              </a:rPr>
              <a:t>such that</a:t>
            </a:r>
            <a:r>
              <a:rPr lang="en-US" altLang="zh-CN">
                <a:ea typeface="宋体" pitchFamily="2" charset="-122"/>
              </a:rPr>
              <a:t> R.price = max(price)</a:t>
            </a:r>
            <a:endParaRPr lang="en-US" altLang="zh-CN">
              <a:ea typeface="宋体" pitchFamily="2" charset="-122"/>
            </a:endParaRPr>
          </a:p>
          <a:p>
            <a:pPr marL="457200" lvl="0" indent="-342900" eaLnBrk="1" hangingPunct="1">
              <a:spcBef>
                <a:spcPts val="600"/>
              </a:spcBef>
            </a:pPr>
            <a:r>
              <a:rPr lang="en-US" altLang="zh-CN" sz="2000">
                <a:ea typeface="宋体" pitchFamily="2" charset="-122"/>
              </a:rPr>
              <a:t>Continuing the last example, among the max price tuples, find the  min and max shelf live, and find the fraction of the total sales due to tuple that have min shelf life within the set of all max price tuples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704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C5B8350-D7BC-489F-9E13-876B826F9DAE}" type="slidenum">
              <a:rPr lang="zh-CN" altLang="en-US" sz="1200">
                <a:ea typeface="宋体" pitchFamily="2" charset="-122"/>
              </a:rPr>
              <a:t>83</a:t>
            </a:fld>
            <a:endParaRPr lang="en-US" altLang="zh-CN" sz="1200">
              <a:ea typeface="宋体" pitchFamily="2" charset="-122"/>
            </a:endParaRPr>
          </a:p>
        </p:txBody>
      </p:sp>
      <p:sp>
        <p:nvSpPr>
          <p:cNvPr id="8704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3D05369-605F-4D16-B7B8-FD8B56621B17}" type="slidenum">
              <a:rPr lang="zh-CN" altLang="en-US" sz="1200">
                <a:ea typeface="宋体" pitchFamily="2" charset="-122"/>
              </a:rPr>
              <a:t>83</a:t>
            </a:fld>
            <a:endParaRPr lang="en-US" altLang="zh-CN" sz="1200">
              <a:ea typeface="宋体" pitchFamily="2" charset="-122"/>
            </a:endParaRPr>
          </a:p>
        </p:txBody>
      </p:sp>
      <p:sp>
        <p:nvSpPr>
          <p:cNvPr id="87044" name="Rectangle 2" title=""/>
          <p:cNvSpPr>
            <a:spLocks noGrp="1"/>
          </p:cNvSpPr>
          <p:nvPr>
            <p:ph type="title"/>
          </p:nvPr>
        </p:nvSpPr>
        <p:spPr>
          <a:xfrm>
            <a:off x="0" y="152400"/>
            <a:ext cx="91440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Multidimensional Data Analysis in Cube Space</a:t>
            </a:r>
            <a:endParaRPr lang="en-US" altLang="zh-CN">
              <a:ea typeface="宋体" pitchFamily="2" charset="-122"/>
            </a:endParaRPr>
          </a:p>
        </p:txBody>
      </p:sp>
      <p:sp>
        <p:nvSpPr>
          <p:cNvPr id="87045" name="Rectangle 3" title=""/>
          <p:cNvSpPr>
            <a:spLocks noGrp="1"/>
          </p:cNvSpPr>
          <p:nvPr>
            <p:ph type="body" idx="1"/>
          </p:nvPr>
        </p:nvSpPr>
        <p:spPr>
          <a:xfrm>
            <a:off x="457200" y="1676400"/>
            <a:ext cx="8191500" cy="46482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Prediction Cubes: Data Mining in Multi-Dimensional Cube Space</a:t>
            </a:r>
            <a:endParaRPr lang="en-US" altLang="zh-CN">
              <a:ea typeface="宋体" pitchFamily="2" charset="-122"/>
            </a:endParaRPr>
          </a:p>
          <a:p>
            <a:pPr lvl="0" eaLnBrk="1" hangingPunct="1">
              <a:lnSpc>
                <a:spcPct val="170000"/>
              </a:lnSpc>
            </a:pPr>
            <a:r>
              <a:rPr lang="en-US" altLang="zh-CN">
                <a:ea typeface="宋体" pitchFamily="2" charset="-122"/>
              </a:rPr>
              <a:t>Multi-Feature Cubes: Complex Aggregation at Multiple Granularities</a:t>
            </a:r>
            <a:endParaRPr lang="en-US" altLang="zh-CN">
              <a:ea typeface="宋体" pitchFamily="2" charset="-122"/>
            </a:endParaRPr>
          </a:p>
          <a:p>
            <a:pPr lvl="0" eaLnBrk="1" hangingPunct="1">
              <a:lnSpc>
                <a:spcPct val="170000"/>
              </a:lnSpc>
            </a:pPr>
            <a:r>
              <a:rPr lang="en-US" altLang="zh-CN">
                <a:ea typeface="宋体" pitchFamily="2" charset="-122"/>
              </a:rPr>
              <a:t>Discovery-Driven Exploration of Data Cubes</a:t>
            </a:r>
            <a:endParaRPr lang="en-US" altLang="zh-CN">
              <a:ea typeface="宋体" pitchFamily="2" charset="-122"/>
            </a:endParaRPr>
          </a:p>
        </p:txBody>
      </p:sp>
      <p:sp>
        <p:nvSpPr>
          <p:cNvPr id="87046" name="AutoShape 4" title=""/>
          <p:cNvSpPr/>
          <p:nvPr/>
        </p:nvSpPr>
        <p:spPr>
          <a:xfrm rot="20640000">
            <a:off x="7897813" y="4768850"/>
            <a:ext cx="381000" cy="411163"/>
          </a:xfrm>
          <a:prstGeom prst="leftArrow">
            <a:avLst>
              <a:gd name="adj1" fmla="val 50000"/>
              <a:gd name="adj2" fmla="val 25000"/>
            </a:avLst>
          </a:prstGeom>
          <a:solidFill>
            <a:srgbClr val="CC6600"/>
          </a:solidFill>
          <a:ln>
            <a:solidFill>
              <a:schemeClr val="tx1"/>
            </a:solidFill>
            <a:miter lim="800000"/>
          </a:ln>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806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B1E5BDC-E311-4EB5-BD83-287DDB9F014A}" type="slidenum">
              <a:rPr lang="zh-CN" altLang="en-US" sz="1200">
                <a:ea typeface="宋体" pitchFamily="2" charset="-122"/>
              </a:rPr>
              <a:t>84</a:t>
            </a:fld>
            <a:endParaRPr lang="en-US" altLang="zh-CN" sz="1200">
              <a:ea typeface="宋体" pitchFamily="2" charset="-122"/>
            </a:endParaRPr>
          </a:p>
        </p:txBody>
      </p:sp>
      <p:sp>
        <p:nvSpPr>
          <p:cNvPr id="8806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E55193D-9CAB-43E2-9C1E-2510E9845921}" type="slidenum">
              <a:rPr lang="zh-CN" altLang="en-US" sz="1200">
                <a:ea typeface="宋体" pitchFamily="2" charset="-122"/>
              </a:rPr>
              <a:t>84</a:t>
            </a:fld>
            <a:endParaRPr lang="en-US" altLang="zh-CN" sz="1200">
              <a:ea typeface="宋体" pitchFamily="2" charset="-122"/>
            </a:endParaRPr>
          </a:p>
        </p:txBody>
      </p:sp>
      <p:sp>
        <p:nvSpPr>
          <p:cNvPr id="88068" name="Rectangle 3074" title=""/>
          <p:cNvSpPr>
            <a:spLocks noGrp="1"/>
          </p:cNvSpPr>
          <p:nvPr>
            <p:ph type="title"/>
          </p:nvPr>
        </p:nvSpPr>
        <p:spPr>
          <a:xfrm>
            <a:off x="0" y="228600"/>
            <a:ext cx="9144000" cy="762000"/>
          </a:xfrm>
          <a:noFill/>
          <a:ln>
            <a:miter lim="800000"/>
          </a:ln>
        </p:spPr>
        <p:txBody>
          <a:bodyPr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Discovery-Driven Exploration of Data Cubes</a:t>
            </a:r>
            <a:endParaRPr lang="en-US" altLang="zh-CN" sz="3200">
              <a:ea typeface="宋体" pitchFamily="2" charset="-122"/>
            </a:endParaRPr>
          </a:p>
        </p:txBody>
      </p:sp>
      <p:sp>
        <p:nvSpPr>
          <p:cNvPr id="88069" name="Rectangle 3075" title=""/>
          <p:cNvSpPr>
            <a:spLocks noGrp="1"/>
          </p:cNvSpPr>
          <p:nvPr>
            <p:ph type="body" idx="1"/>
          </p:nvPr>
        </p:nvSpPr>
        <p:spPr>
          <a:xfrm>
            <a:off x="381000" y="1447800"/>
            <a:ext cx="8382000" cy="49530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20000"/>
              </a:lnSpc>
            </a:pPr>
            <a:r>
              <a:rPr lang="en-US" altLang="zh-CN" sz="2400">
                <a:ea typeface="宋体" pitchFamily="2" charset="-122"/>
              </a:rPr>
              <a:t>Hypothesis-driven</a:t>
            </a:r>
            <a:endParaRPr lang="en-US" altLang="zh-CN" sz="2400">
              <a:ea typeface="宋体" pitchFamily="2" charset="-122"/>
            </a:endParaRPr>
          </a:p>
          <a:p>
            <a:pPr lvl="1" eaLnBrk="1" hangingPunct="1">
              <a:lnSpc>
                <a:spcPct val="120000"/>
              </a:lnSpc>
            </a:pPr>
            <a:r>
              <a:rPr lang="en-US" altLang="zh-CN" sz="2400">
                <a:ea typeface="宋体" pitchFamily="2" charset="-122"/>
              </a:rPr>
              <a:t>exploration by user, huge search space</a:t>
            </a:r>
            <a:endParaRPr lang="en-US" altLang="zh-CN" sz="2400">
              <a:ea typeface="宋体" pitchFamily="2" charset="-122"/>
            </a:endParaRPr>
          </a:p>
          <a:p>
            <a:pPr lvl="0" eaLnBrk="1" hangingPunct="1">
              <a:lnSpc>
                <a:spcPct val="120000"/>
              </a:lnSpc>
            </a:pPr>
            <a:r>
              <a:rPr lang="en-US" altLang="zh-CN" sz="2400">
                <a:ea typeface="宋体" pitchFamily="2" charset="-122"/>
              </a:rPr>
              <a:t>Discovery-driven (Sarawagi, et al.’98)</a:t>
            </a:r>
            <a:endParaRPr lang="en-US" altLang="zh-CN" sz="2400">
              <a:ea typeface="宋体" pitchFamily="2" charset="-122"/>
            </a:endParaRPr>
          </a:p>
          <a:p>
            <a:pPr lvl="1" eaLnBrk="1" hangingPunct="1">
              <a:lnSpc>
                <a:spcPct val="120000"/>
              </a:lnSpc>
            </a:pPr>
            <a:r>
              <a:rPr lang="en-US" altLang="zh-CN" sz="2400">
                <a:ea typeface="宋体" pitchFamily="2" charset="-122"/>
              </a:rPr>
              <a:t>Effective navigation of large OLAP data cubes</a:t>
            </a:r>
            <a:endParaRPr lang="en-US" altLang="zh-CN" sz="2400">
              <a:ea typeface="宋体" pitchFamily="2" charset="-122"/>
            </a:endParaRPr>
          </a:p>
          <a:p>
            <a:pPr lvl="1" eaLnBrk="1" hangingPunct="1">
              <a:lnSpc>
                <a:spcPct val="120000"/>
              </a:lnSpc>
            </a:pPr>
            <a:r>
              <a:rPr lang="en-US" altLang="zh-CN" sz="2400">
                <a:ea typeface="宋体" pitchFamily="2" charset="-122"/>
              </a:rPr>
              <a:t>pre-compute measures indicating exceptions, guide user in the data analysis, at all levels of aggregation</a:t>
            </a:r>
            <a:endParaRPr lang="en-US" altLang="zh-CN" sz="2400">
              <a:ea typeface="宋体" pitchFamily="2" charset="-122"/>
            </a:endParaRPr>
          </a:p>
          <a:p>
            <a:pPr lvl="1" eaLnBrk="1" hangingPunct="1">
              <a:lnSpc>
                <a:spcPct val="120000"/>
              </a:lnSpc>
            </a:pPr>
            <a:r>
              <a:rPr lang="en-US" altLang="zh-CN" sz="2400">
                <a:ea typeface="宋体" pitchFamily="2" charset="-122"/>
              </a:rPr>
              <a:t>Exception: significantly different from the value anticipated, based on a statistical model</a:t>
            </a:r>
            <a:endParaRPr lang="en-US" altLang="zh-CN" sz="2400">
              <a:ea typeface="宋体" pitchFamily="2" charset="-122"/>
            </a:endParaRPr>
          </a:p>
          <a:p>
            <a:pPr lvl="1" eaLnBrk="1" hangingPunct="1">
              <a:lnSpc>
                <a:spcPct val="120000"/>
              </a:lnSpc>
            </a:pPr>
            <a:r>
              <a:rPr lang="en-US" altLang="zh-CN" sz="2400">
                <a:ea typeface="宋体" pitchFamily="2" charset="-122"/>
              </a:rPr>
              <a:t>Visual cues such as background color are used to reflect the degree of exception of each cell</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8909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BE24195-59A6-40C5-8F4A-28C35EF3C998}" type="slidenum">
              <a:rPr lang="zh-CN" altLang="en-US" sz="1200">
                <a:ea typeface="宋体" pitchFamily="2" charset="-122"/>
              </a:rPr>
              <a:t>85</a:t>
            </a:fld>
            <a:endParaRPr lang="en-US" altLang="zh-CN" sz="1200">
              <a:ea typeface="宋体" pitchFamily="2" charset="-122"/>
            </a:endParaRPr>
          </a:p>
        </p:txBody>
      </p:sp>
      <p:sp>
        <p:nvSpPr>
          <p:cNvPr id="8909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DAB59982-BD69-4B76-A104-1D5DCB65BA1B}" type="slidenum">
              <a:rPr lang="zh-CN" altLang="en-US" sz="1200">
                <a:ea typeface="宋体" pitchFamily="2" charset="-122"/>
              </a:rPr>
              <a:t>85</a:t>
            </a:fld>
            <a:endParaRPr lang="en-US" altLang="zh-CN" sz="1200">
              <a:ea typeface="宋体" pitchFamily="2" charset="-122"/>
            </a:endParaRPr>
          </a:p>
        </p:txBody>
      </p:sp>
      <p:sp>
        <p:nvSpPr>
          <p:cNvPr id="89092" name="Rectangle 2" title=""/>
          <p:cNvSpPr>
            <a:spLocks noGrp="1"/>
          </p:cNvSpPr>
          <p:nvPr>
            <p:ph type="title"/>
          </p:nvPr>
        </p:nvSpPr>
        <p:spPr>
          <a:xfrm>
            <a:off x="0" y="457200"/>
            <a:ext cx="8991600" cy="6096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Kinds of Exceptions and their Computation</a:t>
            </a:r>
            <a:endParaRPr lang="en-US" altLang="zh-CN" sz="3200">
              <a:ea typeface="宋体" pitchFamily="2" charset="-122"/>
            </a:endParaRPr>
          </a:p>
        </p:txBody>
      </p:sp>
      <p:sp>
        <p:nvSpPr>
          <p:cNvPr id="89093" name="Rectangle 3" title=""/>
          <p:cNvSpPr>
            <a:spLocks noGrp="1"/>
          </p:cNvSpPr>
          <p:nvPr>
            <p:ph type="body" idx="1"/>
          </p:nvPr>
        </p:nvSpPr>
        <p:spPr>
          <a:xfrm>
            <a:off x="381000" y="1447800"/>
            <a:ext cx="8302625" cy="50292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10000"/>
              </a:lnSpc>
            </a:pPr>
            <a:r>
              <a:rPr lang="en-US" altLang="zh-CN" sz="2400">
                <a:ea typeface="宋体" pitchFamily="2" charset="-122"/>
              </a:rPr>
              <a:t>Parameters </a:t>
            </a:r>
            <a:endParaRPr lang="en-US" altLang="zh-CN" sz="2400">
              <a:ea typeface="宋体" pitchFamily="2" charset="-122"/>
            </a:endParaRPr>
          </a:p>
          <a:p>
            <a:pPr lvl="1" eaLnBrk="1" hangingPunct="1">
              <a:lnSpc>
                <a:spcPct val="110000"/>
              </a:lnSpc>
            </a:pPr>
            <a:r>
              <a:rPr lang="en-US" altLang="zh-CN" sz="2400">
                <a:ea typeface="宋体" pitchFamily="2" charset="-122"/>
              </a:rPr>
              <a:t>SelfExp: surprise of cell relative to other cells at same level of aggregation</a:t>
            </a:r>
            <a:endParaRPr lang="en-US" altLang="zh-CN" sz="2400">
              <a:ea typeface="宋体" pitchFamily="2" charset="-122"/>
            </a:endParaRPr>
          </a:p>
          <a:p>
            <a:pPr lvl="1" eaLnBrk="1" hangingPunct="1">
              <a:lnSpc>
                <a:spcPct val="110000"/>
              </a:lnSpc>
            </a:pPr>
            <a:r>
              <a:rPr lang="en-US" altLang="zh-CN" sz="2400">
                <a:ea typeface="宋体" pitchFamily="2" charset="-122"/>
              </a:rPr>
              <a:t>InExp: surprise beneath the cell</a:t>
            </a:r>
            <a:endParaRPr lang="en-US" altLang="zh-CN" sz="2400">
              <a:ea typeface="宋体" pitchFamily="2" charset="-122"/>
            </a:endParaRPr>
          </a:p>
          <a:p>
            <a:pPr lvl="1" eaLnBrk="1" hangingPunct="1">
              <a:lnSpc>
                <a:spcPct val="110000"/>
              </a:lnSpc>
            </a:pPr>
            <a:r>
              <a:rPr lang="en-US" altLang="zh-CN" sz="2400">
                <a:ea typeface="宋体" pitchFamily="2" charset="-122"/>
              </a:rPr>
              <a:t>PathExp: surprise beneath cell for each drill-down path</a:t>
            </a:r>
            <a:endParaRPr lang="en-US" altLang="zh-CN" sz="2400">
              <a:ea typeface="宋体" pitchFamily="2" charset="-122"/>
            </a:endParaRPr>
          </a:p>
          <a:p>
            <a:pPr lvl="0" eaLnBrk="1" hangingPunct="1">
              <a:lnSpc>
                <a:spcPct val="110000"/>
              </a:lnSpc>
            </a:pPr>
            <a:r>
              <a:rPr lang="en-US" altLang="zh-CN" sz="2400">
                <a:ea typeface="宋体" pitchFamily="2" charset="-122"/>
              </a:rPr>
              <a:t>Computation of exception indicator (modeling fitting and computing SelfExp, InExp, and PathExp values) can be overlapped with cube construction</a:t>
            </a:r>
            <a:endParaRPr lang="en-US" altLang="zh-CN" sz="2400">
              <a:ea typeface="宋体" pitchFamily="2" charset="-122"/>
            </a:endParaRPr>
          </a:p>
          <a:p>
            <a:pPr lvl="0" eaLnBrk="1" hangingPunct="1">
              <a:lnSpc>
                <a:spcPct val="110000"/>
              </a:lnSpc>
            </a:pPr>
            <a:r>
              <a:rPr lang="en-US" altLang="zh-CN" sz="2400">
                <a:ea typeface="宋体" pitchFamily="2" charset="-122"/>
              </a:rPr>
              <a:t>Exception themselves can be stored, indexed and retrieved like precomputed aggregates</a:t>
            </a:r>
            <a:endParaRPr lang="en-US" altLang="zh-CN" sz="2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011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469003E-C60A-4DF7-97DB-0B33D1E4EBA8}" type="slidenum">
              <a:rPr lang="zh-CN" altLang="en-US" sz="1200">
                <a:ea typeface="宋体" pitchFamily="2" charset="-122"/>
              </a:rPr>
              <a:t>86</a:t>
            </a:fld>
            <a:endParaRPr lang="en-US" altLang="zh-CN" sz="1200">
              <a:ea typeface="宋体" pitchFamily="2" charset="-122"/>
            </a:endParaRPr>
          </a:p>
        </p:txBody>
      </p:sp>
      <p:sp>
        <p:nvSpPr>
          <p:cNvPr id="9011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44A50A71-46FE-4845-8307-E833FB2B1A6E}" type="slidenum">
              <a:rPr lang="zh-CN" altLang="en-US" sz="1200">
                <a:ea typeface="宋体" pitchFamily="2" charset="-122"/>
              </a:rPr>
              <a:t>86</a:t>
            </a:fld>
            <a:endParaRPr lang="en-US" altLang="zh-CN" sz="1200">
              <a:ea typeface="宋体" pitchFamily="2" charset="-122"/>
            </a:endParaRPr>
          </a:p>
        </p:txBody>
      </p:sp>
      <p:sp>
        <p:nvSpPr>
          <p:cNvPr id="90116" name="Rectangle 2" title=""/>
          <p:cNvSpPr>
            <a:spLocks noGrp="1"/>
          </p:cNvSpPr>
          <p:nvPr>
            <p:ph type="title"/>
          </p:nvPr>
        </p:nvSpPr>
        <p:spPr>
          <a:xfrm>
            <a:off x="228600" y="381000"/>
            <a:ext cx="8686800" cy="600075"/>
          </a:xfrm>
          <a:noFill/>
          <a:ln>
            <a:miter lim="800000"/>
          </a:ln>
        </p:spPr>
        <p:txBody>
          <a:bodyPr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Examples: Discovery-Driven Data Cubes</a:t>
            </a:r>
            <a:endParaRPr lang="en-US" altLang="zh-CN" sz="3200">
              <a:ea typeface="宋体" pitchFamily="2" charset="-122"/>
            </a:endParaRPr>
          </a:p>
        </p:txBody>
      </p:sp>
      <p:pic>
        <p:nvPicPr>
          <p:cNvPr id="90117" name="Picture 4" descr="dd1" title=""/>
          <p:cNvPicPr>
            <a:picLocks noChangeAspect="1"/>
          </p:cNvPicPr>
          <p:nvPr/>
        </p:nvPicPr>
        <p:blipFill>
          <a:blip r:embed="rId3"/>
          <a:stretch>
            <a:fillRect/>
          </a:stretch>
        </p:blipFill>
        <p:spPr>
          <a:xfrm>
            <a:off x="914400" y="1143000"/>
            <a:ext cx="7620000" cy="1371600"/>
          </a:xfrm>
          <a:prstGeom prst="rect">
            <a:avLst/>
          </a:prstGeom>
          <a:noFill/>
          <a:ln>
            <a:noFill/>
            <a:miter lim="800000"/>
          </a:ln>
        </p:spPr>
      </p:pic>
      <p:pic>
        <p:nvPicPr>
          <p:cNvPr id="90118" name="Picture 5" descr="dd2" title=""/>
          <p:cNvPicPr>
            <a:picLocks noChangeAspect="1"/>
          </p:cNvPicPr>
          <p:nvPr/>
        </p:nvPicPr>
        <p:blipFill>
          <a:blip r:embed="rId4"/>
          <a:stretch>
            <a:fillRect/>
          </a:stretch>
        </p:blipFill>
        <p:spPr>
          <a:xfrm>
            <a:off x="457200" y="2438400"/>
            <a:ext cx="7867650" cy="2209800"/>
          </a:xfrm>
          <a:prstGeom prst="rect">
            <a:avLst/>
          </a:prstGeom>
          <a:noFill/>
          <a:ln>
            <a:noFill/>
            <a:miter lim="800000"/>
          </a:ln>
        </p:spPr>
      </p:pic>
      <p:pic>
        <p:nvPicPr>
          <p:cNvPr id="90119" name="Picture 6" descr="dd3" title=""/>
          <p:cNvPicPr>
            <a:picLocks noChangeAspect="1"/>
          </p:cNvPicPr>
          <p:nvPr/>
        </p:nvPicPr>
        <p:blipFill>
          <a:blip r:embed="rId5"/>
          <a:stretch>
            <a:fillRect/>
          </a:stretch>
        </p:blipFill>
        <p:spPr>
          <a:xfrm>
            <a:off x="304800" y="4724400"/>
            <a:ext cx="8537575" cy="1870075"/>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113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C7DEBB3-8187-4CE7-AF02-1623BFE4750D}" type="slidenum">
              <a:rPr lang="zh-CN" altLang="en-US" sz="1200">
                <a:ea typeface="宋体" pitchFamily="2" charset="-122"/>
              </a:rPr>
              <a:t>87</a:t>
            </a:fld>
            <a:endParaRPr lang="en-US" altLang="zh-CN" sz="1200">
              <a:ea typeface="宋体" pitchFamily="2" charset="-122"/>
            </a:endParaRPr>
          </a:p>
        </p:txBody>
      </p:sp>
      <p:sp>
        <p:nvSpPr>
          <p:cNvPr id="9113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8395713-A915-4B3A-96B5-CBF1BAB3FB48}" type="slidenum">
              <a:rPr lang="zh-CN" altLang="en-US" sz="1200">
                <a:ea typeface="宋体" pitchFamily="2" charset="-122"/>
              </a:rPr>
              <a:t>87</a:t>
            </a:fld>
            <a:endParaRPr lang="en-US" altLang="zh-CN" sz="1200">
              <a:ea typeface="宋体" pitchFamily="2" charset="-122"/>
            </a:endParaRPr>
          </a:p>
        </p:txBody>
      </p:sp>
      <p:sp>
        <p:nvSpPr>
          <p:cNvPr id="91140"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91141" name="Rectangle 3" title=""/>
          <p:cNvSpPr>
            <a:spLocks noGrp="1"/>
          </p:cNvSpPr>
          <p:nvPr>
            <p:ph type="body" idx="1"/>
          </p:nvPr>
        </p:nvSpPr>
        <p:spPr>
          <a:xfrm>
            <a:off x="457200" y="1447800"/>
            <a:ext cx="8229600" cy="4876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70000"/>
              </a:lnSpc>
            </a:pPr>
            <a:r>
              <a:rPr lang="en-US" altLang="zh-CN">
                <a:ea typeface="宋体" pitchFamily="2" charset="-122"/>
              </a:rPr>
              <a:t>Data Cube Computation: Preliminary Concepts </a:t>
            </a:r>
            <a:endParaRPr lang="en-US" altLang="zh-CN">
              <a:ea typeface="宋体" pitchFamily="2" charset="-122"/>
            </a:endParaRPr>
          </a:p>
          <a:p>
            <a:pPr lvl="0" eaLnBrk="1" hangingPunct="1">
              <a:lnSpc>
                <a:spcPct val="170000"/>
              </a:lnSpc>
            </a:pPr>
            <a:r>
              <a:rPr lang="en-US" altLang="zh-CN">
                <a:ea typeface="宋体" pitchFamily="2" charset="-122"/>
              </a:rPr>
              <a:t>Data Cube Computation Methods</a:t>
            </a:r>
            <a:endParaRPr lang="en-US" altLang="zh-CN">
              <a:ea typeface="宋体" pitchFamily="2" charset="-122"/>
            </a:endParaRPr>
          </a:p>
          <a:p>
            <a:pPr lvl="0" eaLnBrk="1" hangingPunct="1">
              <a:lnSpc>
                <a:spcPct val="170000"/>
              </a:lnSpc>
            </a:pPr>
            <a:r>
              <a:rPr lang="en-US" altLang="zh-CN">
                <a:ea typeface="宋体" pitchFamily="2" charset="-122"/>
              </a:rPr>
              <a:t>Processing Advanced Queries by Exploring Data Cube Technology</a:t>
            </a:r>
            <a:endParaRPr lang="en-US" altLang="zh-CN">
              <a:ea typeface="宋体" pitchFamily="2" charset="-122"/>
            </a:endParaRPr>
          </a:p>
          <a:p>
            <a:pPr lvl="0" eaLnBrk="1" hangingPunct="1">
              <a:lnSpc>
                <a:spcPct val="170000"/>
              </a:lnSpc>
            </a:pPr>
            <a:r>
              <a:rPr lang="en-US" altLang="zh-CN">
                <a:ea typeface="宋体" pitchFamily="2" charset="-122"/>
              </a:rPr>
              <a:t>Multidimensional Data Analysis in Cube Space</a:t>
            </a:r>
            <a:endParaRPr lang="en-US" altLang="zh-CN">
              <a:ea typeface="宋体" pitchFamily="2" charset="-122"/>
            </a:endParaRPr>
          </a:p>
          <a:p>
            <a:pPr lvl="0" eaLnBrk="1" hangingPunct="1">
              <a:lnSpc>
                <a:spcPct val="170000"/>
              </a:lnSpc>
            </a:pPr>
            <a:r>
              <a:rPr lang="en-US" altLang="zh-CN">
                <a:ea typeface="宋体" pitchFamily="2" charset="-122"/>
              </a:rPr>
              <a:t>Summary</a:t>
            </a:r>
            <a:endParaRPr lang="en-US" altLang="zh-CN">
              <a:ea typeface="宋体" pitchFamily="2" charset="-122"/>
            </a:endParaRPr>
          </a:p>
        </p:txBody>
      </p:sp>
      <p:sp>
        <p:nvSpPr>
          <p:cNvPr id="91142" name="AutoShape 5" title=""/>
          <p:cNvSpPr/>
          <p:nvPr/>
        </p:nvSpPr>
        <p:spPr>
          <a:xfrm rot="20580000">
            <a:off x="2667000" y="5638800"/>
            <a:ext cx="436563" cy="457200"/>
          </a:xfrm>
          <a:prstGeom prst="leftArrow">
            <a:avLst>
              <a:gd name="adj1" fmla="val 50000"/>
              <a:gd name="adj2" fmla="val 25000"/>
            </a:avLst>
          </a:prstGeom>
          <a:solidFill>
            <a:srgbClr val="006600"/>
          </a:solidFill>
          <a:ln>
            <a:solidFill>
              <a:schemeClr val="tx1"/>
            </a:solidFill>
            <a:miter lim="800000"/>
          </a:ln>
          <a:effectLst/>
        </p:spPr>
        <p:txBody>
          <a:bodyPr wrap="none"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216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A36A03A-FF14-4725-A556-53FD6755C444}" type="slidenum">
              <a:rPr lang="zh-CN" altLang="en-US" sz="1200">
                <a:ea typeface="宋体" pitchFamily="2" charset="-122"/>
              </a:rPr>
              <a:t>88</a:t>
            </a:fld>
            <a:endParaRPr lang="en-US" altLang="zh-CN" sz="1200">
              <a:ea typeface="宋体" pitchFamily="2" charset="-122"/>
            </a:endParaRPr>
          </a:p>
        </p:txBody>
      </p:sp>
      <p:sp>
        <p:nvSpPr>
          <p:cNvPr id="9216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A004EB2-13DB-428A-893D-A8E2514A2FA9}" type="slidenum">
              <a:rPr lang="zh-CN" altLang="en-US" sz="1200">
                <a:ea typeface="宋体" pitchFamily="2" charset="-122"/>
              </a:rPr>
              <a:t>88</a:t>
            </a:fld>
            <a:endParaRPr lang="en-US" altLang="zh-CN" sz="1200">
              <a:ea typeface="宋体" pitchFamily="2" charset="-122"/>
            </a:endParaRPr>
          </a:p>
        </p:txBody>
      </p:sp>
      <p:sp>
        <p:nvSpPr>
          <p:cNvPr id="92164"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Data Cube Technology: Summary</a:t>
            </a:r>
            <a:endParaRPr lang="en-US" altLang="zh-CN">
              <a:ea typeface="宋体" pitchFamily="2" charset="-122"/>
            </a:endParaRPr>
          </a:p>
        </p:txBody>
      </p:sp>
      <p:sp>
        <p:nvSpPr>
          <p:cNvPr id="92165" name="Rectangle 3" title=""/>
          <p:cNvSpPr>
            <a:spLocks noGrp="1"/>
          </p:cNvSpPr>
          <p:nvPr>
            <p:ph type="body" idx="1"/>
          </p:nvPr>
        </p:nvSpPr>
        <p:spPr>
          <a:xfrm>
            <a:off x="381000" y="1295400"/>
            <a:ext cx="8229600" cy="5257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120000"/>
              </a:lnSpc>
            </a:pPr>
            <a:r>
              <a:rPr lang="en-US" altLang="zh-CN" sz="2000">
                <a:ea typeface="宋体" pitchFamily="2" charset="-122"/>
              </a:rPr>
              <a:t>Data Cube Computation: Preliminary Concepts </a:t>
            </a:r>
            <a:endParaRPr lang="en-US" altLang="zh-CN" sz="2000">
              <a:ea typeface="宋体" pitchFamily="2" charset="-122"/>
            </a:endParaRPr>
          </a:p>
          <a:p>
            <a:pPr lvl="0" eaLnBrk="1" hangingPunct="1">
              <a:lnSpc>
                <a:spcPct val="120000"/>
              </a:lnSpc>
            </a:pPr>
            <a:r>
              <a:rPr lang="en-US" altLang="zh-CN" sz="2000">
                <a:ea typeface="宋体" pitchFamily="2" charset="-122"/>
              </a:rPr>
              <a:t>Data Cube Computation Methods</a:t>
            </a:r>
            <a:endParaRPr lang="en-US" altLang="zh-CN" sz="2000">
              <a:ea typeface="宋体" pitchFamily="2" charset="-122"/>
            </a:endParaRPr>
          </a:p>
          <a:p>
            <a:pPr lvl="1" eaLnBrk="1" hangingPunct="1">
              <a:lnSpc>
                <a:spcPct val="120000"/>
              </a:lnSpc>
              <a:spcBef>
                <a:spcPct val="10000"/>
              </a:spcBef>
            </a:pPr>
            <a:r>
              <a:rPr lang="en-US" altLang="zh-CN" sz="2000">
                <a:ea typeface="宋体" pitchFamily="2" charset="-122"/>
              </a:rPr>
              <a:t>MultiWay Array Aggregation</a:t>
            </a:r>
            <a:endParaRPr lang="en-US" altLang="zh-CN" sz="2000">
              <a:ea typeface="宋体" pitchFamily="2" charset="-122"/>
            </a:endParaRPr>
          </a:p>
          <a:p>
            <a:pPr lvl="1" eaLnBrk="1" hangingPunct="1">
              <a:lnSpc>
                <a:spcPct val="120000"/>
              </a:lnSpc>
              <a:spcBef>
                <a:spcPct val="10000"/>
              </a:spcBef>
            </a:pPr>
            <a:r>
              <a:rPr lang="en-US" altLang="zh-CN" sz="2000">
                <a:ea typeface="宋体" pitchFamily="2" charset="-122"/>
              </a:rPr>
              <a:t>BUC</a:t>
            </a:r>
            <a:endParaRPr lang="en-US" altLang="zh-CN" sz="2000">
              <a:ea typeface="宋体" pitchFamily="2" charset="-122"/>
            </a:endParaRPr>
          </a:p>
          <a:p>
            <a:pPr lvl="1" eaLnBrk="1" hangingPunct="1">
              <a:lnSpc>
                <a:spcPct val="120000"/>
              </a:lnSpc>
              <a:spcBef>
                <a:spcPct val="10000"/>
              </a:spcBef>
            </a:pPr>
            <a:r>
              <a:rPr lang="en-US" altLang="zh-CN" sz="2000">
                <a:ea typeface="宋体" pitchFamily="2" charset="-122"/>
              </a:rPr>
              <a:t>Star-Cubing</a:t>
            </a:r>
            <a:endParaRPr lang="en-US" altLang="zh-CN" sz="2000">
              <a:ea typeface="宋体" pitchFamily="2" charset="-122"/>
            </a:endParaRPr>
          </a:p>
          <a:p>
            <a:pPr lvl="1" eaLnBrk="1" hangingPunct="1">
              <a:lnSpc>
                <a:spcPct val="120000"/>
              </a:lnSpc>
              <a:spcBef>
                <a:spcPct val="10000"/>
              </a:spcBef>
            </a:pPr>
            <a:r>
              <a:rPr lang="en-US" altLang="zh-CN" sz="2000">
                <a:ea typeface="宋体" pitchFamily="2" charset="-122"/>
              </a:rPr>
              <a:t>High-Dimensional OLAP with Shell-Fragments</a:t>
            </a:r>
            <a:endParaRPr lang="en-US" altLang="zh-CN" sz="2000">
              <a:ea typeface="宋体" pitchFamily="2" charset="-122"/>
            </a:endParaRPr>
          </a:p>
          <a:p>
            <a:pPr lvl="0" eaLnBrk="1" hangingPunct="1">
              <a:lnSpc>
                <a:spcPct val="120000"/>
              </a:lnSpc>
            </a:pPr>
            <a:r>
              <a:rPr lang="en-US" altLang="zh-CN" sz="2000">
                <a:ea typeface="宋体" pitchFamily="2" charset="-122"/>
              </a:rPr>
              <a:t>Processing Advanced Queries by Exploring Data Cube Technology</a:t>
            </a:r>
            <a:endParaRPr lang="en-US" altLang="zh-CN" sz="2000">
              <a:ea typeface="宋体" pitchFamily="2" charset="-122"/>
            </a:endParaRPr>
          </a:p>
          <a:p>
            <a:pPr lvl="1">
              <a:lnSpc>
                <a:spcPct val="120000"/>
              </a:lnSpc>
            </a:pPr>
            <a:r>
              <a:rPr lang="en-US" altLang="zh-CN" sz="2000">
                <a:ea typeface="宋体" pitchFamily="2" charset="-122"/>
              </a:rPr>
              <a:t>Sampling Cubes </a:t>
            </a:r>
            <a:endParaRPr lang="en-US" altLang="zh-CN" sz="2000">
              <a:ea typeface="宋体" pitchFamily="2" charset="-122"/>
            </a:endParaRPr>
          </a:p>
          <a:p>
            <a:pPr lvl="1">
              <a:lnSpc>
                <a:spcPct val="120000"/>
              </a:lnSpc>
            </a:pPr>
            <a:r>
              <a:rPr lang="en-US" altLang="zh-CN" sz="2000">
                <a:ea typeface="宋体" pitchFamily="2" charset="-122"/>
              </a:rPr>
              <a:t>Ranking Cubes </a:t>
            </a:r>
            <a:endParaRPr lang="en-US" altLang="zh-CN" sz="2000">
              <a:ea typeface="宋体" pitchFamily="2" charset="-122"/>
            </a:endParaRPr>
          </a:p>
          <a:p>
            <a:pPr lvl="0" eaLnBrk="1" hangingPunct="1">
              <a:lnSpc>
                <a:spcPct val="120000"/>
              </a:lnSpc>
            </a:pPr>
            <a:r>
              <a:rPr lang="en-US" altLang="zh-CN" sz="2000">
                <a:ea typeface="宋体" pitchFamily="2" charset="-122"/>
              </a:rPr>
              <a:t>Multidimensional Data Analysis in Cube Space</a:t>
            </a:r>
            <a:endParaRPr lang="en-US" altLang="zh-CN" sz="2000">
              <a:ea typeface="宋体" pitchFamily="2" charset="-122"/>
            </a:endParaRPr>
          </a:p>
          <a:p>
            <a:pPr lvl="1">
              <a:lnSpc>
                <a:spcPct val="120000"/>
              </a:lnSpc>
            </a:pPr>
            <a:r>
              <a:rPr lang="en-US" altLang="zh-CN" sz="2000">
                <a:ea typeface="宋体" pitchFamily="2" charset="-122"/>
              </a:rPr>
              <a:t>Discovery-Driven Exploration of Data Cubes </a:t>
            </a:r>
            <a:endParaRPr lang="en-US" altLang="zh-CN" sz="2000">
              <a:ea typeface="宋体" pitchFamily="2" charset="-122"/>
            </a:endParaRPr>
          </a:p>
          <a:p>
            <a:pPr lvl="1">
              <a:lnSpc>
                <a:spcPct val="120000"/>
              </a:lnSpc>
            </a:pPr>
            <a:r>
              <a:rPr lang="en-US" altLang="zh-CN" sz="2000">
                <a:ea typeface="宋体" pitchFamily="2" charset="-122"/>
              </a:rPr>
              <a:t>Multi-feature Cubes </a:t>
            </a:r>
            <a:endParaRPr lang="en-US" altLang="zh-CN" sz="2000">
              <a:ea typeface="宋体" pitchFamily="2" charset="-122"/>
            </a:endParaRPr>
          </a:p>
          <a:p>
            <a:pPr lvl="1">
              <a:lnSpc>
                <a:spcPct val="120000"/>
              </a:lnSpc>
            </a:pPr>
            <a:r>
              <a:rPr lang="en-US" altLang="zh-CN" sz="2000">
                <a:ea typeface="宋体" pitchFamily="2" charset="-122"/>
              </a:rPr>
              <a:t>Prediction Cubes</a:t>
            </a:r>
            <a:endParaRPr lang="en-US" altLang="zh-CN" sz="20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8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318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48A704E-69A0-4233-BEA9-390FAFA2FEB7}" type="slidenum">
              <a:rPr lang="zh-CN" altLang="en-US" sz="1200">
                <a:ea typeface="宋体" pitchFamily="2" charset="-122"/>
              </a:rPr>
              <a:t>89</a:t>
            </a:fld>
            <a:endParaRPr lang="en-US" altLang="zh-CN" sz="1200">
              <a:ea typeface="宋体" pitchFamily="2" charset="-122"/>
            </a:endParaRPr>
          </a:p>
        </p:txBody>
      </p:sp>
      <p:sp>
        <p:nvSpPr>
          <p:cNvPr id="93187"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8C4ED93-A689-45BC-A6F7-004F7B90D29D}" type="slidenum">
              <a:rPr lang="zh-CN" altLang="en-US" sz="1200">
                <a:ea typeface="宋体" pitchFamily="2" charset="-122"/>
              </a:rPr>
              <a:t>89</a:t>
            </a:fld>
            <a:endParaRPr lang="en-US" altLang="zh-CN" sz="1200">
              <a:ea typeface="宋体" pitchFamily="2" charset="-122"/>
            </a:endParaRPr>
          </a:p>
        </p:txBody>
      </p:sp>
      <p:sp>
        <p:nvSpPr>
          <p:cNvPr id="93188"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Ref.(I) Data Cube Computation Methods</a:t>
            </a:r>
            <a:endParaRPr lang="en-US" altLang="zh-CN" sz="3200">
              <a:ea typeface="宋体" pitchFamily="2" charset="-122"/>
            </a:endParaRPr>
          </a:p>
        </p:txBody>
      </p:sp>
      <p:sp>
        <p:nvSpPr>
          <p:cNvPr id="93189" name="Rectangle 3" title=""/>
          <p:cNvSpPr>
            <a:spLocks noGrp="1"/>
          </p:cNvSpPr>
          <p:nvPr>
            <p:ph type="body" idx="1"/>
          </p:nvPr>
        </p:nvSpPr>
        <p:spPr>
          <a:xfrm>
            <a:off x="304800" y="1371600"/>
            <a:ext cx="8610600" cy="51054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spcBef>
                <a:spcPct val="10000"/>
              </a:spcBef>
              <a:spcAft>
                <a:spcPct val="10000"/>
              </a:spcAft>
            </a:pPr>
            <a:r>
              <a:rPr lang="en-US" altLang="zh-CN" sz="1400">
                <a:solidFill>
                  <a:schemeClr val="hlink"/>
                </a:solidFill>
                <a:ea typeface="宋体" pitchFamily="2" charset="-122"/>
              </a:rPr>
              <a:t>S. Agarwal, R. Agrawal, P. M. Deshpande, A. Gupta, J. F. Naughton, R. Ramakrishnan, and S. Sarawagi.  On the computation of multidimensional aggregates. VLDB’96</a:t>
            </a:r>
            <a:endParaRPr lang="en-US" altLang="zh-CN" sz="1400">
              <a:solidFill>
                <a:schemeClr val="hlink"/>
              </a:solidFill>
              <a:ea typeface="宋体" pitchFamily="2" charset="-122"/>
            </a:endParaRPr>
          </a:p>
          <a:p>
            <a:pPr lvl="0" eaLnBrk="1" hangingPunct="1">
              <a:spcBef>
                <a:spcPct val="10000"/>
              </a:spcBef>
              <a:spcAft>
                <a:spcPct val="10000"/>
              </a:spcAft>
            </a:pPr>
            <a:r>
              <a:rPr lang="en-US" altLang="zh-CN" sz="1400">
                <a:ea typeface="宋体" pitchFamily="2" charset="-122"/>
              </a:rPr>
              <a:t>D. Agrawal, A. E. Abbadi, A. Singh, and T. Yurek. Efficient view maintenance in data warehouses. SIGMOD’97</a:t>
            </a:r>
            <a:endParaRPr lang="en-US" altLang="zh-CN" sz="1400">
              <a:ea typeface="宋体" pitchFamily="2" charset="-122"/>
            </a:endParaRPr>
          </a:p>
          <a:p>
            <a:pPr lvl="0" eaLnBrk="1" hangingPunct="1">
              <a:spcBef>
                <a:spcPct val="10000"/>
              </a:spcBef>
              <a:spcAft>
                <a:spcPct val="10000"/>
              </a:spcAft>
            </a:pPr>
            <a:r>
              <a:rPr lang="en-US" altLang="zh-CN" sz="1400">
                <a:solidFill>
                  <a:schemeClr val="hlink"/>
                </a:solidFill>
                <a:ea typeface="宋体" pitchFamily="2" charset="-122"/>
              </a:rPr>
              <a:t>K. Beyer and R. Ramakrishnan. Bottom-Up Computation of Sparse and Iceberg CUBEs.. SIGMOD’99</a:t>
            </a:r>
            <a:endParaRPr lang="en-US" altLang="zh-CN" sz="1400">
              <a:solidFill>
                <a:schemeClr val="hlink"/>
              </a:solidFill>
              <a:ea typeface="宋体" pitchFamily="2" charset="-122"/>
            </a:endParaRPr>
          </a:p>
          <a:p>
            <a:pPr lvl="0"/>
            <a:r>
              <a:rPr lang="en-US" altLang="zh-CN" sz="1400">
                <a:ea typeface="宋体" pitchFamily="2" charset="-122"/>
              </a:rPr>
              <a:t>M. Fang, N. Shivakumar, H. Garcia-Molina, R. Motwani, and J. D. Ullman. Computing iceberg queries efficiently. VLDB’98</a:t>
            </a:r>
            <a:endParaRPr lang="en-US" altLang="zh-CN" sz="1400">
              <a:ea typeface="宋体" pitchFamily="2" charset="-122"/>
            </a:endParaRPr>
          </a:p>
          <a:p>
            <a:pPr lvl="0"/>
            <a:r>
              <a:rPr lang="en-US" altLang="zh-CN" sz="1400">
                <a:ea typeface="宋体" pitchFamily="2" charset="-122"/>
              </a:rPr>
              <a:t>J. Gray, S. Chaudhuri, A. Bosworth, A. Layman, D. Reichart, M. Venkatrao, F. Pellow, and H. Pirahesh. Data cube: A relational aggregation operator generalizing group-by, cross-tab and sub-totals. Data Mining and Knowledge Discovery, 1:29–54, 1997.</a:t>
            </a:r>
            <a:endParaRPr lang="en-US" altLang="zh-CN" sz="1400">
              <a:solidFill>
                <a:schemeClr val="hlink"/>
              </a:solidFill>
              <a:ea typeface="宋体" pitchFamily="2" charset="-122"/>
            </a:endParaRPr>
          </a:p>
          <a:p>
            <a:pPr lvl="0" eaLnBrk="1" hangingPunct="1"/>
            <a:r>
              <a:rPr lang="en-US" altLang="zh-CN" sz="1400">
                <a:ea typeface="宋体" pitchFamily="2" charset="-122"/>
              </a:rPr>
              <a:t>J. Han, J. Pei, G. Dong, K. Wang. Efficient Computation of Iceberg Cubes With Complex Measures. SIGMOD’01</a:t>
            </a:r>
            <a:endParaRPr lang="en-US" altLang="zh-CN" sz="1400">
              <a:ea typeface="宋体" pitchFamily="2" charset="-122"/>
            </a:endParaRPr>
          </a:p>
          <a:p>
            <a:pPr lvl="0" eaLnBrk="1" hangingPunct="1"/>
            <a:r>
              <a:rPr lang="en-US" altLang="zh-CN" sz="1400">
                <a:ea typeface="宋体" pitchFamily="2" charset="-122"/>
              </a:rPr>
              <a:t>L. V. S. Lakshmanan, J. Pei, and J. Han, Quotient Cube: How to Summarize the Semantics of a Data Cube, VLDB'02</a:t>
            </a:r>
            <a:endParaRPr lang="en-US" altLang="zh-CN" sz="1400">
              <a:ea typeface="宋体" pitchFamily="2" charset="-122"/>
            </a:endParaRPr>
          </a:p>
          <a:p>
            <a:pPr lvl="0" eaLnBrk="1" hangingPunct="1"/>
            <a:r>
              <a:rPr lang="en-US" altLang="zh-CN" sz="1400">
                <a:solidFill>
                  <a:schemeClr val="hlink"/>
                </a:solidFill>
                <a:ea typeface="宋体" pitchFamily="2" charset="-122"/>
              </a:rPr>
              <a:t>X. Li, J. Han, and H. Gonzalez, High-Dimensional OLAP: A Minimal Cubing Approach, VLDB'04</a:t>
            </a:r>
            <a:endParaRPr lang="en-US" altLang="zh-CN" sz="1400">
              <a:solidFill>
                <a:schemeClr val="hlink"/>
              </a:solidFill>
              <a:ea typeface="宋体" pitchFamily="2" charset="-122"/>
            </a:endParaRPr>
          </a:p>
          <a:p>
            <a:pPr lvl="0" eaLnBrk="1" hangingPunct="1"/>
            <a:r>
              <a:rPr lang="en-US" altLang="zh-CN" sz="1400">
                <a:solidFill>
                  <a:schemeClr val="hlink"/>
                </a:solidFill>
                <a:ea typeface="宋体" pitchFamily="2" charset="-122"/>
              </a:rPr>
              <a:t>Y. Zhao, P. M. Deshpande, and J. F. Naughton. An array-based algorithm for simultaneous multidimensional aggregates. SIGMOD’97</a:t>
            </a:r>
            <a:endParaRPr lang="en-US" altLang="zh-CN" sz="1400">
              <a:solidFill>
                <a:schemeClr val="hlink"/>
              </a:solidFill>
              <a:ea typeface="宋体" pitchFamily="2" charset="-122"/>
            </a:endParaRPr>
          </a:p>
          <a:p>
            <a:pPr lvl="0" eaLnBrk="1" hangingPunct="1"/>
            <a:r>
              <a:rPr lang="en-US" altLang="zh-CN" sz="1400">
                <a:ea typeface="宋体" pitchFamily="2" charset="-122"/>
              </a:rPr>
              <a:t>K. Ross and D. Srivastava.  Fast computation of sparse datacubes. VLDB’97</a:t>
            </a:r>
            <a:endParaRPr lang="en-US" altLang="zh-CN" sz="1400">
              <a:ea typeface="宋体" pitchFamily="2" charset="-122"/>
            </a:endParaRPr>
          </a:p>
          <a:p>
            <a:pPr lvl="0" eaLnBrk="1" hangingPunct="1"/>
            <a:r>
              <a:rPr lang="en-US" altLang="zh-CN" sz="1400">
                <a:solidFill>
                  <a:schemeClr val="hlink"/>
                </a:solidFill>
                <a:ea typeface="宋体" pitchFamily="2" charset="-122"/>
              </a:rPr>
              <a:t>D. Xin, J. Han, X. Li, B. W. Wah, Star-Cubing: Computing Iceberg Cubes by Top-Down and Bottom-Up Integration, VLDB'03</a:t>
            </a:r>
            <a:endParaRPr lang="en-US" altLang="zh-CN" sz="1400">
              <a:solidFill>
                <a:schemeClr val="hlink"/>
              </a:solidFill>
              <a:ea typeface="宋体" pitchFamily="2" charset="-122"/>
            </a:endParaRPr>
          </a:p>
          <a:p>
            <a:pPr lvl="0" eaLnBrk="1" hangingPunct="1"/>
            <a:r>
              <a:rPr lang="en-US" altLang="zh-CN" sz="1400">
                <a:ea typeface="宋体" pitchFamily="2" charset="-122"/>
              </a:rPr>
              <a:t>D. Xin, J. Han, Z. Shao, H. Liu,</a:t>
            </a:r>
            <a:r>
              <a:rPr lang="en-US" altLang="zh-CN" sz="1400">
                <a:solidFill>
                  <a:schemeClr val="hlink"/>
                </a:solidFill>
                <a:ea typeface="宋体" pitchFamily="2" charset="-122"/>
              </a:rPr>
              <a:t> </a:t>
            </a:r>
            <a:r>
              <a:rPr lang="en-US" altLang="zh-CN" sz="1400">
                <a:ea typeface="宋体" pitchFamily="2" charset="-122"/>
              </a:rPr>
              <a:t>C-Cubing: Efficient Computation of Closed Cubes by Aggregation-Based Checking, ICDE'06</a:t>
            </a:r>
            <a:endParaRPr lang="en-US" altLang="zh-CN" sz="14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421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57CA8C9-E720-4CCE-AF36-EAB9E5FA68AB}" type="slidenum">
              <a:rPr lang="zh-CN" altLang="en-US" sz="1200">
                <a:ea typeface="宋体" pitchFamily="2" charset="-122"/>
              </a:rPr>
              <a:t>90</a:t>
            </a:fld>
            <a:endParaRPr lang="en-US" altLang="zh-CN" sz="1200">
              <a:ea typeface="宋体" pitchFamily="2" charset="-122"/>
            </a:endParaRPr>
          </a:p>
        </p:txBody>
      </p:sp>
      <p:sp>
        <p:nvSpPr>
          <p:cNvPr id="9421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A40C250-F7B8-4F2F-A6CA-60C0F0B34B91}" type="slidenum">
              <a:rPr lang="zh-CN" altLang="en-US" sz="1200">
                <a:ea typeface="宋体" pitchFamily="2" charset="-122"/>
              </a:rPr>
              <a:t>90</a:t>
            </a:fld>
            <a:endParaRPr lang="en-US" altLang="zh-CN" sz="1200">
              <a:ea typeface="宋体" pitchFamily="2" charset="-122"/>
            </a:endParaRPr>
          </a:p>
        </p:txBody>
      </p:sp>
      <p:sp>
        <p:nvSpPr>
          <p:cNvPr id="94212" name="Rectangle 2" title=""/>
          <p:cNvSpPr>
            <a:spLocks noGrp="1"/>
          </p:cNvSpPr>
          <p:nvPr>
            <p:ph type="title"/>
          </p:nvPr>
        </p:nvSpPr>
        <p:spPr>
          <a:xfrm>
            <a:off x="0" y="152400"/>
            <a:ext cx="9144000" cy="1066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Ref. (II) Advanced Applications with Data Cubes</a:t>
            </a:r>
            <a:endParaRPr lang="en-US" altLang="zh-CN" sz="3200">
              <a:ea typeface="宋体" pitchFamily="2" charset="-122"/>
            </a:endParaRPr>
          </a:p>
        </p:txBody>
      </p:sp>
      <p:sp>
        <p:nvSpPr>
          <p:cNvPr id="94213" name="Rectangle 3" title=""/>
          <p:cNvSpPr>
            <a:spLocks noGrp="1"/>
          </p:cNvSpPr>
          <p:nvPr>
            <p:ph type="body" idx="1"/>
          </p:nvPr>
        </p:nvSpPr>
        <p:spPr>
          <a:xfrm>
            <a:off x="381000" y="1371600"/>
            <a:ext cx="8458200" cy="51816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lnSpc>
                <a:spcPct val="90000"/>
              </a:lnSpc>
            </a:pPr>
            <a:r>
              <a:rPr sz="1600"/>
              <a:t>D. Burdick, P. Deshpande, T. S. Jayram, R. Ramakrishnan, and S. Vaithyanathan. OLAP over uncertain and imprecise data. VLDB’05</a:t>
            </a:r>
            <a:endParaRPr sz="1600"/>
          </a:p>
          <a:p>
            <a:pPr lvl="0">
              <a:lnSpc>
                <a:spcPct val="90000"/>
              </a:lnSpc>
            </a:pPr>
            <a:r>
              <a:rPr sz="1600">
                <a:solidFill>
                  <a:schemeClr val="hlink"/>
                </a:solidFill>
              </a:rPr>
              <a:t>X. Li, J. Han, Z. Yin, J.-G. Lee, Y. Sun, “Sampling Cube: A Framework for Statistical OLAP over Sampling Data”, SIGMOD’08</a:t>
            </a:r>
            <a:endParaRPr sz="1600">
              <a:solidFill>
                <a:schemeClr val="hlink"/>
              </a:solidFill>
            </a:endParaRPr>
          </a:p>
          <a:p>
            <a:pPr lvl="0">
              <a:lnSpc>
                <a:spcPct val="90000"/>
              </a:lnSpc>
            </a:pPr>
            <a:r>
              <a:rPr sz="1600"/>
              <a:t>C. X. Lin, B. Ding, J. Han, F. Zhu, and B. Zhao. Text Cube: Computing IR measures for multidimensional text database analysis. ICDM’08</a:t>
            </a:r>
            <a:endParaRPr sz="1600"/>
          </a:p>
          <a:p>
            <a:pPr lvl="0">
              <a:lnSpc>
                <a:spcPct val="90000"/>
              </a:lnSpc>
            </a:pPr>
            <a:r>
              <a:rPr sz="1600"/>
              <a:t>D. Papadias, P. Kalnis, J. Zhang, and Y. Tao. Efficient OLAP operations in spatial data warehouses. SSTD’01</a:t>
            </a:r>
            <a:endParaRPr sz="1600">
              <a:solidFill>
                <a:schemeClr val="hlink"/>
              </a:solidFill>
            </a:endParaRPr>
          </a:p>
          <a:p>
            <a:pPr lvl="0">
              <a:lnSpc>
                <a:spcPct val="90000"/>
              </a:lnSpc>
            </a:pPr>
            <a:r>
              <a:rPr sz="1600"/>
              <a:t>N. Stefanovic, J. Han, and K. Koperski. Object-based selective materialization for efficient implementation of spatial data cubes. IEEE Trans. Knowledge and Data Engineering, 12:938–958, 2000.</a:t>
            </a:r>
            <a:endParaRPr sz="1600">
              <a:solidFill>
                <a:schemeClr val="hlink"/>
              </a:solidFill>
            </a:endParaRPr>
          </a:p>
          <a:p>
            <a:pPr lvl="0">
              <a:lnSpc>
                <a:spcPct val="90000"/>
              </a:lnSpc>
            </a:pPr>
            <a:r>
              <a:rPr lang="en-US" altLang="zh-CN" sz="1600">
                <a:ea typeface="宋体" pitchFamily="2" charset="-122"/>
              </a:rPr>
              <a:t>T. Wu, D. Xin, Q. Mei, and J. Han. Promotion analysis in multidimensional space. VLDB’09</a:t>
            </a:r>
            <a:endParaRPr lang="en-US" altLang="zh-CN" sz="1600">
              <a:ea typeface="宋体" pitchFamily="2" charset="-122"/>
            </a:endParaRPr>
          </a:p>
          <a:p>
            <a:pPr lvl="0">
              <a:lnSpc>
                <a:spcPct val="90000"/>
              </a:lnSpc>
            </a:pPr>
            <a:r>
              <a:rPr lang="en-US" altLang="zh-CN" sz="1600">
                <a:ea typeface="宋体" pitchFamily="2" charset="-122"/>
              </a:rPr>
              <a:t>T. Wu, D. Xin, and J. Han. ARCube: Supporting ranking aggregate queries in partially materialized data cubes. SIGMOD’08</a:t>
            </a:r>
            <a:endParaRPr lang="en-US" altLang="zh-CN" sz="1600">
              <a:ea typeface="宋体" pitchFamily="2" charset="-122"/>
            </a:endParaRPr>
          </a:p>
          <a:p>
            <a:pPr lvl="0">
              <a:lnSpc>
                <a:spcPct val="90000"/>
              </a:lnSpc>
            </a:pPr>
            <a:r>
              <a:rPr lang="en-US" altLang="zh-CN" sz="1600">
                <a:solidFill>
                  <a:schemeClr val="hlink"/>
                </a:solidFill>
                <a:ea typeface="宋体" pitchFamily="2" charset="-122"/>
              </a:rPr>
              <a:t>D. Xin, J. Han, H. Cheng, and X. Li. Answering top-k queries with multi-dimensional selections: The ranking cube approach. VLDB’06</a:t>
            </a:r>
            <a:endParaRPr lang="en-US" altLang="zh-CN" sz="1600">
              <a:solidFill>
                <a:schemeClr val="hlink"/>
              </a:solidFill>
              <a:ea typeface="宋体" pitchFamily="2" charset="-122"/>
            </a:endParaRPr>
          </a:p>
          <a:p>
            <a:pPr lvl="0">
              <a:lnSpc>
                <a:spcPct val="90000"/>
              </a:lnSpc>
            </a:pPr>
            <a:r>
              <a:rPr lang="en-US" altLang="zh-CN" sz="1600">
                <a:ea typeface="宋体" pitchFamily="2" charset="-122"/>
              </a:rPr>
              <a:t>J. S. Vitter, M. Wang, and B. R. Iyer. Data cube approximation and histograms via wavelets. CIKM’98</a:t>
            </a:r>
            <a:endParaRPr lang="en-US" altLang="zh-CN" sz="1600">
              <a:ea typeface="宋体" pitchFamily="2" charset="-122"/>
            </a:endParaRPr>
          </a:p>
          <a:p>
            <a:pPr lvl="0">
              <a:lnSpc>
                <a:spcPct val="90000"/>
              </a:lnSpc>
            </a:pPr>
            <a:r>
              <a:rPr lang="en-US" altLang="zh-CN" sz="1600">
                <a:ea typeface="宋体" pitchFamily="2" charset="-122"/>
              </a:rPr>
              <a:t>D. Zhang, C. Zhai, and J. Han. Topic cube: Topic modeling for OLAP on multi-dimensional text databases. SDM’09</a:t>
            </a:r>
            <a:endParaRPr lang="en-US" altLang="zh-CN" sz="16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523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74CF6687-A967-4A68-801C-7757D1C8F3BD}" type="slidenum">
              <a:rPr lang="zh-CN" altLang="en-US" sz="1200">
                <a:ea typeface="宋体" pitchFamily="2" charset="-122"/>
              </a:rPr>
              <a:t>91</a:t>
            </a:fld>
            <a:endParaRPr lang="en-US" altLang="zh-CN" sz="1200">
              <a:ea typeface="宋体" pitchFamily="2" charset="-122"/>
            </a:endParaRPr>
          </a:p>
        </p:txBody>
      </p:sp>
      <p:sp>
        <p:nvSpPr>
          <p:cNvPr id="95235" name="Rectangle 2" title=""/>
          <p:cNvSpPr>
            <a:spLocks noGrp="1"/>
          </p:cNvSpPr>
          <p:nvPr>
            <p:ph type="title"/>
          </p:nvPr>
        </p:nvSpPr>
        <p:spPr>
          <a:xfrm>
            <a:off x="0" y="381000"/>
            <a:ext cx="9144000" cy="5334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a:r>
              <a:rPr sz="2800"/>
              <a:t>Ref. (III) Knowledge Discovery with Data Cubes</a:t>
            </a:r>
            <a:endParaRPr sz="2800"/>
          </a:p>
        </p:txBody>
      </p:sp>
      <p:sp>
        <p:nvSpPr>
          <p:cNvPr id="95236" name="Rectangle 3" title=""/>
          <p:cNvSpPr>
            <a:spLocks noGrp="1"/>
          </p:cNvSpPr>
          <p:nvPr>
            <p:ph type="body" idx="1"/>
          </p:nvPr>
        </p:nvSpPr>
        <p:spPr>
          <a:xfrm>
            <a:off x="304800" y="1371600"/>
            <a:ext cx="8458200" cy="5257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eaLnBrk="1" hangingPunct="1">
              <a:lnSpc>
                <a:spcPct val="90000"/>
              </a:lnSpc>
            </a:pPr>
            <a:r>
              <a:rPr lang="en-US" altLang="zh-CN" sz="1600">
                <a:ea typeface="宋体" pitchFamily="2" charset="-122"/>
              </a:rPr>
              <a:t>R. Agrawal, A. Gupta, and S. Sarawagi. Modeling multidimensional databases.  ICDE’97</a:t>
            </a:r>
            <a:endParaRPr lang="en-US" altLang="zh-CN" sz="1600">
              <a:ea typeface="宋体" pitchFamily="2" charset="-122"/>
            </a:endParaRPr>
          </a:p>
          <a:p>
            <a:pPr lvl="0">
              <a:lnSpc>
                <a:spcPct val="90000"/>
              </a:lnSpc>
            </a:pPr>
            <a:r>
              <a:rPr lang="en-US" altLang="zh-CN" sz="1600">
                <a:ea typeface="宋体" pitchFamily="2" charset="-122"/>
              </a:rPr>
              <a:t>B.-C. Chen, L. Chen, Y. Lin, and R. Ramakrishnan. Prediction cubes. VLDB’05</a:t>
            </a:r>
            <a:endParaRPr lang="en-US" altLang="zh-CN" sz="1600">
              <a:ea typeface="宋体" pitchFamily="2" charset="-122"/>
            </a:endParaRPr>
          </a:p>
          <a:p>
            <a:pPr lvl="0">
              <a:lnSpc>
                <a:spcPct val="90000"/>
              </a:lnSpc>
            </a:pPr>
            <a:r>
              <a:rPr lang="en-US" altLang="zh-CN" sz="1600">
                <a:ea typeface="宋体" pitchFamily="2" charset="-122"/>
              </a:rPr>
              <a:t>B.-C. Chen, R. Ramakrishnan, J.W. Shavlik, and P. Tamma. Bellwether analysis: Predicting global aggregates from local regions. VLDB’06</a:t>
            </a:r>
            <a:endParaRPr lang="en-US" altLang="zh-CN" sz="1600">
              <a:ea typeface="宋体" pitchFamily="2" charset="-122"/>
            </a:endParaRPr>
          </a:p>
          <a:p>
            <a:pPr lvl="0">
              <a:lnSpc>
                <a:spcPct val="90000"/>
              </a:lnSpc>
            </a:pPr>
            <a:r>
              <a:rPr lang="en-US" altLang="zh-CN" sz="1600">
                <a:ea typeface="宋体" pitchFamily="2" charset="-122"/>
              </a:rPr>
              <a:t>Y. Chen, G. Dong, J. Han, B. W. Wah, and J. Wang, Multi-Dimensional Regression Analysis of Time-Series Data Streams, VLDB'02</a:t>
            </a:r>
            <a:endParaRPr lang="en-US" altLang="zh-CN" sz="1600">
              <a:ea typeface="宋体" pitchFamily="2" charset="-122"/>
            </a:endParaRPr>
          </a:p>
          <a:p>
            <a:pPr lvl="0" eaLnBrk="1" hangingPunct="1">
              <a:lnSpc>
                <a:spcPct val="90000"/>
              </a:lnSpc>
              <a:spcBef>
                <a:spcPct val="10000"/>
              </a:spcBef>
              <a:spcAft>
                <a:spcPct val="10000"/>
              </a:spcAft>
            </a:pPr>
            <a:r>
              <a:rPr lang="en-US" altLang="zh-CN" sz="1600">
                <a:ea typeface="宋体" pitchFamily="2" charset="-122"/>
              </a:rPr>
              <a:t>G. Dong, J. Han, J. Lam, J. Pei, K. Wang. Mining Multi-dimensional Constrained Gradients in Data Cubes. VLDB’ 01</a:t>
            </a:r>
            <a:endParaRPr lang="en-US" altLang="zh-CN" sz="1600">
              <a:ea typeface="宋体" pitchFamily="2" charset="-122"/>
            </a:endParaRPr>
          </a:p>
          <a:p>
            <a:pPr lvl="0">
              <a:lnSpc>
                <a:spcPct val="90000"/>
              </a:lnSpc>
            </a:pPr>
            <a:r>
              <a:rPr lang="en-US" altLang="zh-CN" sz="1600">
                <a:ea typeface="宋体" pitchFamily="2" charset="-122"/>
              </a:rPr>
              <a:t>R. Fagin, R. V. Guha, R. Kumar, J. Novak, D. Sivakumar, and A. Tomkins. Multi-structural databases. PODS’05</a:t>
            </a:r>
            <a:endParaRPr lang="en-US" altLang="zh-CN" sz="1600">
              <a:ea typeface="宋体" pitchFamily="2" charset="-122"/>
            </a:endParaRPr>
          </a:p>
          <a:p>
            <a:pPr lvl="0">
              <a:lnSpc>
                <a:spcPct val="90000"/>
              </a:lnSpc>
            </a:pPr>
            <a:r>
              <a:rPr lang="en-US" altLang="zh-CN" sz="1600">
                <a:ea typeface="宋体" pitchFamily="2" charset="-122"/>
              </a:rPr>
              <a:t>J. Han. Towards on-line analytical mining in large databases. SIGMOD Record, 27:97–107, 1998</a:t>
            </a:r>
            <a:endParaRPr lang="en-US" altLang="zh-CN" sz="1600">
              <a:ea typeface="宋体" pitchFamily="2" charset="-122"/>
            </a:endParaRPr>
          </a:p>
          <a:p>
            <a:pPr lvl="0">
              <a:lnSpc>
                <a:spcPct val="90000"/>
              </a:lnSpc>
            </a:pPr>
            <a:r>
              <a:rPr lang="en-US" altLang="zh-CN" sz="1600">
                <a:ea typeface="宋体" pitchFamily="2" charset="-122"/>
              </a:rPr>
              <a:t>T. Imielinski, L. Khachiyan, and A. Abdulghani. Cubegrades: Generalizing association rules. Data Mining &amp; Knowledge Discovery, 6:219–258, 2002.</a:t>
            </a:r>
            <a:endParaRPr lang="en-US" altLang="zh-CN" sz="1600">
              <a:ea typeface="宋体" pitchFamily="2" charset="-122"/>
            </a:endParaRPr>
          </a:p>
          <a:p>
            <a:pPr lvl="0">
              <a:lnSpc>
                <a:spcPct val="90000"/>
              </a:lnSpc>
            </a:pPr>
            <a:r>
              <a:rPr lang="en-US" altLang="zh-CN" sz="1600">
                <a:ea typeface="宋体" pitchFamily="2" charset="-122"/>
              </a:rPr>
              <a:t>R. Ramakrishnan and B.-C. Chen. Exploratory mining in cube space. Data Mining and Knowledge Discovery, 15:29–54, 2007.</a:t>
            </a:r>
            <a:endParaRPr lang="en-US" altLang="zh-CN" sz="1600">
              <a:ea typeface="宋体" pitchFamily="2" charset="-122"/>
            </a:endParaRPr>
          </a:p>
          <a:p>
            <a:pPr lvl="0" eaLnBrk="1" hangingPunct="1">
              <a:lnSpc>
                <a:spcPct val="90000"/>
              </a:lnSpc>
            </a:pPr>
            <a:r>
              <a:rPr lang="en-US" altLang="zh-CN" sz="1600">
                <a:solidFill>
                  <a:schemeClr val="hlink"/>
                </a:solidFill>
                <a:ea typeface="宋体" pitchFamily="2" charset="-122"/>
              </a:rPr>
              <a:t>K. A. Ross, D. Srivastava, and D. Chatziantoniou. Complex aggregation at multiple granularities. EDBT'98</a:t>
            </a:r>
            <a:endParaRPr lang="en-US" altLang="zh-CN" sz="1600">
              <a:solidFill>
                <a:schemeClr val="hlink"/>
              </a:solidFill>
              <a:ea typeface="宋体" pitchFamily="2" charset="-122"/>
            </a:endParaRPr>
          </a:p>
          <a:p>
            <a:pPr lvl="0" eaLnBrk="1" hangingPunct="1">
              <a:lnSpc>
                <a:spcPct val="90000"/>
              </a:lnSpc>
            </a:pPr>
            <a:r>
              <a:rPr lang="en-US" altLang="zh-CN" sz="1600">
                <a:solidFill>
                  <a:schemeClr val="hlink"/>
                </a:solidFill>
                <a:ea typeface="宋体" pitchFamily="2" charset="-122"/>
              </a:rPr>
              <a:t>S. Sarawagi, R. Agrawal, and N. Megiddo. Discovery-driven exploration of OLAP data cubes. EDBT'98</a:t>
            </a:r>
            <a:endParaRPr lang="en-US" altLang="zh-CN" sz="1600">
              <a:solidFill>
                <a:schemeClr val="hlink"/>
              </a:solidFill>
              <a:ea typeface="宋体" pitchFamily="2" charset="-122"/>
            </a:endParaRPr>
          </a:p>
          <a:p>
            <a:pPr lvl="0" eaLnBrk="1" hangingPunct="1">
              <a:lnSpc>
                <a:spcPct val="90000"/>
              </a:lnSpc>
            </a:pPr>
            <a:r>
              <a:rPr lang="en-US" altLang="zh-CN" sz="1600">
                <a:ea typeface="宋体" pitchFamily="2" charset="-122"/>
              </a:rPr>
              <a:t>G. Sathe and S. Sarawagi. Intelligent Rollups in Multidimensional OLAP Data. </a:t>
            </a:r>
            <a:r>
              <a:rPr lang="en-US" altLang="zh-CN" sz="1600" i="1">
                <a:ea typeface="宋体" pitchFamily="2" charset="-122"/>
              </a:rPr>
              <a:t>VLDB'01</a:t>
            </a:r>
            <a:endParaRPr sz="1600"/>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625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6DE4585E-0C4F-4833-9235-D5A4E9E4F864}" type="slidenum">
              <a:rPr lang="zh-CN" altLang="en-US" sz="1200">
                <a:ea typeface="宋体" pitchFamily="2" charset="-122"/>
              </a:rPr>
              <a:t>92</a:t>
            </a:fld>
            <a:endParaRPr lang="en-US" altLang="zh-CN" sz="1200">
              <a:ea typeface="宋体" pitchFamily="2" charset="-122"/>
            </a:endParaRPr>
          </a:p>
        </p:txBody>
      </p:sp>
      <p:sp>
        <p:nvSpPr>
          <p:cNvPr id="96259" name="Date Placeholder 3" title=""/>
          <p:cNvSpPr txBox="1">
            <a:spLocks noGrp="1"/>
          </p:cNvSpPr>
          <p:nvPr>
            <p:ph type="dt" idx="10"/>
          </p:nvPr>
        </p:nvSpPr>
        <p:spPr>
          <a:xfrm>
            <a:off x="152400" y="6324600"/>
            <a:ext cx="1905000" cy="5334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fld id="{B9C3124A-D3E4-4B6A-B0F3-E093D85A5356}" type="datetime1">
              <a:rPr lang="en-US" altLang="en-US" sz="1200">
                <a:ea typeface="宋体" pitchFamily="2" charset="-122"/>
              </a:rPr>
              <a:t>4/27/2026</a:t>
            </a:fld>
            <a:endParaRPr lang="en-US" altLang="zh-CN" sz="1200">
              <a:ea typeface="宋体" pitchFamily="2" charset="-122"/>
            </a:endParaRPr>
          </a:p>
        </p:txBody>
      </p:sp>
      <p:sp>
        <p:nvSpPr>
          <p:cNvPr id="96260" name="Footer Placeholder 4" title=""/>
          <p:cNvSpPr txBox="1">
            <a:spLocks noGrp="1"/>
          </p:cNvSpPr>
          <p:nvPr>
            <p:ph type="ftr" idx="11"/>
          </p:nvPr>
        </p:nvSpPr>
        <p:spPr>
          <a:xfrm>
            <a:off x="3200400" y="6324600"/>
            <a:ext cx="2895600" cy="5334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r>
              <a:rPr lang="zh-CN" altLang="en-US" sz="1200">
                <a:ea typeface="宋体" pitchFamily="2" charset="-122"/>
              </a:rPr>
              <a:t>Data Mining: Concepts and Techniques</a:t>
            </a:r>
            <a:endParaRPr lang="en-US" altLang="zh-CN" sz="1200">
              <a:ea typeface="宋体" pitchFamily="2" charset="-122"/>
            </a:endParaRPr>
          </a:p>
        </p:txBody>
      </p:sp>
      <p:sp>
        <p:nvSpPr>
          <p:cNvPr id="9626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0E52C5A-24F1-4F5F-9F1D-889A1B9348F0}" type="slidenum">
              <a:rPr lang="zh-CN" altLang="en-US" sz="1200">
                <a:ea typeface="宋体" pitchFamily="2" charset="-122"/>
              </a:rPr>
              <a:t>92</a:t>
            </a:fld>
            <a:endParaRPr lang="en-US" altLang="zh-CN" sz="1200">
              <a:ea typeface="宋体" pitchFamily="2" charset="-122"/>
            </a:endParaRPr>
          </a:p>
        </p:txBody>
      </p:sp>
      <p:pic>
        <p:nvPicPr>
          <p:cNvPr id="96262" name="Picture 6" descr="105-0545_IMG" title=""/>
          <p:cNvPicPr>
            <a:picLocks noChangeAspect="1"/>
          </p:cNvPicPr>
          <p:nvPr/>
        </p:nvPicPr>
        <p:blipFill>
          <a:blip r:embed="rId3"/>
          <a:stretch>
            <a:fillRect/>
          </a:stretch>
        </p:blipFill>
        <p:spPr>
          <a:xfrm>
            <a:off x="0" y="0"/>
            <a:ext cx="9144000" cy="6858000"/>
          </a:xfrm>
          <a:prstGeom prst="rect">
            <a:avLst/>
          </a:prstGeom>
          <a:noFill/>
          <a:ln>
            <a:noFill/>
            <a:miter lim="800000"/>
          </a:ln>
        </p:spPr>
      </p:pic>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728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1838BE6-2F89-447D-8E41-96675CEA03B6}" type="slidenum">
              <a:rPr lang="zh-CN" altLang="en-US" sz="1200">
                <a:ea typeface="宋体" pitchFamily="2" charset="-122"/>
              </a:rPr>
              <a:t>93</a:t>
            </a:fld>
            <a:endParaRPr lang="en-US" altLang="zh-CN" sz="1200">
              <a:ea typeface="宋体" pitchFamily="2" charset="-122"/>
            </a:endParaRPr>
          </a:p>
        </p:txBody>
      </p:sp>
      <p:sp>
        <p:nvSpPr>
          <p:cNvPr id="9728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81A6C439-7253-40BA-876A-A469FFC80D2B}" type="slidenum">
              <a:rPr lang="zh-CN" altLang="en-US" sz="1200">
                <a:ea typeface="宋体" pitchFamily="2" charset="-122"/>
              </a:rPr>
              <a:t>93</a:t>
            </a:fld>
            <a:endParaRPr lang="en-US" altLang="zh-CN" sz="1200">
              <a:ea typeface="宋体" pitchFamily="2" charset="-122"/>
            </a:endParaRPr>
          </a:p>
        </p:txBody>
      </p:sp>
      <p:sp>
        <p:nvSpPr>
          <p:cNvPr id="97284" name="Rectangle 2" title=""/>
          <p:cNvSpPr>
            <a:spLocks noGrp="1"/>
          </p:cNvSpPr>
          <p:nvPr>
            <p:ph type="title"/>
          </p:nvPr>
        </p:nvSpPr>
        <p:spPr>
          <a:xfrm>
            <a:off x="609600" y="152400"/>
            <a:ext cx="8077200" cy="1066800"/>
          </a:xfrm>
          <a:noFill/>
          <a:ln>
            <a:miter lim="800000"/>
          </a:ln>
        </p:spPr>
        <p:txBody>
          <a:bodyPr wrap="square" lIns="92075" tIns="46038" rIns="92075" bIns="46038" anchor="ctr"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Chapter 5: Data Cube Technology</a:t>
            </a:r>
            <a:endParaRPr lang="en-US" altLang="zh-CN">
              <a:ea typeface="宋体" pitchFamily="2" charset="-122"/>
            </a:endParaRPr>
          </a:p>
        </p:txBody>
      </p:sp>
      <p:sp>
        <p:nvSpPr>
          <p:cNvPr id="97285" name="Rectangle 3" title=""/>
          <p:cNvSpPr>
            <a:spLocks noGrp="1"/>
          </p:cNvSpPr>
          <p:nvPr>
            <p:ph type="body" idx="1"/>
          </p:nvPr>
        </p:nvSpPr>
        <p:spPr>
          <a:xfrm>
            <a:off x="457200" y="1371600"/>
            <a:ext cx="8229600" cy="5257800"/>
          </a:xfrm>
          <a:noFill/>
          <a:ln>
            <a:miter lim="800000"/>
          </a:ln>
        </p:spPr>
        <p:txBody>
          <a:bodyPr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8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800" b="0" i="0" u="none" baseline="0">
                <a:solidFill>
                  <a:schemeClr val="tx1"/>
                </a:solidFill>
                <a:effectLst/>
                <a:latin typeface="+mn-lt"/>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400" b="0" i="0" u="none" baseline="0">
                <a:solidFill>
                  <a:schemeClr val="tx1"/>
                </a:solidFill>
                <a:effectLst/>
                <a:latin typeface="+mn-lt"/>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2000" b="0" i="0" u="none" baseline="0">
                <a:solidFill>
                  <a:schemeClr val="tx1"/>
                </a:solidFill>
                <a:effectLst/>
                <a:latin typeface="+mn-lt"/>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2000" b="0" i="0" u="none" baseline="0">
                <a:solidFill>
                  <a:schemeClr val="tx1"/>
                </a:solidFill>
                <a:effectLst/>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lang="en-US" altLang="en-US" sz="2000">
                <a:solidFill>
                  <a:schemeClr val="tx1"/>
                </a:solidFill>
                <a:latin typeface="+mn-lt"/>
              </a:defRPr>
            </a:lvl9pPr>
          </a:lstStyle>
          <a:p>
            <a:pPr lvl="0"/>
            <a:r>
              <a:rPr lang="en-US" altLang="zh-CN" sz="1800">
                <a:ea typeface="宋体" pitchFamily="2" charset="-122"/>
              </a:rPr>
              <a:t>Efficient Methods for Data Cube Computation</a:t>
            </a:r>
            <a:endParaRPr lang="en-US" altLang="zh-CN" sz="1800">
              <a:ea typeface="宋体" pitchFamily="2" charset="-122"/>
            </a:endParaRPr>
          </a:p>
          <a:p>
            <a:pPr lvl="1">
              <a:lnSpc>
                <a:spcPct val="80000"/>
              </a:lnSpc>
            </a:pPr>
            <a:r>
              <a:rPr lang="en-US" altLang="zh-CN" sz="1800">
                <a:ea typeface="宋体" pitchFamily="2" charset="-122"/>
              </a:rPr>
              <a:t>Preliminary Concepts and General Strategies for Cube Computation</a:t>
            </a:r>
            <a:endParaRPr lang="en-US" altLang="zh-CN" sz="1800">
              <a:ea typeface="宋体" pitchFamily="2" charset="-122"/>
            </a:endParaRPr>
          </a:p>
          <a:p>
            <a:pPr lvl="1"/>
            <a:r>
              <a:rPr lang="en-US" altLang="zh-CN" sz="1800">
                <a:ea typeface="宋体" pitchFamily="2" charset="-122"/>
              </a:rPr>
              <a:t>Multiway Array Aggregation for Full Cube Computation</a:t>
            </a:r>
            <a:endParaRPr lang="en-US" altLang="zh-CN" sz="1800">
              <a:ea typeface="宋体" pitchFamily="2" charset="-122"/>
            </a:endParaRPr>
          </a:p>
          <a:p>
            <a:pPr lvl="1"/>
            <a:r>
              <a:rPr lang="en-US" altLang="zh-CN" sz="1800">
                <a:ea typeface="宋体" pitchFamily="2" charset="-122"/>
              </a:rPr>
              <a:t>BUC: Computing Iceberg Cubes from the Apex Cuboid Downward</a:t>
            </a:r>
            <a:endParaRPr lang="en-US" altLang="zh-CN" sz="1800">
              <a:ea typeface="宋体" pitchFamily="2" charset="-122"/>
            </a:endParaRPr>
          </a:p>
          <a:p>
            <a:pPr lvl="1"/>
            <a:r>
              <a:rPr lang="en-US" altLang="zh-CN" sz="1800">
                <a:ea typeface="宋体" pitchFamily="2" charset="-122"/>
              </a:rPr>
              <a:t>H-Cubing: Exploring an H-Tree Structure</a:t>
            </a:r>
            <a:endParaRPr lang="en-US" altLang="zh-CN" sz="1800">
              <a:ea typeface="宋体" pitchFamily="2" charset="-122"/>
            </a:endParaRPr>
          </a:p>
          <a:p>
            <a:pPr lvl="1"/>
            <a:r>
              <a:rPr lang="en-US" altLang="zh-CN" sz="1800">
                <a:ea typeface="宋体" pitchFamily="2" charset="-122"/>
              </a:rPr>
              <a:t>Star-cubing: Computing Iceberg Cubes Using a Dynamic Star-tree Structure</a:t>
            </a:r>
            <a:endParaRPr lang="en-US" altLang="zh-CN" sz="1800">
              <a:ea typeface="宋体" pitchFamily="2" charset="-122"/>
            </a:endParaRPr>
          </a:p>
          <a:p>
            <a:pPr lvl="1"/>
            <a:r>
              <a:rPr lang="en-US" altLang="zh-CN" sz="1800">
                <a:ea typeface="宋体" pitchFamily="2" charset="-122"/>
              </a:rPr>
              <a:t>Precomputing Shell Fragments for Fast High-Dimensional OLAP</a:t>
            </a:r>
            <a:endParaRPr lang="en-US" altLang="zh-CN" sz="1800">
              <a:ea typeface="宋体" pitchFamily="2" charset="-122"/>
            </a:endParaRPr>
          </a:p>
          <a:p>
            <a:pPr lvl="0"/>
            <a:r>
              <a:rPr lang="en-US" altLang="zh-CN" sz="1800">
                <a:ea typeface="宋体" pitchFamily="2" charset="-122"/>
              </a:rPr>
              <a:t>Data Cubes for Advanced Applications</a:t>
            </a:r>
            <a:endParaRPr lang="en-US" altLang="zh-CN" sz="1800">
              <a:ea typeface="宋体" pitchFamily="2" charset="-122"/>
            </a:endParaRPr>
          </a:p>
          <a:p>
            <a:pPr lvl="1"/>
            <a:r>
              <a:rPr lang="en-US" altLang="zh-CN" sz="1800">
                <a:ea typeface="宋体" pitchFamily="2" charset="-122"/>
              </a:rPr>
              <a:t>Sampling Cubes: OLAP on Sampling Data</a:t>
            </a:r>
            <a:endParaRPr lang="en-US" altLang="zh-CN" sz="1800">
              <a:ea typeface="宋体" pitchFamily="2" charset="-122"/>
            </a:endParaRPr>
          </a:p>
          <a:p>
            <a:pPr lvl="1"/>
            <a:r>
              <a:rPr lang="en-US" altLang="zh-CN" sz="1800">
                <a:ea typeface="宋体" pitchFamily="2" charset="-122"/>
              </a:rPr>
              <a:t>Ranking Cubes: Efficient Computation of Ranking Queries </a:t>
            </a:r>
            <a:endParaRPr lang="en-US" altLang="zh-CN" sz="1800">
              <a:ea typeface="宋体" pitchFamily="2" charset="-122"/>
            </a:endParaRPr>
          </a:p>
          <a:p>
            <a:pPr lvl="0"/>
            <a:r>
              <a:rPr lang="en-US" altLang="zh-CN" sz="1800">
                <a:ea typeface="宋体" pitchFamily="2" charset="-122"/>
              </a:rPr>
              <a:t>Knowledge Discovery with Data Cubes </a:t>
            </a:r>
            <a:endParaRPr lang="en-US" altLang="zh-CN" sz="1800">
              <a:ea typeface="宋体" pitchFamily="2" charset="-122"/>
            </a:endParaRPr>
          </a:p>
          <a:p>
            <a:pPr lvl="1"/>
            <a:r>
              <a:rPr lang="en-US" altLang="zh-CN" sz="1800">
                <a:ea typeface="宋体" pitchFamily="2" charset="-122"/>
              </a:rPr>
              <a:t>Discovery-Driven Exploration of Data Cubes</a:t>
            </a:r>
            <a:endParaRPr lang="en-US" altLang="zh-CN" sz="1800">
              <a:ea typeface="宋体" pitchFamily="2" charset="-122"/>
            </a:endParaRPr>
          </a:p>
          <a:p>
            <a:pPr lvl="1"/>
            <a:r>
              <a:rPr lang="en-US" altLang="zh-CN" sz="1800">
                <a:ea typeface="宋体" pitchFamily="2" charset="-122"/>
              </a:rPr>
              <a:t>Complex Aggregation at Multiple Granularity: Multi-feature Cubes</a:t>
            </a:r>
            <a:endParaRPr lang="en-US" altLang="zh-CN" sz="1800">
              <a:ea typeface="宋体" pitchFamily="2" charset="-122"/>
            </a:endParaRPr>
          </a:p>
          <a:p>
            <a:pPr lvl="1"/>
            <a:r>
              <a:rPr lang="en-US" altLang="zh-CN" sz="1800">
                <a:ea typeface="宋体" pitchFamily="2" charset="-122"/>
              </a:rPr>
              <a:t>Prediction Cubes: Data Mining in Multi-Dimensional Cube Space</a:t>
            </a:r>
            <a:endParaRPr lang="en-US" altLang="zh-CN" sz="1800">
              <a:ea typeface="宋体" pitchFamily="2" charset="-122"/>
            </a:endParaRPr>
          </a:p>
          <a:p>
            <a:pPr lvl="0"/>
            <a:r>
              <a:rPr lang="en-US" altLang="zh-CN" sz="1800">
                <a:ea typeface="宋体" pitchFamily="2" charset="-122"/>
              </a:rPr>
              <a:t>Summary</a:t>
            </a:r>
            <a:endParaRPr lang="en-US" altLang="zh-CN" sz="18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8306"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37F3DC61-A93D-40A7-BD44-B9C6795EF3AB}" type="slidenum">
              <a:rPr lang="zh-CN" altLang="en-US" sz="1200">
                <a:ea typeface="宋体" pitchFamily="2" charset="-122"/>
              </a:rPr>
              <a:t>94</a:t>
            </a:fld>
            <a:endParaRPr lang="en-US" altLang="zh-CN" sz="1200">
              <a:ea typeface="宋体" pitchFamily="2" charset="-122"/>
            </a:endParaRPr>
          </a:p>
        </p:txBody>
      </p:sp>
      <p:sp>
        <p:nvSpPr>
          <p:cNvPr id="98307" name="Slide Number Placeholder 6"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0E4F4594-AF1E-4F38-BA28-262712FB2313}" type="slidenum">
              <a:rPr lang="zh-CN" altLang="en-US" sz="1200">
                <a:ea typeface="宋体" pitchFamily="2" charset="-122"/>
              </a:rPr>
              <a:t>94</a:t>
            </a:fld>
            <a:endParaRPr lang="en-US" altLang="zh-CN" sz="1200">
              <a:ea typeface="宋体" pitchFamily="2" charset="-122"/>
            </a:endParaRPr>
          </a:p>
        </p:txBody>
      </p:sp>
      <p:sp>
        <p:nvSpPr>
          <p:cNvPr id="98308" name="Rectangle 1026"/>
          <p:cNvSpPr>
            <a:spLocks noGrp="1" noChangeArrowheads="1"/>
          </p:cNvSpPr>
          <p:nvPr>
            <p:ph type="title"/>
          </p:nvPr>
        </p:nvSpPr>
        <p:spPr>
          <a:xfrm>
            <a:off x="0" y="381000"/>
            <a:ext cx="9144000" cy="685800"/>
          </a:xfrm>
          <a:prstGeom prst="rect">
            <a:avLst/>
          </a:prstGeom>
        </p:spPr>
        <p:txBody>
          <a:bodyPr vert="horz" wrap="square" lIns="91440" tIns="45720" rIns="91440" bIns="45720" numCol="1" anchor="b"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pitchFamily="34" charset="0"/>
                <a:ea typeface="SimSun" pitchFamily="2" charset="-122"/>
                <a:cs typeface="+mj-cs"/>
              </a:rPr>
              <a:t>H-Cubing: Using H-Tree Structure</a:t>
            </a:r>
          </a:p>
        </p:txBody>
      </p:sp>
      <p:sp>
        <p:nvSpPr>
          <p:cNvPr id="98309" name="Rectangle 1027" title=""/>
          <p:cNvSpPr>
            <a:spLocks noGrp="1"/>
          </p:cNvSpPr>
          <p:nvPr>
            <p:ph type="body" sz="half" idx="1"/>
          </p:nvPr>
        </p:nvSpPr>
        <p:spPr>
          <a:xfrm>
            <a:off x="381000" y="1600200"/>
            <a:ext cx="4038600" cy="4114800"/>
          </a:xfrm>
          <a:noFill/>
          <a:ln>
            <a:miter lim="800000"/>
          </a:ln>
        </p:spPr>
        <p:txBody>
          <a:bodyPr wrap="square" lIns="91440" tIns="45720" rIns="91440" bIns="45720" anchor="t" anchorCtr="0">
            <a:noAutofit/>
          </a:bodyPr>
          <a:lstStyle>
            <a:lvl1pPr marL="342900" indent="-342900" algn="l" defTabSz="914400" rtl="0" eaLnBrk="0" fontAlgn="base" hangingPunct="0">
              <a:lnSpc>
                <a:spcPct val="100000"/>
              </a:lnSpc>
              <a:spcBef>
                <a:spcPct val="20000"/>
              </a:spcBef>
              <a:spcAft>
                <a:spcPct val="0"/>
              </a:spcAft>
              <a:buClr>
                <a:schemeClr val="folHlink"/>
              </a:buClr>
              <a:buSzPct val="60000"/>
              <a:buFont typeface="Wingdings" pitchFamily="2" charset="2"/>
              <a:buChar char="n"/>
              <a:defRPr kumimoji="0" lang="en-US" altLang="en-US" sz="2400" b="0" i="0" u="none" baseline="0">
                <a:solidFill>
                  <a:schemeClr val="tx1"/>
                </a:solidFill>
                <a:effectLst/>
                <a:latin typeface="Tahoma" pitchFamily="34" charset="0"/>
              </a:defRPr>
            </a:lvl1pPr>
            <a:lvl2pPr marL="742950" indent="-285750" algn="l" defTabSz="914400" rtl="0" eaLnBrk="0" fontAlgn="base" hangingPunct="0">
              <a:lnSpc>
                <a:spcPct val="100000"/>
              </a:lnSpc>
              <a:spcBef>
                <a:spcPct val="20000"/>
              </a:spcBef>
              <a:spcAft>
                <a:spcPct val="0"/>
              </a:spcAft>
              <a:buClr>
                <a:schemeClr val="hlink"/>
              </a:buClr>
              <a:buSzPct val="55000"/>
              <a:buFont typeface="Wingdings" pitchFamily="2" charset="2"/>
              <a:buChar char="n"/>
              <a:defRPr kumimoji="0" lang="en-US" altLang="en-US" sz="2400" b="0" i="0" u="none" baseline="0">
                <a:solidFill>
                  <a:schemeClr val="tx1"/>
                </a:solidFill>
                <a:effectLst/>
                <a:latin typeface="Tahoma" pitchFamily="34" charset="0"/>
              </a:defRPr>
            </a:lvl2pPr>
            <a:lvl3pPr marL="1143000" indent="-228600" algn="l" defTabSz="914400" rtl="0" eaLnBrk="0" fontAlgn="base" hangingPunct="0">
              <a:lnSpc>
                <a:spcPct val="100000"/>
              </a:lnSpc>
              <a:spcBef>
                <a:spcPct val="20000"/>
              </a:spcBef>
              <a:spcAft>
                <a:spcPct val="0"/>
              </a:spcAft>
              <a:buClr>
                <a:schemeClr val="folHlink"/>
              </a:buClr>
              <a:buSzPct val="50000"/>
              <a:buFont typeface="Wingdings" pitchFamily="2" charset="2"/>
              <a:buChar char="n"/>
              <a:defRPr kumimoji="0" lang="en-US" altLang="en-US" sz="2000" b="0" i="0" u="none" baseline="0">
                <a:solidFill>
                  <a:schemeClr val="tx1"/>
                </a:solidFill>
                <a:effectLst/>
                <a:latin typeface="Tahoma" pitchFamily="34" charset="0"/>
              </a:defRPr>
            </a:lvl3pPr>
            <a:lvl4pPr marL="1600200" indent="-228600" algn="l" defTabSz="914400" rtl="0" eaLnBrk="0" fontAlgn="base" hangingPunct="0">
              <a:lnSpc>
                <a:spcPct val="100000"/>
              </a:lnSpc>
              <a:spcBef>
                <a:spcPct val="20000"/>
              </a:spcBef>
              <a:spcAft>
                <a:spcPct val="0"/>
              </a:spcAft>
              <a:buClr>
                <a:schemeClr val="accent2"/>
              </a:buClr>
              <a:buSzPct val="55000"/>
              <a:buFont typeface="Wingdings" pitchFamily="2" charset="2"/>
              <a:buChar char="n"/>
              <a:defRPr kumimoji="0" lang="en-US" altLang="en-US" sz="1800" b="0" i="0" u="none" baseline="0">
                <a:solidFill>
                  <a:schemeClr val="tx1"/>
                </a:solidFill>
                <a:effectLst/>
                <a:latin typeface="Tahoma" pitchFamily="34" charset="0"/>
              </a:defRPr>
            </a:lvl4pPr>
            <a:lvl5pPr marL="2057400" indent="-228600" algn="l" defTabSz="914400" rtl="0" eaLnBrk="0" fontAlgn="base" hangingPunct="0">
              <a:lnSpc>
                <a:spcPct val="100000"/>
              </a:lnSpc>
              <a:spcBef>
                <a:spcPct val="20000"/>
              </a:spcBef>
              <a:spcAft>
                <a:spcPct val="0"/>
              </a:spcAft>
              <a:buClr>
                <a:schemeClr val="accent1"/>
              </a:buClr>
              <a:buSzPct val="50000"/>
              <a:buFont typeface="Wingdings" pitchFamily="2" charset="2"/>
              <a:buChar char="n"/>
              <a:defRPr kumimoji="0" lang="en-US" altLang="en-US" sz="1800" b="0" i="0" u="none" baseline="0">
                <a:solidFill>
                  <a:schemeClr val="tx1"/>
                </a:solidFill>
                <a:effectLst/>
                <a:latin typeface="Tahoma" pitchFamily="34" charset="0"/>
              </a:defRPr>
            </a:lvl5pPr>
          </a:lstStyle>
          <a:p>
            <a:pPr lvl="0" eaLnBrk="1" hangingPunct="1">
              <a:lnSpc>
                <a:spcPct val="110000"/>
              </a:lnSpc>
            </a:pPr>
            <a:r>
              <a:rPr lang="en-US" altLang="zh-CN">
                <a:ea typeface="宋体" pitchFamily="2" charset="-122"/>
              </a:rPr>
              <a:t>Bottom-up computation</a:t>
            </a:r>
            <a:endParaRPr lang="en-US" altLang="zh-CN">
              <a:ea typeface="宋体" pitchFamily="2" charset="-122"/>
            </a:endParaRPr>
          </a:p>
          <a:p>
            <a:pPr lvl="0" eaLnBrk="1" hangingPunct="1">
              <a:lnSpc>
                <a:spcPct val="110000"/>
              </a:lnSpc>
            </a:pPr>
            <a:r>
              <a:rPr lang="en-US" altLang="zh-CN">
                <a:ea typeface="宋体" pitchFamily="2" charset="-122"/>
              </a:rPr>
              <a:t>Exploring an H-tree structure</a:t>
            </a:r>
            <a:endParaRPr lang="en-US" altLang="zh-CN">
              <a:ea typeface="宋体" pitchFamily="2" charset="-122"/>
            </a:endParaRPr>
          </a:p>
          <a:p>
            <a:pPr lvl="0" eaLnBrk="1" hangingPunct="1">
              <a:lnSpc>
                <a:spcPct val="110000"/>
              </a:lnSpc>
            </a:pPr>
            <a:r>
              <a:rPr lang="en-US" altLang="zh-CN">
                <a:ea typeface="宋体" pitchFamily="2" charset="-122"/>
              </a:rPr>
              <a:t>If the current computation of an H-tree cannot pass min_sup, do not proceed further (pruning)</a:t>
            </a:r>
            <a:endParaRPr lang="en-US" altLang="zh-CN">
              <a:ea typeface="宋体" pitchFamily="2" charset="-122"/>
            </a:endParaRPr>
          </a:p>
          <a:p>
            <a:pPr lvl="0" eaLnBrk="1" hangingPunct="1">
              <a:lnSpc>
                <a:spcPct val="110000"/>
              </a:lnSpc>
            </a:pPr>
            <a:r>
              <a:rPr lang="en-US" altLang="zh-CN">
                <a:ea typeface="宋体" pitchFamily="2" charset="-122"/>
              </a:rPr>
              <a:t>No simultaneous aggregation</a:t>
            </a:r>
            <a:endParaRPr lang="en-US" altLang="zh-CN">
              <a:ea typeface="宋体" pitchFamily="2" charset="-122"/>
            </a:endParaRPr>
          </a:p>
        </p:txBody>
      </p:sp>
      <p:pic>
        <p:nvPicPr>
          <p:cNvPr id="98310" name="Picture 1029" descr="cuboid-tree" title=""/>
          <p:cNvPicPr>
            <a:picLocks noChangeAspect="1"/>
          </p:cNvPicPr>
          <p:nvPr/>
        </p:nvPicPr>
        <p:blipFill>
          <a:blip r:embed="rId3"/>
          <a:stretch>
            <a:fillRect/>
          </a:stretch>
        </p:blipFill>
        <p:spPr>
          <a:xfrm>
            <a:off x="5029200" y="3657600"/>
            <a:ext cx="3962400" cy="2597150"/>
          </a:xfrm>
          <a:prstGeom prst="rect">
            <a:avLst/>
          </a:prstGeom>
          <a:noFill/>
          <a:ln>
            <a:noFill/>
            <a:miter lim="800000"/>
          </a:ln>
        </p:spPr>
      </p:pic>
      <p:graphicFrame>
        <p:nvGraphicFramePr>
          <p:cNvPr id="98311" name="Object 1024" title=""/>
          <p:cNvGraphicFramePr>
            <a:graphicFrameLocks noChangeAspect="1"/>
          </p:cNvGraphicFramePr>
          <p:nvPr>
            <p:ph sz="half" idx="1"/>
          </p:nvPr>
        </p:nvGraphicFramePr>
        <p:xfrm>
          <a:off x="4648200" y="1295400"/>
          <a:ext cx="4038600" cy="2393950"/>
        </p:xfrm>
        <a:graphic>
          <a:graphicData uri="http://schemas.openxmlformats.org/presentationml/2006/ole">
            <mc:AlternateContent>
              <mc:Choice xmlns:v="urn:schemas-microsoft-com:vml" Requires="v">
                <p:oleObj spid="_x0000_s1060" name="SmartDraw" r:id="rId4" imgW="4038600" imgH="2393950" progId="SmartDraw.2">
                  <p:embed/>
                </p:oleObj>
              </mc:Choice>
              <mc:Fallback>
                <p:oleObj name="SmartDraw" r:id="rId4" imgW="4038600" imgH="2393950" progId="SmartDraw.2">
                  <p:embed/>
                  <p:pic>
                    <p:nvPicPr>
                      <p:cNvPr id="0" name="OLE substitute image"/>
                      <p:cNvPicPr/>
                      <p:nvPr/>
                    </p:nvPicPr>
                    <p:blipFill>
                      <a:blip r:embed="rId5"/>
                      <a:stretch>
                        <a:fillRect/>
                      </a:stretch>
                    </p:blipFill>
                    <p:spPr>
                      <a:xfrm>
                        <a:off x="4648200" y="1295400"/>
                        <a:ext cx="4038600" cy="2393950"/>
                      </a:xfrm>
                      <a:prstGeom prst="rect">
                        <a:avLst/>
                      </a:prstGeom>
                      <a:noFill/>
                      <a:ln w="9525">
                        <a:noFill/>
                        <a:miter lim="800000"/>
                      </a:ln>
                    </p:spPr>
                  </p:pic>
                </p:oleObj>
              </mc:Fallback>
            </mc:AlternateContent>
          </a:graphicData>
        </a:graphic>
      </p:graphicFrame>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99330"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9954BAEE-305E-45CE-B6CF-7507CE2C84C3}" type="slidenum">
              <a:rPr lang="zh-CN" altLang="en-US" sz="1200">
                <a:ea typeface="宋体" pitchFamily="2" charset="-122"/>
              </a:rPr>
              <a:t>95</a:t>
            </a:fld>
            <a:endParaRPr lang="en-US" altLang="zh-CN" sz="1200">
              <a:ea typeface="宋体" pitchFamily="2" charset="-122"/>
            </a:endParaRPr>
          </a:p>
        </p:txBody>
      </p:sp>
      <p:sp>
        <p:nvSpPr>
          <p:cNvPr id="99331"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3C082CD-2743-4888-AD37-ED0BFAEFA7EE}" type="slidenum">
              <a:rPr lang="zh-CN" altLang="en-US" sz="1200">
                <a:ea typeface="宋体" pitchFamily="2" charset="-122"/>
              </a:rPr>
              <a:t>95</a:t>
            </a:fld>
            <a:endParaRPr lang="en-US" altLang="zh-CN" sz="1200">
              <a:ea typeface="宋体" pitchFamily="2" charset="-122"/>
            </a:endParaRPr>
          </a:p>
        </p:txBody>
      </p:sp>
      <p:sp>
        <p:nvSpPr>
          <p:cNvPr id="99332" name="Rectangle 2"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a:ea typeface="宋体" pitchFamily="2" charset="-122"/>
              </a:rPr>
              <a:t>H-tree: A Prefix Hyper-tree</a:t>
            </a:r>
            <a:endParaRPr lang="en-US" altLang="zh-CN">
              <a:ea typeface="宋体" pitchFamily="2" charset="-122"/>
            </a:endParaRPr>
          </a:p>
        </p:txBody>
      </p:sp>
      <p:graphicFrame>
        <p:nvGraphicFramePr>
          <p:cNvPr id="99333" name="Group 3" title=""/>
          <p:cNvGraphicFramePr>
            <a:graphicFrameLocks noGrp="1"/>
          </p:cNvGraphicFramePr>
          <p:nvPr/>
        </p:nvGraphicFramePr>
        <p:xfrm>
          <a:off x="152400" y="4572000"/>
          <a:ext cx="4114800" cy="1993900"/>
        </p:xfrm>
        <a:graphic>
          <a:graphicData uri="http://schemas.openxmlformats.org/drawingml/2006/table">
            <a:tbl>
              <a:tblPr/>
              <a:tblGrid>
                <a:gridCol w="685800"/>
                <a:gridCol w="609600"/>
                <a:gridCol w="838200"/>
                <a:gridCol w="762000"/>
                <a:gridCol w="609600"/>
                <a:gridCol w="609600"/>
              </a:tblGrid>
              <a:tr h="0">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Month</a:t>
                      </a:r>
                      <a:endParaRPr lang="en-US" altLang="zh-CN" sz="1200">
                        <a:solidFill>
                          <a:schemeClr val="folHlink"/>
                        </a:solidFill>
                        <a:ea typeface="宋体" pitchFamily="2" charset="-122"/>
                      </a:endParaRPr>
                    </a:p>
                  </a:txBody>
                  <a:tcPr anchor="ctr">
                    <a:lnL w="28575">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City</a:t>
                      </a:r>
                      <a:endParaRPr lang="en-US" altLang="zh-CN" sz="1200">
                        <a:solidFill>
                          <a:schemeClr val="folHlink"/>
                        </a:solidFill>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Cust_grp</a:t>
                      </a:r>
                      <a:endParaRPr lang="en-US" altLang="zh-CN" sz="1200">
                        <a:solidFill>
                          <a:schemeClr val="folHlink"/>
                        </a:solidFill>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Prod</a:t>
                      </a:r>
                      <a:endParaRPr lang="en-US" altLang="zh-CN" sz="1200">
                        <a:solidFill>
                          <a:schemeClr val="folHlink"/>
                        </a:solidFill>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Cost</a:t>
                      </a:r>
                      <a:endParaRPr lang="en-US" altLang="zh-CN" sz="1200">
                        <a:solidFill>
                          <a:schemeClr val="folHlink"/>
                        </a:solidFill>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solidFill>
                            <a:schemeClr val="folHlink"/>
                          </a:solidFill>
                          <a:ea typeface="宋体" pitchFamily="2" charset="-122"/>
                        </a:rPr>
                        <a:t>Price</a:t>
                      </a:r>
                      <a:endParaRPr lang="en-US" altLang="zh-CN" sz="1200">
                        <a:solidFill>
                          <a:schemeClr val="folHlink"/>
                        </a:solidFill>
                        <a:ea typeface="宋体" pitchFamily="2" charset="-122"/>
                      </a:endParaRPr>
                    </a:p>
                  </a:txBody>
                  <a:tcPr anchor="ctr">
                    <a:lnL w="12700">
                      <a:solidFill>
                        <a:schemeClr val="tx1"/>
                      </a:solidFill>
                      <a:miter lim="800000"/>
                    </a:lnL>
                    <a:lnR w="28575">
                      <a:solidFill>
                        <a:schemeClr val="tx1"/>
                      </a:solidFill>
                      <a:miter lim="800000"/>
                    </a:lnR>
                    <a:lnT w="28575">
                      <a:solidFill>
                        <a:schemeClr val="tx1"/>
                      </a:solidFill>
                      <a:miter lim="800000"/>
                    </a:lnT>
                    <a:lnB w="28575">
                      <a:solidFill>
                        <a:schemeClr val="tx1"/>
                      </a:solidFill>
                      <a:miter lim="800000"/>
                    </a:lnB>
                    <a:noFill/>
                  </a:tcPr>
                </a:tc>
              </a:tr>
              <a:tr h="0">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Jan</a:t>
                      </a:r>
                      <a:endParaRPr lang="en-US" altLang="zh-CN" sz="1200">
                        <a:ea typeface="宋体" pitchFamily="2" charset="-122"/>
                      </a:endParaRPr>
                    </a:p>
                  </a:txBody>
                  <a:tcPr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Tor</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Edu</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Printer</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500</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485</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307975">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Jan</a:t>
                      </a:r>
                      <a:endParaRPr lang="en-US" altLang="zh-CN" sz="1200">
                        <a:ea typeface="宋体" pitchFamily="2" charset="-122"/>
                      </a:endParaRPr>
                    </a:p>
                  </a:txBody>
                  <a:tcPr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Tor</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Hhd</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TV</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800</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1200</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0">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Jan</a:t>
                      </a:r>
                      <a:endParaRPr lang="en-US" altLang="zh-CN" sz="1200">
                        <a:ea typeface="宋体" pitchFamily="2" charset="-122"/>
                      </a:endParaRPr>
                    </a:p>
                  </a:txBody>
                  <a:tcPr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Tor</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Edu</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Camera</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1160</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1280</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0">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Feb</a:t>
                      </a:r>
                      <a:endParaRPr lang="en-US" altLang="zh-CN" sz="1200">
                        <a:ea typeface="宋体" pitchFamily="2" charset="-122"/>
                      </a:endParaRPr>
                    </a:p>
                  </a:txBody>
                  <a:tcPr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Mon</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Bus</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Laptop</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1500</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2500</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0">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Mar</a:t>
                      </a:r>
                      <a:endParaRPr lang="en-US" altLang="zh-CN" sz="1200">
                        <a:ea typeface="宋体" pitchFamily="2" charset="-122"/>
                      </a:endParaRPr>
                    </a:p>
                  </a:txBody>
                  <a:tcPr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Van</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Edu</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200">
                          <a:ea typeface="宋体" pitchFamily="2" charset="-122"/>
                        </a:rPr>
                        <a:t>HD</a:t>
                      </a:r>
                      <a:endParaRPr lang="en-US" altLang="zh-CN"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540</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520</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314325">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200">
                          <a:ea typeface="宋体" pitchFamily="2" charset="-122"/>
                        </a:rPr>
                        <a:t>…</a:t>
                      </a:r>
                      <a:endParaRPr lang="zh-CN" altLang="en-US" sz="1200">
                        <a:ea typeface="宋体" pitchFamily="2" charset="-122"/>
                      </a:endParaRPr>
                    </a:p>
                  </a:txBody>
                  <a:tcPr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99391" name="Text Box 61" title=""/>
          <p:cNvSpPr txBox="1"/>
          <p:nvPr/>
        </p:nvSpPr>
        <p:spPr>
          <a:xfrm>
            <a:off x="6324600" y="1779588"/>
            <a:ext cx="5524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root</a:t>
            </a:r>
            <a:endParaRPr lang="en-US" altLang="zh-CN" sz="1800">
              <a:latin typeface="Times New Roman" pitchFamily="18" charset="0"/>
              <a:ea typeface="宋体" pitchFamily="2" charset="-122"/>
            </a:endParaRPr>
          </a:p>
        </p:txBody>
      </p:sp>
      <p:sp>
        <p:nvSpPr>
          <p:cNvPr id="99392" name="Text Box 62" title=""/>
          <p:cNvSpPr txBox="1"/>
          <p:nvPr/>
        </p:nvSpPr>
        <p:spPr>
          <a:xfrm>
            <a:off x="5638800" y="25146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edu</a:t>
            </a:r>
            <a:endParaRPr lang="en-US" altLang="zh-CN" sz="1800">
              <a:latin typeface="Times New Roman" pitchFamily="18" charset="0"/>
              <a:ea typeface="宋体" pitchFamily="2" charset="-122"/>
            </a:endParaRPr>
          </a:p>
        </p:txBody>
      </p:sp>
      <p:sp>
        <p:nvSpPr>
          <p:cNvPr id="99393" name="Text Box 63" title=""/>
          <p:cNvSpPr txBox="1"/>
          <p:nvPr/>
        </p:nvSpPr>
        <p:spPr>
          <a:xfrm>
            <a:off x="6934200" y="2438400"/>
            <a:ext cx="5270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hhd</a:t>
            </a:r>
            <a:endParaRPr lang="en-US" altLang="zh-CN" sz="1800">
              <a:latin typeface="Times New Roman" pitchFamily="18" charset="0"/>
              <a:ea typeface="宋体" pitchFamily="2" charset="-122"/>
            </a:endParaRPr>
          </a:p>
        </p:txBody>
      </p:sp>
      <p:sp>
        <p:nvSpPr>
          <p:cNvPr id="99394" name="Text Box 64" title=""/>
          <p:cNvSpPr txBox="1"/>
          <p:nvPr/>
        </p:nvSpPr>
        <p:spPr>
          <a:xfrm>
            <a:off x="7924800" y="2389188"/>
            <a:ext cx="5016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bus</a:t>
            </a:r>
            <a:endParaRPr lang="en-US" altLang="zh-CN" sz="1800">
              <a:latin typeface="Times New Roman" pitchFamily="18" charset="0"/>
              <a:ea typeface="宋体" pitchFamily="2" charset="-122"/>
            </a:endParaRPr>
          </a:p>
        </p:txBody>
      </p:sp>
      <p:sp>
        <p:nvSpPr>
          <p:cNvPr id="99395" name="Text Box 65" title=""/>
          <p:cNvSpPr txBox="1"/>
          <p:nvPr/>
        </p:nvSpPr>
        <p:spPr>
          <a:xfrm>
            <a:off x="5105400" y="3352800"/>
            <a:ext cx="488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Jan</a:t>
            </a:r>
            <a:endParaRPr lang="en-US" altLang="zh-CN" sz="1800">
              <a:latin typeface="Times New Roman" pitchFamily="18" charset="0"/>
              <a:ea typeface="宋体" pitchFamily="2" charset="-122"/>
            </a:endParaRPr>
          </a:p>
        </p:txBody>
      </p:sp>
      <p:sp>
        <p:nvSpPr>
          <p:cNvPr id="99396" name="Text Box 66" title=""/>
          <p:cNvSpPr txBox="1"/>
          <p:nvPr/>
        </p:nvSpPr>
        <p:spPr>
          <a:xfrm>
            <a:off x="6096000" y="3352800"/>
            <a:ext cx="5651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Mar</a:t>
            </a:r>
            <a:endParaRPr lang="en-US" altLang="zh-CN" sz="1800">
              <a:latin typeface="Times New Roman" pitchFamily="18" charset="0"/>
              <a:ea typeface="宋体" pitchFamily="2" charset="-122"/>
            </a:endParaRPr>
          </a:p>
        </p:txBody>
      </p:sp>
      <p:sp>
        <p:nvSpPr>
          <p:cNvPr id="99397" name="Text Box 67" title=""/>
          <p:cNvSpPr txBox="1"/>
          <p:nvPr/>
        </p:nvSpPr>
        <p:spPr>
          <a:xfrm>
            <a:off x="7162800" y="3352800"/>
            <a:ext cx="488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Jan</a:t>
            </a:r>
            <a:endParaRPr lang="en-US" altLang="zh-CN" sz="1800">
              <a:latin typeface="Times New Roman" pitchFamily="18" charset="0"/>
              <a:ea typeface="宋体" pitchFamily="2" charset="-122"/>
            </a:endParaRPr>
          </a:p>
        </p:txBody>
      </p:sp>
      <p:sp>
        <p:nvSpPr>
          <p:cNvPr id="99398" name="Text Box 68" title=""/>
          <p:cNvSpPr txBox="1"/>
          <p:nvPr/>
        </p:nvSpPr>
        <p:spPr>
          <a:xfrm>
            <a:off x="8001000" y="3352800"/>
            <a:ext cx="5270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Feb</a:t>
            </a:r>
            <a:endParaRPr lang="en-US" altLang="zh-CN" sz="1800">
              <a:latin typeface="Times New Roman" pitchFamily="18" charset="0"/>
              <a:ea typeface="宋体" pitchFamily="2" charset="-122"/>
            </a:endParaRPr>
          </a:p>
        </p:txBody>
      </p:sp>
      <p:sp>
        <p:nvSpPr>
          <p:cNvPr id="99399" name="Text Box 69" title=""/>
          <p:cNvSpPr txBox="1"/>
          <p:nvPr/>
        </p:nvSpPr>
        <p:spPr>
          <a:xfrm>
            <a:off x="5029200" y="42672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Tor</a:t>
            </a:r>
            <a:endParaRPr lang="en-US" altLang="zh-CN" sz="1800">
              <a:latin typeface="Times New Roman" pitchFamily="18" charset="0"/>
              <a:ea typeface="宋体" pitchFamily="2" charset="-122"/>
            </a:endParaRPr>
          </a:p>
        </p:txBody>
      </p:sp>
      <p:sp>
        <p:nvSpPr>
          <p:cNvPr id="99400" name="Text Box 70" title=""/>
          <p:cNvSpPr txBox="1"/>
          <p:nvPr/>
        </p:nvSpPr>
        <p:spPr>
          <a:xfrm>
            <a:off x="6172200" y="4267200"/>
            <a:ext cx="5651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Van</a:t>
            </a:r>
            <a:endParaRPr lang="en-US" altLang="zh-CN" sz="1800">
              <a:latin typeface="Times New Roman" pitchFamily="18" charset="0"/>
              <a:ea typeface="宋体" pitchFamily="2" charset="-122"/>
            </a:endParaRPr>
          </a:p>
        </p:txBody>
      </p:sp>
      <p:sp>
        <p:nvSpPr>
          <p:cNvPr id="99401" name="Text Box 71" title=""/>
          <p:cNvSpPr txBox="1"/>
          <p:nvPr/>
        </p:nvSpPr>
        <p:spPr>
          <a:xfrm>
            <a:off x="7315200" y="42672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Tor</a:t>
            </a:r>
            <a:endParaRPr lang="en-US" altLang="zh-CN" sz="1800">
              <a:latin typeface="Times New Roman" pitchFamily="18" charset="0"/>
              <a:ea typeface="宋体" pitchFamily="2" charset="-122"/>
            </a:endParaRPr>
          </a:p>
        </p:txBody>
      </p:sp>
      <p:sp>
        <p:nvSpPr>
          <p:cNvPr id="99402" name="Text Box 72" title=""/>
          <p:cNvSpPr txBox="1"/>
          <p:nvPr/>
        </p:nvSpPr>
        <p:spPr>
          <a:xfrm>
            <a:off x="8229600" y="4267200"/>
            <a:ext cx="615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Mon</a:t>
            </a:r>
            <a:endParaRPr lang="en-US" altLang="zh-CN" sz="1800">
              <a:latin typeface="Times New Roman" pitchFamily="18" charset="0"/>
              <a:ea typeface="宋体" pitchFamily="2" charset="-122"/>
            </a:endParaRPr>
          </a:p>
        </p:txBody>
      </p:sp>
      <p:cxnSp>
        <p:nvCxnSpPr>
          <p:cNvPr id="99403" name="AutoShape 73" title=""/>
          <p:cNvCxnSpPr>
            <a:stCxn id="99391" idx="2"/>
            <a:endCxn id="99394" idx="0"/>
          </p:cNvCxnSpPr>
          <p:nvPr/>
        </p:nvCxnSpPr>
        <p:spPr>
          <a:xfrm>
            <a:off x="6600825" y="2146300"/>
            <a:ext cx="1574800" cy="242888"/>
          </a:xfrm>
          <a:prstGeom prst="line">
            <a:avLst/>
          </a:prstGeom>
          <a:noFill/>
          <a:ln w="12700">
            <a:solidFill>
              <a:schemeClr val="tx1"/>
            </a:solidFill>
            <a:miter lim="800000"/>
          </a:ln>
        </p:spPr>
      </p:cxnSp>
      <p:cxnSp>
        <p:nvCxnSpPr>
          <p:cNvPr id="99404" name="AutoShape 74" title=""/>
          <p:cNvCxnSpPr>
            <a:stCxn id="99394" idx="2"/>
            <a:endCxn id="99398" idx="0"/>
          </p:cNvCxnSpPr>
          <p:nvPr/>
        </p:nvCxnSpPr>
        <p:spPr>
          <a:xfrm>
            <a:off x="8175625" y="2755900"/>
            <a:ext cx="88900" cy="596900"/>
          </a:xfrm>
          <a:prstGeom prst="line">
            <a:avLst/>
          </a:prstGeom>
          <a:noFill/>
          <a:ln w="12700">
            <a:solidFill>
              <a:schemeClr val="tx1"/>
            </a:solidFill>
            <a:miter lim="800000"/>
          </a:ln>
        </p:spPr>
      </p:cxnSp>
      <p:cxnSp>
        <p:nvCxnSpPr>
          <p:cNvPr id="99405" name="AutoShape 75" title=""/>
          <p:cNvCxnSpPr>
            <a:stCxn id="99398" idx="2"/>
            <a:endCxn id="99402" idx="0"/>
          </p:cNvCxnSpPr>
          <p:nvPr/>
        </p:nvCxnSpPr>
        <p:spPr>
          <a:xfrm>
            <a:off x="8264525" y="3719513"/>
            <a:ext cx="273050" cy="547687"/>
          </a:xfrm>
          <a:prstGeom prst="line">
            <a:avLst/>
          </a:prstGeom>
          <a:noFill/>
          <a:ln w="12700">
            <a:solidFill>
              <a:schemeClr val="tx1"/>
            </a:solidFill>
            <a:miter lim="800000"/>
          </a:ln>
        </p:spPr>
      </p:cxnSp>
      <p:grpSp>
        <p:nvGrpSpPr>
          <p:cNvPr id="99406" name="Group 76" title=""/>
          <p:cNvGrpSpPr/>
          <p:nvPr/>
        </p:nvGrpSpPr>
        <p:grpSpPr>
          <a:xfrm>
            <a:off x="8229600" y="4648200"/>
            <a:ext cx="552450" cy="608013"/>
            <a:chOff x="4752" y="3216"/>
            <a:chExt cx="348" cy="383"/>
          </a:xfrm>
        </p:grpSpPr>
        <p:sp>
          <p:nvSpPr>
            <p:cNvPr id="99491" name="Text Box 77"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99492" name="Line 78" title=""/>
            <p:cNvSpPr/>
            <p:nvPr/>
          </p:nvSpPr>
          <p:spPr>
            <a:xfrm flipH="1" flipV="1">
              <a:off x="4944" y="3216"/>
              <a:ext cx="0" cy="144"/>
            </a:xfrm>
            <a:prstGeom prst="line">
              <a:avLst/>
            </a:prstGeom>
            <a:noFill/>
            <a:ln w="12700">
              <a:solidFill>
                <a:srgbClr val="0000CC"/>
              </a:solidFill>
              <a:miter lim="800000"/>
            </a:ln>
          </p:spPr>
        </p:sp>
      </p:grpSp>
      <p:cxnSp>
        <p:nvCxnSpPr>
          <p:cNvPr id="99407" name="AutoShape 79" title=""/>
          <p:cNvCxnSpPr>
            <a:stCxn id="99391" idx="2"/>
            <a:endCxn id="99393" idx="0"/>
          </p:cNvCxnSpPr>
          <p:nvPr/>
        </p:nvCxnSpPr>
        <p:spPr>
          <a:xfrm>
            <a:off x="6600825" y="2146300"/>
            <a:ext cx="596900" cy="292100"/>
          </a:xfrm>
          <a:prstGeom prst="line">
            <a:avLst/>
          </a:prstGeom>
          <a:noFill/>
          <a:ln w="12700">
            <a:solidFill>
              <a:schemeClr val="tx1"/>
            </a:solidFill>
            <a:miter lim="800000"/>
          </a:ln>
        </p:spPr>
      </p:cxnSp>
      <p:cxnSp>
        <p:nvCxnSpPr>
          <p:cNvPr id="99408" name="AutoShape 80" title=""/>
          <p:cNvCxnSpPr>
            <a:stCxn id="99393" idx="2"/>
            <a:endCxn id="99397" idx="0"/>
          </p:cNvCxnSpPr>
          <p:nvPr/>
        </p:nvCxnSpPr>
        <p:spPr>
          <a:xfrm>
            <a:off x="7197725" y="2805113"/>
            <a:ext cx="209550" cy="547687"/>
          </a:xfrm>
          <a:prstGeom prst="line">
            <a:avLst/>
          </a:prstGeom>
          <a:noFill/>
          <a:ln w="12700">
            <a:solidFill>
              <a:schemeClr val="tx1"/>
            </a:solidFill>
            <a:miter lim="800000"/>
          </a:ln>
        </p:spPr>
      </p:cxnSp>
      <p:cxnSp>
        <p:nvCxnSpPr>
          <p:cNvPr id="99409" name="AutoShape 81" title=""/>
          <p:cNvCxnSpPr>
            <a:stCxn id="99397" idx="2"/>
            <a:endCxn id="99401" idx="0"/>
          </p:cNvCxnSpPr>
          <p:nvPr/>
        </p:nvCxnSpPr>
        <p:spPr>
          <a:xfrm>
            <a:off x="7407275" y="3719513"/>
            <a:ext cx="165100" cy="547687"/>
          </a:xfrm>
          <a:prstGeom prst="line">
            <a:avLst/>
          </a:prstGeom>
          <a:noFill/>
          <a:ln w="12700">
            <a:solidFill>
              <a:schemeClr val="tx1"/>
            </a:solidFill>
            <a:miter lim="800000"/>
          </a:ln>
        </p:spPr>
      </p:cxnSp>
      <p:grpSp>
        <p:nvGrpSpPr>
          <p:cNvPr id="99410" name="Group 82" title=""/>
          <p:cNvGrpSpPr/>
          <p:nvPr/>
        </p:nvGrpSpPr>
        <p:grpSpPr>
          <a:xfrm>
            <a:off x="6172200" y="4648200"/>
            <a:ext cx="552450" cy="608013"/>
            <a:chOff x="4752" y="3216"/>
            <a:chExt cx="348" cy="383"/>
          </a:xfrm>
        </p:grpSpPr>
        <p:sp>
          <p:nvSpPr>
            <p:cNvPr id="99489" name="Text Box 83"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99490" name="Line 84" title=""/>
            <p:cNvSpPr/>
            <p:nvPr/>
          </p:nvSpPr>
          <p:spPr>
            <a:xfrm flipH="1" flipV="1">
              <a:off x="4944" y="3216"/>
              <a:ext cx="0" cy="144"/>
            </a:xfrm>
            <a:prstGeom prst="line">
              <a:avLst/>
            </a:prstGeom>
            <a:noFill/>
            <a:ln w="12700">
              <a:solidFill>
                <a:srgbClr val="0000CC"/>
              </a:solidFill>
              <a:miter lim="800000"/>
            </a:ln>
          </p:spPr>
        </p:sp>
      </p:grpSp>
      <p:grpSp>
        <p:nvGrpSpPr>
          <p:cNvPr id="99411" name="Group 85" title=""/>
          <p:cNvGrpSpPr/>
          <p:nvPr/>
        </p:nvGrpSpPr>
        <p:grpSpPr>
          <a:xfrm>
            <a:off x="7315200" y="4648200"/>
            <a:ext cx="552450" cy="608013"/>
            <a:chOff x="4752" y="3216"/>
            <a:chExt cx="348" cy="383"/>
          </a:xfrm>
        </p:grpSpPr>
        <p:sp>
          <p:nvSpPr>
            <p:cNvPr id="99487" name="Text Box 86"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99488" name="Line 87" title=""/>
            <p:cNvSpPr/>
            <p:nvPr/>
          </p:nvSpPr>
          <p:spPr>
            <a:xfrm flipH="1" flipV="1">
              <a:off x="4944" y="3216"/>
              <a:ext cx="0" cy="144"/>
            </a:xfrm>
            <a:prstGeom prst="line">
              <a:avLst/>
            </a:prstGeom>
            <a:noFill/>
            <a:ln w="12700">
              <a:solidFill>
                <a:srgbClr val="0000CC"/>
              </a:solidFill>
              <a:miter lim="800000"/>
            </a:ln>
          </p:spPr>
        </p:sp>
      </p:grpSp>
      <p:cxnSp>
        <p:nvCxnSpPr>
          <p:cNvPr id="99412" name="AutoShape 88" title=""/>
          <p:cNvCxnSpPr>
            <a:stCxn id="99391" idx="2"/>
            <a:endCxn id="99392" idx="0"/>
          </p:cNvCxnSpPr>
          <p:nvPr/>
        </p:nvCxnSpPr>
        <p:spPr>
          <a:xfrm flipH="1">
            <a:off x="5895975" y="2146300"/>
            <a:ext cx="704850" cy="368300"/>
          </a:xfrm>
          <a:prstGeom prst="line">
            <a:avLst/>
          </a:prstGeom>
          <a:noFill/>
          <a:ln w="12700">
            <a:solidFill>
              <a:schemeClr val="tx1"/>
            </a:solidFill>
            <a:miter lim="800000"/>
          </a:ln>
        </p:spPr>
      </p:cxnSp>
      <p:cxnSp>
        <p:nvCxnSpPr>
          <p:cNvPr id="99413" name="AutoShape 89" title=""/>
          <p:cNvCxnSpPr>
            <a:stCxn id="99392" idx="2"/>
            <a:endCxn id="99396" idx="0"/>
          </p:cNvCxnSpPr>
          <p:nvPr/>
        </p:nvCxnSpPr>
        <p:spPr>
          <a:xfrm>
            <a:off x="5895975" y="2881313"/>
            <a:ext cx="482600" cy="471487"/>
          </a:xfrm>
          <a:prstGeom prst="line">
            <a:avLst/>
          </a:prstGeom>
          <a:noFill/>
          <a:ln w="12700">
            <a:solidFill>
              <a:schemeClr val="tx1"/>
            </a:solidFill>
            <a:miter lim="800000"/>
          </a:ln>
        </p:spPr>
      </p:cxnSp>
      <p:cxnSp>
        <p:nvCxnSpPr>
          <p:cNvPr id="99414" name="AutoShape 90" title=""/>
          <p:cNvCxnSpPr>
            <a:stCxn id="99392" idx="2"/>
            <a:endCxn id="99395" idx="0"/>
          </p:cNvCxnSpPr>
          <p:nvPr/>
        </p:nvCxnSpPr>
        <p:spPr>
          <a:xfrm flipH="1">
            <a:off x="5349875" y="2881313"/>
            <a:ext cx="546100" cy="471487"/>
          </a:xfrm>
          <a:prstGeom prst="line">
            <a:avLst/>
          </a:prstGeom>
          <a:noFill/>
          <a:ln w="12700">
            <a:solidFill>
              <a:schemeClr val="tx1"/>
            </a:solidFill>
            <a:miter lim="800000"/>
          </a:ln>
        </p:spPr>
      </p:cxnSp>
      <p:cxnSp>
        <p:nvCxnSpPr>
          <p:cNvPr id="99415" name="AutoShape 91" title=""/>
          <p:cNvCxnSpPr>
            <a:stCxn id="99396" idx="2"/>
            <a:endCxn id="99400" idx="0"/>
          </p:cNvCxnSpPr>
          <p:nvPr/>
        </p:nvCxnSpPr>
        <p:spPr>
          <a:xfrm>
            <a:off x="6378575" y="3719513"/>
            <a:ext cx="76200" cy="547687"/>
          </a:xfrm>
          <a:prstGeom prst="line">
            <a:avLst/>
          </a:prstGeom>
          <a:noFill/>
          <a:ln w="12700">
            <a:solidFill>
              <a:schemeClr val="tx1"/>
            </a:solidFill>
            <a:miter lim="800000"/>
          </a:ln>
        </p:spPr>
      </p:cxnSp>
      <p:cxnSp>
        <p:nvCxnSpPr>
          <p:cNvPr id="99416" name="AutoShape 92" title=""/>
          <p:cNvCxnSpPr>
            <a:stCxn id="99395" idx="2"/>
            <a:endCxn id="99399" idx="0"/>
          </p:cNvCxnSpPr>
          <p:nvPr/>
        </p:nvCxnSpPr>
        <p:spPr>
          <a:xfrm flipH="1">
            <a:off x="5286375" y="3719513"/>
            <a:ext cx="63500" cy="547687"/>
          </a:xfrm>
          <a:prstGeom prst="line">
            <a:avLst/>
          </a:prstGeom>
          <a:noFill/>
          <a:ln w="12700">
            <a:solidFill>
              <a:schemeClr val="tx1"/>
            </a:solidFill>
            <a:miter lim="800000"/>
          </a:ln>
        </p:spPr>
      </p:cxnSp>
      <p:graphicFrame>
        <p:nvGraphicFramePr>
          <p:cNvPr id="99417" name="Group 93" title=""/>
          <p:cNvGraphicFramePr>
            <a:graphicFrameLocks noGrp="1"/>
          </p:cNvGraphicFramePr>
          <p:nvPr/>
        </p:nvGraphicFramePr>
        <p:xfrm>
          <a:off x="4648200" y="4953000"/>
          <a:ext cx="1219200" cy="1299226"/>
        </p:xfrm>
        <a:graphic>
          <a:graphicData uri="http://schemas.openxmlformats.org/drawingml/2006/table">
            <a:tbl>
              <a:tblPr/>
              <a:tblGrid>
                <a:gridCol w="1219200"/>
              </a:tblGrid>
              <a:tr h="334962">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Quant-Info</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r h="628650">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Sum: 1765</a:t>
                      </a:r>
                      <a:endParaRPr lang="en-US" altLang="zh-CN" sz="1600">
                        <a:solidFill>
                          <a:srgbClr val="0000CC"/>
                        </a:solidFill>
                        <a:ea typeface="宋体" pitchFamily="2" charset="-122"/>
                      </a:endParaRPr>
                    </a:p>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Cnt: 2</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r h="334962">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bins</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bl>
          </a:graphicData>
        </a:graphic>
      </p:graphicFrame>
      <p:sp>
        <p:nvSpPr>
          <p:cNvPr id="99427" name="Line 103" title=""/>
          <p:cNvSpPr/>
          <p:nvPr/>
        </p:nvSpPr>
        <p:spPr>
          <a:xfrm flipH="1" flipV="1">
            <a:off x="5257800" y="4648200"/>
            <a:ext cx="0" cy="304800"/>
          </a:xfrm>
          <a:prstGeom prst="line">
            <a:avLst/>
          </a:prstGeom>
          <a:noFill/>
          <a:ln w="12700">
            <a:solidFill>
              <a:srgbClr val="0000CC"/>
            </a:solidFill>
            <a:miter lim="800000"/>
          </a:ln>
        </p:spPr>
      </p:sp>
      <p:graphicFrame>
        <p:nvGraphicFramePr>
          <p:cNvPr id="99428" name="Group 104" title=""/>
          <p:cNvGraphicFramePr>
            <a:graphicFrameLocks noGrp="1"/>
          </p:cNvGraphicFramePr>
          <p:nvPr/>
        </p:nvGraphicFramePr>
        <p:xfrm>
          <a:off x="838200" y="1524000"/>
          <a:ext cx="3962400" cy="2933700"/>
        </p:xfrm>
        <a:graphic>
          <a:graphicData uri="http://schemas.openxmlformats.org/drawingml/2006/table">
            <a:tbl>
              <a:tblPr/>
              <a:tblGrid>
                <a:gridCol w="1371600"/>
                <a:gridCol w="1371600"/>
                <a:gridCol w="1219200"/>
              </a:tblGrid>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ea typeface="宋体" pitchFamily="2" charset="-122"/>
                        </a:rPr>
                        <a:t>Attr. Val.</a:t>
                      </a:r>
                      <a:endParaRPr lang="en-US" altLang="zh-CN" sz="1600" b="1">
                        <a:ea typeface="宋体" pitchFamily="2" charset="-122"/>
                      </a:endParaRPr>
                    </a:p>
                  </a:txBody>
                  <a:tcPr marT="0" marB="0"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ea typeface="宋体" pitchFamily="2" charset="-122"/>
                        </a:rPr>
                        <a:t>Quant-Info</a:t>
                      </a:r>
                      <a:endParaRPr lang="en-US" altLang="zh-CN" sz="1600" b="1">
                        <a:ea typeface="宋体" pitchFamily="2" charset="-122"/>
                      </a:endParaRPr>
                    </a:p>
                  </a:txBody>
                  <a:tcPr marT="0" marB="0"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ea typeface="宋体" pitchFamily="2" charset="-122"/>
                        </a:rPr>
                        <a:t>Side-link</a:t>
                      </a:r>
                      <a:endParaRPr lang="en-US" altLang="zh-CN" sz="1600" b="1">
                        <a:ea typeface="宋体" pitchFamily="2" charset="-122"/>
                      </a:endParaRPr>
                    </a:p>
                  </a:txBody>
                  <a:tcPr marT="0" marB="0"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Edu</a:t>
                      </a:r>
                      <a:endParaRPr lang="en-US" altLang="zh-CN"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Sum:2285 …</a:t>
                      </a:r>
                      <a:endParaRPr lang="en-US" altLang="zh-CN"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Hhd</a:t>
                      </a:r>
                      <a:endParaRPr lang="en-US" altLang="zh-CN"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Bus</a:t>
                      </a:r>
                      <a:endParaRPr lang="en-US" altLang="zh-CN"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Jan</a:t>
                      </a:r>
                      <a:endParaRPr lang="en-US" altLang="zh-CN"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a:ea typeface="宋体" pitchFamily="2" charset="-122"/>
                        </a:rPr>
                        <a:t>Feb</a:t>
                      </a:r>
                      <a:endParaRPr lang="en-US" altLang="zh-CN"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solidFill>
                            <a:srgbClr val="FF0000"/>
                          </a:solidFill>
                          <a:ea typeface="宋体" pitchFamily="2" charset="-122"/>
                        </a:rPr>
                        <a:t>Tor</a:t>
                      </a:r>
                      <a:endParaRPr lang="en-US" altLang="zh-CN" sz="1600" b="1">
                        <a:solidFill>
                          <a:srgbClr val="FF0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b="1">
                          <a:solidFill>
                            <a:srgbClr val="FF0000"/>
                          </a:solidFill>
                          <a:ea typeface="宋体" pitchFamily="2" charset="-122"/>
                        </a:rPr>
                        <a:t>…</a:t>
                      </a:r>
                      <a:endParaRPr lang="zh-CN" altLang="en-US" sz="1600" b="1">
                        <a:solidFill>
                          <a:srgbClr val="FF0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solidFill>
                            <a:srgbClr val="0000CC"/>
                          </a:solidFill>
                          <a:ea typeface="宋体" pitchFamily="2" charset="-122"/>
                        </a:rPr>
                        <a:t>Van</a:t>
                      </a:r>
                      <a:endParaRPr lang="en-US" altLang="zh-CN" sz="1600" b="1">
                        <a:solidFill>
                          <a:srgbClr val="0000CC"/>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b="1">
                          <a:solidFill>
                            <a:srgbClr val="0000CC"/>
                          </a:solidFill>
                          <a:ea typeface="宋体" pitchFamily="2" charset="-122"/>
                        </a:rPr>
                        <a:t>…</a:t>
                      </a:r>
                      <a:endParaRPr lang="zh-CN" altLang="en-US" sz="1600" b="1">
                        <a:solidFill>
                          <a:srgbClr val="0000CC"/>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b="1">
                        <a:solidFill>
                          <a:srgbClr val="0000CC"/>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600" b="1">
                          <a:solidFill>
                            <a:srgbClr val="008000"/>
                          </a:solidFill>
                          <a:ea typeface="宋体" pitchFamily="2" charset="-122"/>
                        </a:rPr>
                        <a:t>Mon</a:t>
                      </a:r>
                      <a:endParaRPr lang="en-US" altLang="zh-CN" sz="1600" b="1">
                        <a:solidFill>
                          <a:srgbClr val="008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b="1">
                          <a:solidFill>
                            <a:srgbClr val="008000"/>
                          </a:solidFill>
                          <a:ea typeface="宋体" pitchFamily="2" charset="-122"/>
                        </a:rPr>
                        <a:t>…</a:t>
                      </a:r>
                      <a:endParaRPr lang="zh-CN" altLang="en-US" sz="1600" b="1">
                        <a:solidFill>
                          <a:srgbClr val="008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b="1">
                        <a:solidFill>
                          <a:srgbClr val="008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447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600">
                          <a:ea typeface="宋体" pitchFamily="2" charset="-122"/>
                        </a:rPr>
                        <a:t>…</a:t>
                      </a:r>
                      <a:endParaRPr lang="zh-CN" altLang="en-US" sz="16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6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99482" name="Text Box 158" title=""/>
          <p:cNvSpPr txBox="1"/>
          <p:nvPr/>
        </p:nvSpPr>
        <p:spPr>
          <a:xfrm>
            <a:off x="0" y="2362200"/>
            <a:ext cx="1063625" cy="822325"/>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2400">
                <a:latin typeface="Times New Roman" pitchFamily="18" charset="0"/>
                <a:ea typeface="宋体" pitchFamily="2" charset="-122"/>
              </a:rPr>
              <a:t>Header</a:t>
            </a:r>
            <a:endParaRPr lang="en-US" altLang="zh-CN" sz="2400">
              <a:latin typeface="Times New Roman" pitchFamily="18" charset="0"/>
              <a:ea typeface="宋体" pitchFamily="2" charset="-122"/>
            </a:endParaRPr>
          </a:p>
          <a:p>
            <a:pPr marL="0" lvl="0" indent="0" eaLnBrk="1" hangingPunct="1"/>
            <a:r>
              <a:rPr lang="en-US" altLang="zh-CN" sz="2400">
                <a:latin typeface="Times New Roman" pitchFamily="18" charset="0"/>
                <a:ea typeface="宋体" pitchFamily="2" charset="-122"/>
              </a:rPr>
              <a:t>table</a:t>
            </a:r>
            <a:endParaRPr lang="en-US" altLang="zh-CN" sz="2400">
              <a:latin typeface="Times New Roman" pitchFamily="18" charset="0"/>
              <a:ea typeface="宋体" pitchFamily="2" charset="-122"/>
            </a:endParaRPr>
          </a:p>
        </p:txBody>
      </p:sp>
      <p:cxnSp>
        <p:nvCxnSpPr>
          <p:cNvPr id="99483" name="AutoShape 159" title=""/>
          <p:cNvCxnSpPr>
            <a:endCxn id="99399" idx="1"/>
          </p:cNvCxnSpPr>
          <p:nvPr/>
        </p:nvCxnSpPr>
        <p:spPr>
          <a:xfrm>
            <a:off x="4800600" y="3602038"/>
            <a:ext cx="228600" cy="849312"/>
          </a:xfrm>
          <a:prstGeom prst="curvedConnector3">
            <a:avLst>
              <a:gd name="adj1" fmla="val 50000"/>
            </a:avLst>
          </a:prstGeom>
          <a:noFill/>
          <a:ln w="28575">
            <a:solidFill>
              <a:srgbClr val="FF0000"/>
            </a:solidFill>
            <a:miter lim="800000"/>
            <a:tailEnd type="triangle"/>
          </a:ln>
        </p:spPr>
      </p:cxnSp>
      <p:sp>
        <p:nvSpPr>
          <p:cNvPr id="99484" name="Freeform 160" title=""/>
          <p:cNvSpPr/>
          <p:nvPr/>
        </p:nvSpPr>
        <p:spPr bwMode="auto">
          <a:xfrm>
            <a:off x="5562600" y="3886200"/>
            <a:ext cx="1752600" cy="609600"/>
          </a:xfrm>
          <a:custGeom>
            <a:gdLst>
              <a:gd name="GT0" fmla="+- l w 0"/>
              <a:gd name="GT1" fmla="+- t h 0"/>
            </a:gdLst>
            <a:cxnLst>
              <a:cxn ang="0">
                <a:pos x="0" y="2147483647"/>
              </a:cxn>
              <a:cxn ang="0">
                <a:pos x="2147483647" y="2147483647"/>
              </a:cxn>
              <a:cxn ang="0">
                <a:pos x="2147483647" y="2147483647"/>
              </a:cxn>
            </a:cxnLst>
            <a:rect l="l" t="t" r="GT0" b="GT1"/>
            <a:pathLst>
              <a:path w="1104" h="248">
                <a:moveTo>
                  <a:pt x="0" y="248"/>
                </a:moveTo>
                <a:cubicBezTo>
                  <a:pt x="172" y="132"/>
                  <a:pt x="344" y="16"/>
                  <a:pt x="528" y="8"/>
                </a:cubicBezTo>
                <a:cubicBezTo>
                  <a:pt x="712" y="0"/>
                  <a:pt x="908" y="100"/>
                  <a:pt x="1104" y="200"/>
                </a:cubicBezTo>
              </a:path>
            </a:pathLst>
          </a:custGeom>
          <a:noFill/>
          <a:ln w="28575">
            <a:solidFill>
              <a:srgbClr val="FF0000"/>
            </a:solidFill>
            <a:round/>
            <a:headEnd type="none" w="sm" len="sm"/>
            <a:tailEnd type="triangle" w="med" len="med"/>
          </a:ln>
        </p:spPr>
      </p:sp>
      <p:cxnSp>
        <p:nvCxnSpPr>
          <p:cNvPr id="99485" name="AutoShape 161" title=""/>
          <p:cNvCxnSpPr>
            <a:endCxn id="99400" idx="1"/>
          </p:cNvCxnSpPr>
          <p:nvPr/>
        </p:nvCxnSpPr>
        <p:spPr>
          <a:xfrm>
            <a:off x="4800600" y="3846513"/>
            <a:ext cx="1371600" cy="604837"/>
          </a:xfrm>
          <a:prstGeom prst="curvedConnector3">
            <a:avLst>
              <a:gd name="adj1" fmla="val 50000"/>
            </a:avLst>
          </a:prstGeom>
          <a:noFill/>
          <a:ln w="28575">
            <a:solidFill>
              <a:srgbClr val="0000FF"/>
            </a:solidFill>
            <a:miter lim="800000"/>
            <a:tailEnd type="triangle"/>
          </a:ln>
        </p:spPr>
      </p:cxnSp>
      <p:cxnSp>
        <p:nvCxnSpPr>
          <p:cNvPr id="99486" name="AutoShape 162" title=""/>
          <p:cNvCxnSpPr>
            <a:endCxn id="99402" idx="1"/>
          </p:cNvCxnSpPr>
          <p:nvPr/>
        </p:nvCxnSpPr>
        <p:spPr>
          <a:xfrm>
            <a:off x="4800600" y="4090988"/>
            <a:ext cx="3429000" cy="360362"/>
          </a:xfrm>
          <a:prstGeom prst="curvedConnector3">
            <a:avLst>
              <a:gd name="adj1" fmla="val 50000"/>
            </a:avLst>
          </a:prstGeom>
          <a:noFill/>
          <a:ln w="28575">
            <a:solidFill>
              <a:srgbClr val="008000"/>
            </a:solidFill>
            <a:miter lim="800000"/>
            <a:tailEnd type="triangle"/>
          </a:ln>
        </p:spPr>
      </p:cxn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00354"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11348B62-21CB-4917-B10A-3FDEC90D980D}" type="slidenum">
              <a:rPr lang="zh-CN" altLang="en-US" sz="1200">
                <a:ea typeface="宋体" pitchFamily="2" charset="-122"/>
              </a:rPr>
              <a:t>96</a:t>
            </a:fld>
            <a:endParaRPr lang="en-US" altLang="zh-CN" sz="1200">
              <a:ea typeface="宋体" pitchFamily="2" charset="-122"/>
            </a:endParaRPr>
          </a:p>
        </p:txBody>
      </p:sp>
      <p:sp>
        <p:nvSpPr>
          <p:cNvPr id="100355"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A22F4B42-B458-42EA-AFFE-52A9BD6981BB}" type="slidenum">
              <a:rPr lang="zh-CN" altLang="en-US" sz="1200">
                <a:ea typeface="宋体" pitchFamily="2" charset="-122"/>
              </a:rPr>
              <a:t>96</a:t>
            </a:fld>
            <a:endParaRPr lang="en-US" altLang="zh-CN" sz="1200">
              <a:ea typeface="宋体" pitchFamily="2" charset="-122"/>
            </a:endParaRPr>
          </a:p>
        </p:txBody>
      </p:sp>
      <p:sp>
        <p:nvSpPr>
          <p:cNvPr id="100356" name="Text Box 3" title=""/>
          <p:cNvSpPr txBox="1"/>
          <p:nvPr/>
        </p:nvSpPr>
        <p:spPr>
          <a:xfrm>
            <a:off x="6477000" y="2078038"/>
            <a:ext cx="5905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root</a:t>
            </a:r>
            <a:endParaRPr lang="en-US" altLang="zh-CN" sz="1800">
              <a:ea typeface="宋体" pitchFamily="2" charset="-122"/>
            </a:endParaRPr>
          </a:p>
        </p:txBody>
      </p:sp>
      <p:sp>
        <p:nvSpPr>
          <p:cNvPr id="100357" name="Text Box 4" title=""/>
          <p:cNvSpPr txBox="1"/>
          <p:nvPr/>
        </p:nvSpPr>
        <p:spPr>
          <a:xfrm>
            <a:off x="5791200" y="2813050"/>
            <a:ext cx="63658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Edu.</a:t>
            </a:r>
            <a:endParaRPr lang="en-US" altLang="zh-CN" sz="1800">
              <a:ea typeface="宋体" pitchFamily="2" charset="-122"/>
            </a:endParaRPr>
          </a:p>
        </p:txBody>
      </p:sp>
      <p:sp>
        <p:nvSpPr>
          <p:cNvPr id="100358" name="Text Box 5" title=""/>
          <p:cNvSpPr txBox="1"/>
          <p:nvPr/>
        </p:nvSpPr>
        <p:spPr>
          <a:xfrm>
            <a:off x="7086600" y="2736850"/>
            <a:ext cx="66198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Hhd.</a:t>
            </a:r>
            <a:endParaRPr lang="en-US" altLang="zh-CN" sz="1800">
              <a:ea typeface="宋体" pitchFamily="2" charset="-122"/>
            </a:endParaRPr>
          </a:p>
        </p:txBody>
      </p:sp>
      <p:sp>
        <p:nvSpPr>
          <p:cNvPr id="100359" name="Text Box 6" title=""/>
          <p:cNvSpPr txBox="1"/>
          <p:nvPr/>
        </p:nvSpPr>
        <p:spPr>
          <a:xfrm>
            <a:off x="8077200" y="2687638"/>
            <a:ext cx="617538"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Bus.</a:t>
            </a:r>
            <a:endParaRPr lang="en-US" altLang="zh-CN" sz="1800">
              <a:ea typeface="宋体" pitchFamily="2" charset="-122"/>
            </a:endParaRPr>
          </a:p>
        </p:txBody>
      </p:sp>
      <p:sp>
        <p:nvSpPr>
          <p:cNvPr id="100360" name="Text Box 7" title=""/>
          <p:cNvSpPr txBox="1"/>
          <p:nvPr/>
        </p:nvSpPr>
        <p:spPr>
          <a:xfrm>
            <a:off x="5257800" y="3651250"/>
            <a:ext cx="59690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Jan.</a:t>
            </a:r>
            <a:endParaRPr lang="en-US" altLang="zh-CN" sz="1800">
              <a:ea typeface="宋体" pitchFamily="2" charset="-122"/>
            </a:endParaRPr>
          </a:p>
        </p:txBody>
      </p:sp>
      <p:sp>
        <p:nvSpPr>
          <p:cNvPr id="100361" name="Text Box 8" title=""/>
          <p:cNvSpPr txBox="1"/>
          <p:nvPr/>
        </p:nvSpPr>
        <p:spPr>
          <a:xfrm>
            <a:off x="6248400" y="3651250"/>
            <a:ext cx="633413"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Mar.</a:t>
            </a:r>
            <a:endParaRPr lang="en-US" altLang="zh-CN" sz="1800">
              <a:ea typeface="宋体" pitchFamily="2" charset="-122"/>
            </a:endParaRPr>
          </a:p>
        </p:txBody>
      </p:sp>
      <p:sp>
        <p:nvSpPr>
          <p:cNvPr id="100362" name="Text Box 9" title=""/>
          <p:cNvSpPr txBox="1"/>
          <p:nvPr/>
        </p:nvSpPr>
        <p:spPr>
          <a:xfrm>
            <a:off x="7315200" y="3651250"/>
            <a:ext cx="59690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Jan.</a:t>
            </a:r>
            <a:endParaRPr lang="en-US" altLang="zh-CN" sz="1800">
              <a:ea typeface="宋体" pitchFamily="2" charset="-122"/>
            </a:endParaRPr>
          </a:p>
        </p:txBody>
      </p:sp>
      <p:sp>
        <p:nvSpPr>
          <p:cNvPr id="100363" name="Text Box 10" title=""/>
          <p:cNvSpPr txBox="1"/>
          <p:nvPr/>
        </p:nvSpPr>
        <p:spPr>
          <a:xfrm>
            <a:off x="8153400" y="3651250"/>
            <a:ext cx="620713"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Feb.</a:t>
            </a:r>
            <a:endParaRPr lang="en-US" altLang="zh-CN" sz="1800">
              <a:ea typeface="宋体" pitchFamily="2" charset="-122"/>
            </a:endParaRPr>
          </a:p>
        </p:txBody>
      </p:sp>
      <p:sp>
        <p:nvSpPr>
          <p:cNvPr id="100364" name="Text Box 11" title=""/>
          <p:cNvSpPr txBox="1"/>
          <p:nvPr/>
        </p:nvSpPr>
        <p:spPr>
          <a:xfrm>
            <a:off x="5181600" y="4565650"/>
            <a:ext cx="59372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FF0000"/>
                </a:solidFill>
                <a:ea typeface="宋体" pitchFamily="2" charset="-122"/>
              </a:rPr>
              <a:t>Tor.</a:t>
            </a:r>
            <a:endParaRPr lang="en-US" altLang="zh-CN" sz="1800">
              <a:solidFill>
                <a:srgbClr val="FF0000"/>
              </a:solidFill>
              <a:ea typeface="宋体" pitchFamily="2" charset="-122"/>
            </a:endParaRPr>
          </a:p>
        </p:txBody>
      </p:sp>
      <p:sp>
        <p:nvSpPr>
          <p:cNvPr id="100365" name="Text Box 12" title=""/>
          <p:cNvSpPr txBox="1"/>
          <p:nvPr/>
        </p:nvSpPr>
        <p:spPr>
          <a:xfrm>
            <a:off x="6324600" y="4565650"/>
            <a:ext cx="63817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Van.</a:t>
            </a:r>
            <a:endParaRPr lang="en-US" altLang="zh-CN" sz="1800">
              <a:ea typeface="宋体" pitchFamily="2" charset="-122"/>
            </a:endParaRPr>
          </a:p>
        </p:txBody>
      </p:sp>
      <p:sp>
        <p:nvSpPr>
          <p:cNvPr id="100366" name="Text Box 13" title=""/>
          <p:cNvSpPr txBox="1"/>
          <p:nvPr/>
        </p:nvSpPr>
        <p:spPr>
          <a:xfrm>
            <a:off x="7467600" y="4565650"/>
            <a:ext cx="59372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FF0000"/>
                </a:solidFill>
                <a:ea typeface="宋体" pitchFamily="2" charset="-122"/>
              </a:rPr>
              <a:t>Tor.</a:t>
            </a:r>
            <a:endParaRPr lang="en-US" altLang="zh-CN" sz="1800">
              <a:solidFill>
                <a:srgbClr val="FF0000"/>
              </a:solidFill>
              <a:ea typeface="宋体" pitchFamily="2" charset="-122"/>
            </a:endParaRPr>
          </a:p>
        </p:txBody>
      </p:sp>
      <p:sp>
        <p:nvSpPr>
          <p:cNvPr id="100367" name="Text Box 14" title=""/>
          <p:cNvSpPr txBox="1"/>
          <p:nvPr/>
        </p:nvSpPr>
        <p:spPr>
          <a:xfrm>
            <a:off x="8382000" y="4565650"/>
            <a:ext cx="68103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Mon.</a:t>
            </a:r>
            <a:endParaRPr lang="en-US" altLang="zh-CN" sz="1800">
              <a:ea typeface="宋体" pitchFamily="2" charset="-122"/>
            </a:endParaRPr>
          </a:p>
        </p:txBody>
      </p:sp>
      <p:cxnSp>
        <p:nvCxnSpPr>
          <p:cNvPr id="100368" name="AutoShape 15" title=""/>
          <p:cNvCxnSpPr>
            <a:stCxn id="100356" idx="2"/>
            <a:endCxn id="100359" idx="0"/>
          </p:cNvCxnSpPr>
          <p:nvPr/>
        </p:nvCxnSpPr>
        <p:spPr>
          <a:xfrm>
            <a:off x="6772275" y="2444750"/>
            <a:ext cx="1614488" cy="242888"/>
          </a:xfrm>
          <a:prstGeom prst="line">
            <a:avLst/>
          </a:prstGeom>
          <a:noFill/>
          <a:ln w="12700">
            <a:solidFill>
              <a:schemeClr val="tx1"/>
            </a:solidFill>
            <a:miter lim="800000"/>
          </a:ln>
        </p:spPr>
      </p:cxnSp>
      <p:cxnSp>
        <p:nvCxnSpPr>
          <p:cNvPr id="100369" name="AutoShape 16" title=""/>
          <p:cNvCxnSpPr>
            <a:stCxn id="100359" idx="2"/>
            <a:endCxn id="100363" idx="0"/>
          </p:cNvCxnSpPr>
          <p:nvPr/>
        </p:nvCxnSpPr>
        <p:spPr>
          <a:xfrm>
            <a:off x="8386763" y="3054350"/>
            <a:ext cx="77787" cy="596900"/>
          </a:xfrm>
          <a:prstGeom prst="line">
            <a:avLst/>
          </a:prstGeom>
          <a:noFill/>
          <a:ln w="12700">
            <a:solidFill>
              <a:schemeClr val="tx1"/>
            </a:solidFill>
            <a:miter lim="800000"/>
          </a:ln>
        </p:spPr>
      </p:cxnSp>
      <p:cxnSp>
        <p:nvCxnSpPr>
          <p:cNvPr id="100370" name="AutoShape 17" title=""/>
          <p:cNvCxnSpPr>
            <a:stCxn id="100363" idx="2"/>
            <a:endCxn id="100367" idx="0"/>
          </p:cNvCxnSpPr>
          <p:nvPr/>
        </p:nvCxnSpPr>
        <p:spPr>
          <a:xfrm>
            <a:off x="8464550" y="4017963"/>
            <a:ext cx="258763" cy="547687"/>
          </a:xfrm>
          <a:prstGeom prst="line">
            <a:avLst/>
          </a:prstGeom>
          <a:noFill/>
          <a:ln w="12700">
            <a:solidFill>
              <a:schemeClr val="tx1"/>
            </a:solidFill>
            <a:miter lim="800000"/>
          </a:ln>
        </p:spPr>
      </p:cxnSp>
      <p:grpSp>
        <p:nvGrpSpPr>
          <p:cNvPr id="100371" name="Group 18" title=""/>
          <p:cNvGrpSpPr/>
          <p:nvPr/>
        </p:nvGrpSpPr>
        <p:grpSpPr>
          <a:xfrm>
            <a:off x="8382000" y="4953000"/>
            <a:ext cx="584200" cy="601663"/>
            <a:chOff x="4752" y="3216"/>
            <a:chExt cx="368" cy="379"/>
          </a:xfrm>
        </p:grpSpPr>
        <p:sp>
          <p:nvSpPr>
            <p:cNvPr id="100498" name="Text Box 19" title=""/>
            <p:cNvSpPr txBox="1"/>
            <p:nvPr/>
          </p:nvSpPr>
          <p:spPr>
            <a:xfrm>
              <a:off x="4752" y="3356"/>
              <a:ext cx="36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ea typeface="宋体" pitchFamily="2" charset="-122"/>
                </a:rPr>
                <a:t>Q.I.</a:t>
              </a:r>
              <a:endParaRPr lang="en-US" altLang="zh-CN" sz="1800">
                <a:solidFill>
                  <a:srgbClr val="0000CC"/>
                </a:solidFill>
                <a:ea typeface="宋体" pitchFamily="2" charset="-122"/>
              </a:endParaRPr>
            </a:p>
          </p:txBody>
        </p:sp>
        <p:sp>
          <p:nvSpPr>
            <p:cNvPr id="100499" name="Line 20" title=""/>
            <p:cNvSpPr/>
            <p:nvPr/>
          </p:nvSpPr>
          <p:spPr>
            <a:xfrm flipH="1" flipV="1">
              <a:off x="4944" y="3216"/>
              <a:ext cx="0" cy="144"/>
            </a:xfrm>
            <a:prstGeom prst="line">
              <a:avLst/>
            </a:prstGeom>
            <a:noFill/>
            <a:ln w="12700">
              <a:solidFill>
                <a:srgbClr val="0000CC"/>
              </a:solidFill>
              <a:miter lim="800000"/>
            </a:ln>
          </p:spPr>
        </p:sp>
      </p:grpSp>
      <p:cxnSp>
        <p:nvCxnSpPr>
          <p:cNvPr id="100372" name="AutoShape 21" title=""/>
          <p:cNvCxnSpPr>
            <a:stCxn id="100356" idx="2"/>
            <a:endCxn id="100358" idx="0"/>
          </p:cNvCxnSpPr>
          <p:nvPr/>
        </p:nvCxnSpPr>
        <p:spPr>
          <a:xfrm>
            <a:off x="6772275" y="2444750"/>
            <a:ext cx="646113" cy="292100"/>
          </a:xfrm>
          <a:prstGeom prst="line">
            <a:avLst/>
          </a:prstGeom>
          <a:noFill/>
          <a:ln w="28575">
            <a:solidFill>
              <a:srgbClr val="FF0000"/>
            </a:solidFill>
            <a:miter lim="800000"/>
          </a:ln>
        </p:spPr>
      </p:cxnSp>
      <p:cxnSp>
        <p:nvCxnSpPr>
          <p:cNvPr id="100373" name="AutoShape 22" title=""/>
          <p:cNvCxnSpPr>
            <a:stCxn id="100358" idx="2"/>
            <a:endCxn id="100362" idx="0"/>
          </p:cNvCxnSpPr>
          <p:nvPr/>
        </p:nvCxnSpPr>
        <p:spPr>
          <a:xfrm>
            <a:off x="7418388" y="3103563"/>
            <a:ext cx="195262" cy="547687"/>
          </a:xfrm>
          <a:prstGeom prst="line">
            <a:avLst/>
          </a:prstGeom>
          <a:noFill/>
          <a:ln w="28575">
            <a:solidFill>
              <a:srgbClr val="FF0000"/>
            </a:solidFill>
            <a:miter lim="800000"/>
          </a:ln>
        </p:spPr>
      </p:cxnSp>
      <p:cxnSp>
        <p:nvCxnSpPr>
          <p:cNvPr id="100374" name="AutoShape 23" title=""/>
          <p:cNvCxnSpPr>
            <a:stCxn id="100362" idx="2"/>
            <a:endCxn id="100366" idx="0"/>
          </p:cNvCxnSpPr>
          <p:nvPr/>
        </p:nvCxnSpPr>
        <p:spPr>
          <a:xfrm>
            <a:off x="7613650" y="4017963"/>
            <a:ext cx="150813" cy="547687"/>
          </a:xfrm>
          <a:prstGeom prst="line">
            <a:avLst/>
          </a:prstGeom>
          <a:noFill/>
          <a:ln w="28575">
            <a:solidFill>
              <a:srgbClr val="FF0000"/>
            </a:solidFill>
            <a:miter lim="800000"/>
          </a:ln>
        </p:spPr>
      </p:cxnSp>
      <p:grpSp>
        <p:nvGrpSpPr>
          <p:cNvPr id="100375" name="Group 24" title=""/>
          <p:cNvGrpSpPr/>
          <p:nvPr/>
        </p:nvGrpSpPr>
        <p:grpSpPr>
          <a:xfrm>
            <a:off x="6324600" y="4953000"/>
            <a:ext cx="584200" cy="601663"/>
            <a:chOff x="4752" y="3216"/>
            <a:chExt cx="368" cy="379"/>
          </a:xfrm>
        </p:grpSpPr>
        <p:sp>
          <p:nvSpPr>
            <p:cNvPr id="100496" name="Text Box 25" title=""/>
            <p:cNvSpPr txBox="1"/>
            <p:nvPr/>
          </p:nvSpPr>
          <p:spPr>
            <a:xfrm>
              <a:off x="4752" y="3356"/>
              <a:ext cx="36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ea typeface="宋体" pitchFamily="2" charset="-122"/>
                </a:rPr>
                <a:t>Q.I.</a:t>
              </a:r>
              <a:endParaRPr lang="en-US" altLang="zh-CN" sz="1800">
                <a:solidFill>
                  <a:srgbClr val="0000CC"/>
                </a:solidFill>
                <a:ea typeface="宋体" pitchFamily="2" charset="-122"/>
              </a:endParaRPr>
            </a:p>
          </p:txBody>
        </p:sp>
        <p:sp>
          <p:nvSpPr>
            <p:cNvPr id="100497" name="Line 26" title=""/>
            <p:cNvSpPr/>
            <p:nvPr/>
          </p:nvSpPr>
          <p:spPr>
            <a:xfrm flipH="1" flipV="1">
              <a:off x="4944" y="3216"/>
              <a:ext cx="0" cy="144"/>
            </a:xfrm>
            <a:prstGeom prst="line">
              <a:avLst/>
            </a:prstGeom>
            <a:noFill/>
            <a:ln w="12700">
              <a:solidFill>
                <a:srgbClr val="0000CC"/>
              </a:solidFill>
              <a:miter lim="800000"/>
            </a:ln>
          </p:spPr>
        </p:sp>
      </p:grpSp>
      <p:grpSp>
        <p:nvGrpSpPr>
          <p:cNvPr id="100376" name="Group 27" title=""/>
          <p:cNvGrpSpPr/>
          <p:nvPr/>
        </p:nvGrpSpPr>
        <p:grpSpPr>
          <a:xfrm>
            <a:off x="7467600" y="4953000"/>
            <a:ext cx="584200" cy="601663"/>
            <a:chOff x="4752" y="3216"/>
            <a:chExt cx="368" cy="379"/>
          </a:xfrm>
        </p:grpSpPr>
        <p:sp>
          <p:nvSpPr>
            <p:cNvPr id="100494" name="Text Box 28" title=""/>
            <p:cNvSpPr txBox="1"/>
            <p:nvPr/>
          </p:nvSpPr>
          <p:spPr>
            <a:xfrm>
              <a:off x="4752" y="3356"/>
              <a:ext cx="36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ea typeface="宋体" pitchFamily="2" charset="-122"/>
                </a:rPr>
                <a:t>Q.I.</a:t>
              </a:r>
              <a:endParaRPr lang="en-US" altLang="zh-CN" sz="1800">
                <a:solidFill>
                  <a:srgbClr val="0000CC"/>
                </a:solidFill>
                <a:ea typeface="宋体" pitchFamily="2" charset="-122"/>
              </a:endParaRPr>
            </a:p>
          </p:txBody>
        </p:sp>
        <p:sp>
          <p:nvSpPr>
            <p:cNvPr id="100495" name="Line 29" title=""/>
            <p:cNvSpPr/>
            <p:nvPr/>
          </p:nvSpPr>
          <p:spPr>
            <a:xfrm flipH="1" flipV="1">
              <a:off x="4944" y="3216"/>
              <a:ext cx="0" cy="144"/>
            </a:xfrm>
            <a:prstGeom prst="line">
              <a:avLst/>
            </a:prstGeom>
            <a:noFill/>
            <a:ln w="12700">
              <a:solidFill>
                <a:srgbClr val="0000CC"/>
              </a:solidFill>
              <a:miter lim="800000"/>
            </a:ln>
          </p:spPr>
        </p:sp>
      </p:grpSp>
      <p:cxnSp>
        <p:nvCxnSpPr>
          <p:cNvPr id="100377" name="AutoShape 30" title=""/>
          <p:cNvCxnSpPr>
            <a:stCxn id="100356" idx="2"/>
            <a:endCxn id="100357" idx="0"/>
          </p:cNvCxnSpPr>
          <p:nvPr/>
        </p:nvCxnSpPr>
        <p:spPr>
          <a:xfrm flipH="1">
            <a:off x="6110288" y="2444750"/>
            <a:ext cx="661987" cy="368300"/>
          </a:xfrm>
          <a:prstGeom prst="line">
            <a:avLst/>
          </a:prstGeom>
          <a:noFill/>
          <a:ln w="28575">
            <a:solidFill>
              <a:srgbClr val="FF0000"/>
            </a:solidFill>
            <a:miter lim="800000"/>
          </a:ln>
        </p:spPr>
      </p:cxnSp>
      <p:cxnSp>
        <p:nvCxnSpPr>
          <p:cNvPr id="100378" name="AutoShape 31" title=""/>
          <p:cNvCxnSpPr>
            <a:stCxn id="100357" idx="2"/>
            <a:endCxn id="100361" idx="0"/>
          </p:cNvCxnSpPr>
          <p:nvPr/>
        </p:nvCxnSpPr>
        <p:spPr>
          <a:xfrm>
            <a:off x="6110288" y="3179763"/>
            <a:ext cx="455612" cy="471487"/>
          </a:xfrm>
          <a:prstGeom prst="line">
            <a:avLst/>
          </a:prstGeom>
          <a:noFill/>
          <a:ln w="12700">
            <a:solidFill>
              <a:schemeClr val="tx1"/>
            </a:solidFill>
            <a:miter lim="800000"/>
          </a:ln>
        </p:spPr>
      </p:cxnSp>
      <p:cxnSp>
        <p:nvCxnSpPr>
          <p:cNvPr id="100379" name="AutoShape 32" title=""/>
          <p:cNvCxnSpPr>
            <a:stCxn id="100357" idx="2"/>
            <a:endCxn id="100360" idx="0"/>
          </p:cNvCxnSpPr>
          <p:nvPr/>
        </p:nvCxnSpPr>
        <p:spPr>
          <a:xfrm flipH="1">
            <a:off x="5556250" y="3179763"/>
            <a:ext cx="554038" cy="471487"/>
          </a:xfrm>
          <a:prstGeom prst="line">
            <a:avLst/>
          </a:prstGeom>
          <a:noFill/>
          <a:ln w="28575">
            <a:solidFill>
              <a:srgbClr val="FF0000"/>
            </a:solidFill>
            <a:miter lim="800000"/>
          </a:ln>
        </p:spPr>
      </p:cxnSp>
      <p:cxnSp>
        <p:nvCxnSpPr>
          <p:cNvPr id="100380" name="AutoShape 33" title=""/>
          <p:cNvCxnSpPr>
            <a:stCxn id="100361" idx="2"/>
            <a:endCxn id="100365" idx="0"/>
          </p:cNvCxnSpPr>
          <p:nvPr/>
        </p:nvCxnSpPr>
        <p:spPr>
          <a:xfrm>
            <a:off x="6565900" y="4017963"/>
            <a:ext cx="77788" cy="547687"/>
          </a:xfrm>
          <a:prstGeom prst="line">
            <a:avLst/>
          </a:prstGeom>
          <a:noFill/>
          <a:ln w="12700">
            <a:solidFill>
              <a:schemeClr val="tx1"/>
            </a:solidFill>
            <a:miter lim="800000"/>
          </a:ln>
        </p:spPr>
      </p:cxnSp>
      <p:cxnSp>
        <p:nvCxnSpPr>
          <p:cNvPr id="100381" name="AutoShape 34" title=""/>
          <p:cNvCxnSpPr>
            <a:stCxn id="100360" idx="2"/>
            <a:endCxn id="100364" idx="0"/>
          </p:cNvCxnSpPr>
          <p:nvPr/>
        </p:nvCxnSpPr>
        <p:spPr>
          <a:xfrm flipH="1">
            <a:off x="5478463" y="4017963"/>
            <a:ext cx="77787" cy="547687"/>
          </a:xfrm>
          <a:prstGeom prst="line">
            <a:avLst/>
          </a:prstGeom>
          <a:noFill/>
          <a:ln w="28575">
            <a:solidFill>
              <a:srgbClr val="FF0000"/>
            </a:solidFill>
            <a:miter lim="800000"/>
          </a:ln>
        </p:spPr>
      </p:cxnSp>
      <p:graphicFrame>
        <p:nvGraphicFramePr>
          <p:cNvPr id="100382" name="Group 35" title=""/>
          <p:cNvGraphicFramePr>
            <a:graphicFrameLocks noGrp="1"/>
          </p:cNvGraphicFramePr>
          <p:nvPr/>
        </p:nvGraphicFramePr>
        <p:xfrm>
          <a:off x="4800600" y="5257800"/>
          <a:ext cx="1219200" cy="1299226"/>
        </p:xfrm>
        <a:graphic>
          <a:graphicData uri="http://schemas.openxmlformats.org/drawingml/2006/table">
            <a:tbl>
              <a:tblPr/>
              <a:tblGrid>
                <a:gridCol w="1219200"/>
              </a:tblGrid>
              <a:tr h="334962">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Quant-Info</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r h="628650">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Sum: 1765</a:t>
                      </a:r>
                      <a:endParaRPr lang="en-US" altLang="zh-CN" sz="1600">
                        <a:solidFill>
                          <a:srgbClr val="0000CC"/>
                        </a:solidFill>
                        <a:ea typeface="宋体" pitchFamily="2" charset="-122"/>
                      </a:endParaRPr>
                    </a:p>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Cnt: 2</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r h="334962">
                <a:tc>
                  <a:txBody>
                    <a:bodyPr tIns="45724" bIns="45724">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spcBef>
                          <a:spcPct val="20000"/>
                        </a:spcBef>
                        <a:buClr>
                          <a:schemeClr val="folHlink"/>
                        </a:buClr>
                        <a:buSzPct val="60000"/>
                        <a:buFont typeface="Wingdings" pitchFamily="2" charset="2"/>
                      </a:pPr>
                      <a:r>
                        <a:rPr lang="en-US" altLang="zh-CN" sz="1600">
                          <a:solidFill>
                            <a:srgbClr val="0000CC"/>
                          </a:solidFill>
                          <a:ea typeface="宋体" pitchFamily="2" charset="-122"/>
                        </a:rPr>
                        <a:t>bins</a:t>
                      </a:r>
                      <a:endParaRPr lang="en-US" altLang="zh-CN" sz="1600">
                        <a:solidFill>
                          <a:srgbClr val="0000CC"/>
                        </a:solidFill>
                        <a:ea typeface="宋体" pitchFamily="2" charset="-122"/>
                      </a:endParaRPr>
                    </a:p>
                  </a:txBody>
                  <a:tcPr marT="45724" marB="45724">
                    <a:lnL w="28575">
                      <a:solidFill>
                        <a:srgbClr val="0000CC"/>
                      </a:solidFill>
                      <a:miter lim="800000"/>
                    </a:lnL>
                    <a:lnR w="28575">
                      <a:solidFill>
                        <a:srgbClr val="0000CC"/>
                      </a:solidFill>
                      <a:miter lim="800000"/>
                    </a:lnR>
                    <a:lnT w="28575">
                      <a:solidFill>
                        <a:srgbClr val="0000CC"/>
                      </a:solidFill>
                      <a:miter lim="800000"/>
                    </a:lnT>
                    <a:lnB w="28575">
                      <a:solidFill>
                        <a:srgbClr val="0000CC"/>
                      </a:solidFill>
                      <a:miter lim="800000"/>
                    </a:lnB>
                    <a:noFill/>
                  </a:tcPr>
                </a:tc>
              </a:tr>
            </a:tbl>
          </a:graphicData>
        </a:graphic>
      </p:graphicFrame>
      <p:sp>
        <p:nvSpPr>
          <p:cNvPr id="100392" name="Line 45" title=""/>
          <p:cNvSpPr/>
          <p:nvPr/>
        </p:nvSpPr>
        <p:spPr>
          <a:xfrm flipH="1" flipV="1">
            <a:off x="5410200" y="4953000"/>
            <a:ext cx="0" cy="304800"/>
          </a:xfrm>
          <a:prstGeom prst="line">
            <a:avLst/>
          </a:prstGeom>
          <a:noFill/>
          <a:ln w="12700">
            <a:solidFill>
              <a:srgbClr val="0000CC"/>
            </a:solidFill>
            <a:miter lim="800000"/>
          </a:ln>
        </p:spPr>
      </p:sp>
      <p:graphicFrame>
        <p:nvGraphicFramePr>
          <p:cNvPr id="100393" name="Group 46" title=""/>
          <p:cNvGraphicFramePr>
            <a:graphicFrameLocks noGrp="1"/>
          </p:cNvGraphicFramePr>
          <p:nvPr/>
        </p:nvGraphicFramePr>
        <p:xfrm>
          <a:off x="152400" y="3733800"/>
          <a:ext cx="3505200" cy="2560320"/>
        </p:xfrm>
        <a:graphic>
          <a:graphicData uri="http://schemas.openxmlformats.org/drawingml/2006/table">
            <a:tbl>
              <a:tblPr/>
              <a:tblGrid>
                <a:gridCol w="1066800"/>
                <a:gridCol w="1371600"/>
                <a:gridCol w="1066800"/>
              </a:tblGrid>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Attr. Val.</a:t>
                      </a:r>
                      <a:endParaRPr lang="en-US" altLang="zh-CN" sz="1400" b="1">
                        <a:ea typeface="宋体" pitchFamily="2" charset="-122"/>
                      </a:endParaRPr>
                    </a:p>
                  </a:txBody>
                  <a:tcPr marT="0" marB="0"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Quant-Info</a:t>
                      </a:r>
                      <a:endParaRPr lang="en-US" altLang="zh-CN" sz="1400" b="1">
                        <a:ea typeface="宋体" pitchFamily="2" charset="-122"/>
                      </a:endParaRPr>
                    </a:p>
                  </a:txBody>
                  <a:tcPr marT="0" marB="0"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Side-link</a:t>
                      </a:r>
                      <a:endParaRPr lang="en-US" altLang="zh-CN" sz="1400" b="1">
                        <a:ea typeface="宋体" pitchFamily="2" charset="-122"/>
                      </a:endParaRPr>
                    </a:p>
                  </a:txBody>
                  <a:tcPr marT="0" marB="0"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Edu</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Sum:2285 …</a:t>
                      </a:r>
                      <a:endParaRPr lang="en-US" altLang="zh-CN"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Hhd</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Bus</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Jan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Feb</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ffectLst>
                            <a:outerShdw blurRad="38100" dist="38100" dir="2700000" algn="tl">
                              <a:schemeClr val="bg2"/>
                            </a:outerShdw>
                          </a:effectLst>
                          <a:ea typeface="宋体" pitchFamily="2" charset="-122"/>
                        </a:rPr>
                        <a:t>Tor</a:t>
                      </a:r>
                      <a:endParaRPr lang="en-US" altLang="zh-CN" sz="1400" b="1">
                        <a:solidFill>
                          <a:srgbClr val="FF0000"/>
                        </a:solidFill>
                        <a:effectLst>
                          <a:outerShdw blurRad="38100" dist="38100" dir="2700000" algn="tl">
                            <a:schemeClr val="bg2"/>
                          </a:outerShdw>
                        </a:effectLst>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FF0000"/>
                          </a:solidFill>
                          <a:effectLst>
                            <a:outerShdw blurRad="38100" dist="38100" dir="2700000" algn="tl">
                              <a:schemeClr val="bg2"/>
                            </a:outerShdw>
                          </a:effectLst>
                          <a:ea typeface="宋体" pitchFamily="2" charset="-122"/>
                        </a:rPr>
                        <a:t>…</a:t>
                      </a:r>
                      <a:endParaRPr lang="zh-CN" altLang="en-US" sz="1400" b="1">
                        <a:solidFill>
                          <a:srgbClr val="FF0000"/>
                        </a:solidFill>
                        <a:effectLst>
                          <a:outerShdw blurRad="38100" dist="38100" dir="2700000" algn="tl">
                            <a:schemeClr val="bg2"/>
                          </a:outerShdw>
                        </a:effectLst>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ffectLst>
                          <a:outerShdw blurRad="38100" dist="38100" dir="2700000" algn="tl">
                            <a:schemeClr val="bg2"/>
                          </a:outerShdw>
                        </a:effectLst>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Van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Mon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cxnSp>
        <p:nvCxnSpPr>
          <p:cNvPr id="100447" name="AutoShape 100" title=""/>
          <p:cNvCxnSpPr>
            <a:endCxn id="100364" idx="1"/>
          </p:cNvCxnSpPr>
          <p:nvPr/>
        </p:nvCxnSpPr>
        <p:spPr>
          <a:xfrm flipV="1">
            <a:off x="3657600" y="4749800"/>
            <a:ext cx="1524000" cy="792163"/>
          </a:xfrm>
          <a:prstGeom prst="curvedConnector3">
            <a:avLst>
              <a:gd name="adj1" fmla="val 50000"/>
            </a:avLst>
          </a:prstGeom>
          <a:noFill/>
          <a:ln w="28575">
            <a:solidFill>
              <a:srgbClr val="FF0000"/>
            </a:solidFill>
            <a:miter lim="800000"/>
            <a:tailEnd type="triangle"/>
          </a:ln>
        </p:spPr>
      </p:cxnSp>
      <p:sp>
        <p:nvSpPr>
          <p:cNvPr id="100448" name="Freeform 101" title=""/>
          <p:cNvSpPr/>
          <p:nvPr/>
        </p:nvSpPr>
        <p:spPr bwMode="auto">
          <a:xfrm>
            <a:off x="5715000" y="4191000"/>
            <a:ext cx="1752600" cy="609600"/>
          </a:xfrm>
          <a:custGeom>
            <a:gdLst>
              <a:gd name="GT0" fmla="+- l w 0"/>
              <a:gd name="GT1" fmla="+- t h 0"/>
            </a:gdLst>
            <a:cxnLst>
              <a:cxn ang="0">
                <a:pos x="0" y="2147483647"/>
              </a:cxn>
              <a:cxn ang="0">
                <a:pos x="2147483647" y="2147483647"/>
              </a:cxn>
              <a:cxn ang="0">
                <a:pos x="2147483647" y="2147483647"/>
              </a:cxn>
            </a:cxnLst>
            <a:rect l="l" t="t" r="GT0" b="GT1"/>
            <a:pathLst>
              <a:path w="1104" h="248">
                <a:moveTo>
                  <a:pt x="0" y="248"/>
                </a:moveTo>
                <a:cubicBezTo>
                  <a:pt x="172" y="132"/>
                  <a:pt x="344" y="16"/>
                  <a:pt x="528" y="8"/>
                </a:cubicBezTo>
                <a:cubicBezTo>
                  <a:pt x="712" y="0"/>
                  <a:pt x="908" y="100"/>
                  <a:pt x="1104" y="200"/>
                </a:cubicBezTo>
              </a:path>
            </a:pathLst>
          </a:custGeom>
          <a:noFill/>
          <a:ln w="28575">
            <a:solidFill>
              <a:srgbClr val="FF0000"/>
            </a:solidFill>
            <a:round/>
            <a:headEnd type="none" w="sm" len="sm"/>
            <a:tailEnd type="triangle" w="med" len="med"/>
          </a:ln>
        </p:spPr>
      </p:sp>
      <p:cxnSp>
        <p:nvCxnSpPr>
          <p:cNvPr id="100449" name="AutoShape 102" title=""/>
          <p:cNvCxnSpPr>
            <a:endCxn id="100365" idx="1"/>
          </p:cNvCxnSpPr>
          <p:nvPr/>
        </p:nvCxnSpPr>
        <p:spPr>
          <a:xfrm flipV="1">
            <a:off x="3657600" y="4749800"/>
            <a:ext cx="2667000" cy="1004888"/>
          </a:xfrm>
          <a:prstGeom prst="curvedConnector3">
            <a:avLst>
              <a:gd name="adj1" fmla="val 50000"/>
            </a:avLst>
          </a:prstGeom>
          <a:noFill/>
          <a:ln w="12700" cap="rnd">
            <a:solidFill>
              <a:srgbClr val="0000FF"/>
            </a:solidFill>
            <a:prstDash val="sysDot"/>
            <a:miter lim="800000"/>
            <a:tailEnd type="triangle"/>
          </a:ln>
        </p:spPr>
      </p:cxnSp>
      <p:cxnSp>
        <p:nvCxnSpPr>
          <p:cNvPr id="100450" name="AutoShape 103" title=""/>
          <p:cNvCxnSpPr>
            <a:endCxn id="100367" idx="1"/>
          </p:cNvCxnSpPr>
          <p:nvPr/>
        </p:nvCxnSpPr>
        <p:spPr>
          <a:xfrm flipV="1">
            <a:off x="3657600" y="4749800"/>
            <a:ext cx="4724400" cy="1217613"/>
          </a:xfrm>
          <a:prstGeom prst="curvedConnector3">
            <a:avLst>
              <a:gd name="adj1" fmla="val 50000"/>
            </a:avLst>
          </a:prstGeom>
          <a:noFill/>
          <a:ln w="12700" cap="rnd">
            <a:solidFill>
              <a:srgbClr val="008000"/>
            </a:solidFill>
            <a:prstDash val="sysDot"/>
            <a:miter lim="800000"/>
            <a:tailEnd type="triangle"/>
          </a:ln>
        </p:spPr>
      </p:cxnSp>
      <p:graphicFrame>
        <p:nvGraphicFramePr>
          <p:cNvPr id="100451" name="Group 104" title=""/>
          <p:cNvGraphicFramePr>
            <a:graphicFrameLocks noGrp="1"/>
          </p:cNvGraphicFramePr>
          <p:nvPr/>
        </p:nvGraphicFramePr>
        <p:xfrm>
          <a:off x="1752600" y="1631950"/>
          <a:ext cx="2590800" cy="1709420"/>
        </p:xfrm>
        <a:graphic>
          <a:graphicData uri="http://schemas.openxmlformats.org/drawingml/2006/table">
            <a:tbl>
              <a:tblPr/>
              <a:tblGrid>
                <a:gridCol w="1014412"/>
                <a:gridCol w="585788"/>
                <a:gridCol w="990600"/>
              </a:tblGrid>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Attr. Val.</a:t>
                      </a:r>
                      <a:endParaRPr lang="en-US" altLang="zh-CN" sz="1400" b="1">
                        <a:ea typeface="宋体" pitchFamily="2" charset="-122"/>
                      </a:endParaRPr>
                    </a:p>
                  </a:txBody>
                  <a:tcPr marT="0" marB="0"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Q.I.</a:t>
                      </a:r>
                      <a:endParaRPr lang="en-US" altLang="zh-CN" sz="1400" b="1">
                        <a:ea typeface="宋体" pitchFamily="2" charset="-122"/>
                      </a:endParaRPr>
                    </a:p>
                  </a:txBody>
                  <a:tcPr marT="0" marB="0"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Side-link</a:t>
                      </a:r>
                      <a:endParaRPr lang="en-US" altLang="zh-CN" sz="1400" b="1">
                        <a:ea typeface="宋体" pitchFamily="2" charset="-122"/>
                      </a:endParaRPr>
                    </a:p>
                  </a:txBody>
                  <a:tcPr marT="0" marB="0"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Edu</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Hhd</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Bus</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5900">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0000FF"/>
                          </a:solidFill>
                          <a:ea typeface="宋体" pitchFamily="2" charset="-122"/>
                        </a:rPr>
                        <a:t>Jan</a:t>
                      </a:r>
                      <a:endParaRPr lang="en-US" altLang="zh-CN" sz="1400" b="1">
                        <a:solidFill>
                          <a:srgbClr val="0000FF"/>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0000FF"/>
                          </a:solidFill>
                          <a:ea typeface="宋体" pitchFamily="2" charset="-122"/>
                        </a:rPr>
                        <a:t>…</a:t>
                      </a:r>
                      <a:endParaRPr lang="zh-CN" altLang="en-US" sz="1400" b="1">
                        <a:solidFill>
                          <a:srgbClr val="0000FF"/>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0000FF"/>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Feb</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sp>
        <p:nvSpPr>
          <p:cNvPr id="100489" name="Text Box 142" title=""/>
          <p:cNvSpPr txBox="1"/>
          <p:nvPr/>
        </p:nvSpPr>
        <p:spPr>
          <a:xfrm>
            <a:off x="93663" y="1862138"/>
            <a:ext cx="1149350" cy="1187450"/>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r>
              <a:rPr lang="en-US" altLang="zh-CN" sz="2400">
                <a:solidFill>
                  <a:srgbClr val="FF0000"/>
                </a:solidFill>
                <a:ea typeface="宋体" pitchFamily="2" charset="-122"/>
              </a:rPr>
              <a:t>Header</a:t>
            </a:r>
            <a:endParaRPr lang="en-US" altLang="zh-CN" sz="2400">
              <a:solidFill>
                <a:srgbClr val="FF0000"/>
              </a:solidFill>
              <a:ea typeface="宋体" pitchFamily="2" charset="-122"/>
            </a:endParaRPr>
          </a:p>
          <a:p>
            <a:pPr marL="0" lvl="0" indent="0" algn="ctr" eaLnBrk="1" hangingPunct="1"/>
            <a:r>
              <a:rPr lang="en-US" altLang="zh-CN" sz="2400">
                <a:solidFill>
                  <a:srgbClr val="FF0000"/>
                </a:solidFill>
                <a:ea typeface="宋体" pitchFamily="2" charset="-122"/>
              </a:rPr>
              <a:t>Table</a:t>
            </a:r>
            <a:endParaRPr lang="en-US" altLang="zh-CN" sz="2400">
              <a:solidFill>
                <a:srgbClr val="FF0000"/>
              </a:solidFill>
              <a:ea typeface="宋体" pitchFamily="2" charset="-122"/>
            </a:endParaRPr>
          </a:p>
          <a:p>
            <a:pPr marL="0" lvl="0" indent="0" algn="ctr" eaLnBrk="1" hangingPunct="1"/>
            <a:r>
              <a:rPr lang="en-US" altLang="zh-CN" sz="2400">
                <a:solidFill>
                  <a:srgbClr val="FF0000"/>
                </a:solidFill>
                <a:ea typeface="宋体" pitchFamily="2" charset="-122"/>
              </a:rPr>
              <a:t>H</a:t>
            </a:r>
            <a:r>
              <a:rPr lang="en-US" altLang="zh-CN" sz="2400" baseline="-25000">
                <a:solidFill>
                  <a:srgbClr val="FF0000"/>
                </a:solidFill>
                <a:ea typeface="宋体" pitchFamily="2" charset="-122"/>
              </a:rPr>
              <a:t>Tor</a:t>
            </a:r>
            <a:endParaRPr lang="en-US" altLang="zh-CN" sz="2400">
              <a:solidFill>
                <a:srgbClr val="FF0000"/>
              </a:solidFill>
              <a:ea typeface="宋体" pitchFamily="2" charset="-122"/>
            </a:endParaRPr>
          </a:p>
        </p:txBody>
      </p:sp>
      <p:cxnSp>
        <p:nvCxnSpPr>
          <p:cNvPr id="100490" name="AutoShape 143" title=""/>
          <p:cNvCxnSpPr>
            <a:endCxn id="100360" idx="1"/>
          </p:cNvCxnSpPr>
          <p:nvPr/>
        </p:nvCxnSpPr>
        <p:spPr>
          <a:xfrm>
            <a:off x="4343400" y="2805113"/>
            <a:ext cx="914400" cy="1030287"/>
          </a:xfrm>
          <a:prstGeom prst="curvedConnector3">
            <a:avLst>
              <a:gd name="adj1" fmla="val 50000"/>
            </a:avLst>
          </a:prstGeom>
          <a:noFill/>
          <a:ln w="38100">
            <a:solidFill>
              <a:srgbClr val="0000FF"/>
            </a:solidFill>
            <a:miter lim="800000"/>
            <a:tailEnd type="triangle" w="sm" len="sm"/>
          </a:ln>
        </p:spPr>
      </p:cxnSp>
      <p:sp>
        <p:nvSpPr>
          <p:cNvPr id="100491" name="Freeform 144" title=""/>
          <p:cNvSpPr/>
          <p:nvPr/>
        </p:nvSpPr>
        <p:spPr bwMode="auto">
          <a:xfrm>
            <a:off x="5715000" y="3429000"/>
            <a:ext cx="1752600" cy="381000"/>
          </a:xfrm>
          <a:custGeom>
            <a:gdLst>
              <a:gd name="GT0" fmla="+- l w 0"/>
              <a:gd name="GT1" fmla="+- t h 0"/>
            </a:gdLst>
            <a:cxnLst>
              <a:cxn ang="0">
                <a:pos x="0" y="2147483647"/>
              </a:cxn>
              <a:cxn ang="0">
                <a:pos x="2147483647" y="2147483647"/>
              </a:cxn>
              <a:cxn ang="0">
                <a:pos x="2147483647" y="2147483647"/>
              </a:cxn>
            </a:cxnLst>
            <a:rect l="l" t="t" r="GT0" b="GT1"/>
            <a:pathLst>
              <a:path w="1104" h="248">
                <a:moveTo>
                  <a:pt x="0" y="248"/>
                </a:moveTo>
                <a:cubicBezTo>
                  <a:pt x="172" y="132"/>
                  <a:pt x="344" y="16"/>
                  <a:pt x="528" y="8"/>
                </a:cubicBezTo>
                <a:cubicBezTo>
                  <a:pt x="712" y="0"/>
                  <a:pt x="908" y="100"/>
                  <a:pt x="1104" y="200"/>
                </a:cubicBezTo>
              </a:path>
            </a:pathLst>
          </a:custGeom>
          <a:noFill/>
          <a:ln w="38100">
            <a:solidFill>
              <a:srgbClr val="0000FF"/>
            </a:solidFill>
            <a:round/>
            <a:headEnd type="none" w="sm" len="sm"/>
            <a:tailEnd type="triangle" w="med" len="med"/>
          </a:ln>
        </p:spPr>
      </p:sp>
      <p:sp>
        <p:nvSpPr>
          <p:cNvPr id="100492" name="Text Box 145" title=""/>
          <p:cNvSpPr txBox="1"/>
          <p:nvPr/>
        </p:nvSpPr>
        <p:spPr>
          <a:xfrm>
            <a:off x="4419600" y="1600200"/>
            <a:ext cx="4506913" cy="457200"/>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2400">
                <a:ea typeface="宋体" pitchFamily="2" charset="-122"/>
              </a:rPr>
              <a:t>From (*, *, Tor) to (*, Jan, Tor)</a:t>
            </a:r>
            <a:endParaRPr lang="en-US" altLang="zh-CN" sz="2400">
              <a:ea typeface="宋体" pitchFamily="2" charset="-122"/>
            </a:endParaRPr>
          </a:p>
        </p:txBody>
      </p:sp>
      <p:sp>
        <p:nvSpPr>
          <p:cNvPr id="100493" name="Rectangle 148" title=""/>
          <p:cNvSpPr>
            <a:spLocks noGrp="1"/>
          </p:cNvSpPr>
          <p:nvPr>
            <p:ph type="title"/>
          </p:nvPr>
        </p:nvSpPr>
        <p:spPr>
          <a:xfrm>
            <a:off x="0" y="381000"/>
            <a:ext cx="9144000" cy="6858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Computing Cells Involving “City”</a:t>
            </a:r>
            <a:endParaRPr lang="en-US" altLang="zh-CN" sz="3200">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01378"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C21807C8-D844-46FE-8F0E-1DAD09C9531A}" type="slidenum">
              <a:rPr lang="zh-CN" altLang="en-US" sz="1200">
                <a:ea typeface="宋体" pitchFamily="2" charset="-122"/>
              </a:rPr>
              <a:t>97</a:t>
            </a:fld>
            <a:endParaRPr lang="en-US" altLang="zh-CN" sz="1200">
              <a:ea typeface="宋体" pitchFamily="2" charset="-122"/>
            </a:endParaRPr>
          </a:p>
        </p:txBody>
      </p:sp>
      <p:sp>
        <p:nvSpPr>
          <p:cNvPr id="101379"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FB47EB56-433D-4495-A19E-D3DFA11D260D}" type="slidenum">
              <a:rPr lang="zh-CN" altLang="en-US" sz="1200">
                <a:ea typeface="宋体" pitchFamily="2" charset="-122"/>
              </a:rPr>
              <a:t>97</a:t>
            </a:fld>
            <a:endParaRPr lang="en-US" altLang="zh-CN" sz="1200">
              <a:ea typeface="宋体" pitchFamily="2" charset="-122"/>
            </a:endParaRPr>
          </a:p>
        </p:txBody>
      </p:sp>
      <p:sp>
        <p:nvSpPr>
          <p:cNvPr id="101380" name="Rectangle 2" title=""/>
          <p:cNvSpPr>
            <a:spLocks noGrp="1"/>
          </p:cNvSpPr>
          <p:nvPr>
            <p:ph type="title"/>
          </p:nvPr>
        </p:nvSpPr>
        <p:spPr>
          <a:xfrm>
            <a:off x="0" y="228600"/>
            <a:ext cx="9144000" cy="7620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2800">
                <a:ea typeface="宋体" pitchFamily="2" charset="-122"/>
              </a:rPr>
              <a:t>Computing Cells Involving Month But No City</a:t>
            </a:r>
            <a:endParaRPr lang="en-US" altLang="zh-CN" sz="2800">
              <a:ea typeface="宋体" pitchFamily="2" charset="-122"/>
            </a:endParaRPr>
          </a:p>
        </p:txBody>
      </p:sp>
      <p:sp>
        <p:nvSpPr>
          <p:cNvPr id="101381" name="Text Box 3" title=""/>
          <p:cNvSpPr txBox="1"/>
          <p:nvPr/>
        </p:nvSpPr>
        <p:spPr>
          <a:xfrm>
            <a:off x="6324600" y="1773238"/>
            <a:ext cx="5905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root</a:t>
            </a:r>
            <a:endParaRPr lang="en-US" altLang="zh-CN" sz="1800">
              <a:ea typeface="宋体" pitchFamily="2" charset="-122"/>
            </a:endParaRPr>
          </a:p>
        </p:txBody>
      </p:sp>
      <p:sp>
        <p:nvSpPr>
          <p:cNvPr id="101382" name="Text Box 4" title=""/>
          <p:cNvSpPr txBox="1"/>
          <p:nvPr/>
        </p:nvSpPr>
        <p:spPr>
          <a:xfrm>
            <a:off x="5638800" y="2508250"/>
            <a:ext cx="63658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Edu.</a:t>
            </a:r>
            <a:endParaRPr lang="en-US" altLang="zh-CN" sz="1800">
              <a:ea typeface="宋体" pitchFamily="2" charset="-122"/>
            </a:endParaRPr>
          </a:p>
        </p:txBody>
      </p:sp>
      <p:sp>
        <p:nvSpPr>
          <p:cNvPr id="101383" name="Text Box 5" title=""/>
          <p:cNvSpPr txBox="1"/>
          <p:nvPr/>
        </p:nvSpPr>
        <p:spPr>
          <a:xfrm>
            <a:off x="6934200" y="2432050"/>
            <a:ext cx="66198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Hhd.</a:t>
            </a:r>
            <a:endParaRPr lang="en-US" altLang="zh-CN" sz="1800">
              <a:ea typeface="宋体" pitchFamily="2" charset="-122"/>
            </a:endParaRPr>
          </a:p>
        </p:txBody>
      </p:sp>
      <p:sp>
        <p:nvSpPr>
          <p:cNvPr id="101384" name="Text Box 6" title=""/>
          <p:cNvSpPr txBox="1"/>
          <p:nvPr/>
        </p:nvSpPr>
        <p:spPr>
          <a:xfrm>
            <a:off x="7924800" y="2432050"/>
            <a:ext cx="61753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Bus.</a:t>
            </a:r>
            <a:endParaRPr lang="en-US" altLang="zh-CN" sz="1800">
              <a:ea typeface="宋体" pitchFamily="2" charset="-122"/>
            </a:endParaRPr>
          </a:p>
        </p:txBody>
      </p:sp>
      <p:sp>
        <p:nvSpPr>
          <p:cNvPr id="101385" name="Text Box 7" title=""/>
          <p:cNvSpPr txBox="1"/>
          <p:nvPr/>
        </p:nvSpPr>
        <p:spPr>
          <a:xfrm>
            <a:off x="5105400" y="3346450"/>
            <a:ext cx="59690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Jan.</a:t>
            </a:r>
            <a:endParaRPr lang="en-US" altLang="zh-CN" sz="1800">
              <a:ea typeface="宋体" pitchFamily="2" charset="-122"/>
            </a:endParaRPr>
          </a:p>
        </p:txBody>
      </p:sp>
      <p:sp>
        <p:nvSpPr>
          <p:cNvPr id="101386" name="Text Box 8" title=""/>
          <p:cNvSpPr txBox="1"/>
          <p:nvPr/>
        </p:nvSpPr>
        <p:spPr>
          <a:xfrm>
            <a:off x="6096000" y="3346450"/>
            <a:ext cx="633413"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Mar.</a:t>
            </a:r>
            <a:endParaRPr lang="en-US" altLang="zh-CN" sz="1800">
              <a:ea typeface="宋体" pitchFamily="2" charset="-122"/>
            </a:endParaRPr>
          </a:p>
        </p:txBody>
      </p:sp>
      <p:sp>
        <p:nvSpPr>
          <p:cNvPr id="101387" name="Text Box 9" title=""/>
          <p:cNvSpPr txBox="1"/>
          <p:nvPr/>
        </p:nvSpPr>
        <p:spPr>
          <a:xfrm>
            <a:off x="7162800" y="3346450"/>
            <a:ext cx="59690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Jan.</a:t>
            </a:r>
            <a:endParaRPr lang="en-US" altLang="zh-CN" sz="1800">
              <a:ea typeface="宋体" pitchFamily="2" charset="-122"/>
            </a:endParaRPr>
          </a:p>
        </p:txBody>
      </p:sp>
      <p:sp>
        <p:nvSpPr>
          <p:cNvPr id="101388" name="Text Box 10" title=""/>
          <p:cNvSpPr txBox="1"/>
          <p:nvPr/>
        </p:nvSpPr>
        <p:spPr>
          <a:xfrm>
            <a:off x="8001000" y="3346450"/>
            <a:ext cx="620713"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Feb.</a:t>
            </a:r>
            <a:endParaRPr lang="en-US" altLang="zh-CN" sz="1800">
              <a:ea typeface="宋体" pitchFamily="2" charset="-122"/>
            </a:endParaRPr>
          </a:p>
        </p:txBody>
      </p:sp>
      <p:sp>
        <p:nvSpPr>
          <p:cNvPr id="101389" name="Text Box 11" title=""/>
          <p:cNvSpPr txBox="1"/>
          <p:nvPr/>
        </p:nvSpPr>
        <p:spPr>
          <a:xfrm>
            <a:off x="4114800" y="5251450"/>
            <a:ext cx="59372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Tor.</a:t>
            </a:r>
            <a:endParaRPr lang="en-US" altLang="zh-CN" sz="1800">
              <a:ea typeface="宋体" pitchFamily="2" charset="-122"/>
            </a:endParaRPr>
          </a:p>
        </p:txBody>
      </p:sp>
      <p:sp>
        <p:nvSpPr>
          <p:cNvPr id="101390" name="Text Box 12" title=""/>
          <p:cNvSpPr txBox="1"/>
          <p:nvPr/>
        </p:nvSpPr>
        <p:spPr>
          <a:xfrm>
            <a:off x="6019800" y="5334000"/>
            <a:ext cx="63817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Van.</a:t>
            </a:r>
            <a:endParaRPr lang="en-US" altLang="zh-CN" sz="1800">
              <a:ea typeface="宋体" pitchFamily="2" charset="-122"/>
            </a:endParaRPr>
          </a:p>
        </p:txBody>
      </p:sp>
      <p:sp>
        <p:nvSpPr>
          <p:cNvPr id="101391" name="Text Box 13" title=""/>
          <p:cNvSpPr txBox="1"/>
          <p:nvPr/>
        </p:nvSpPr>
        <p:spPr>
          <a:xfrm>
            <a:off x="7086600" y="5334000"/>
            <a:ext cx="593725"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Tor.</a:t>
            </a:r>
            <a:endParaRPr lang="en-US" altLang="zh-CN" sz="1800">
              <a:ea typeface="宋体" pitchFamily="2" charset="-122"/>
            </a:endParaRPr>
          </a:p>
        </p:txBody>
      </p:sp>
      <p:sp>
        <p:nvSpPr>
          <p:cNvPr id="101392" name="Text Box 14" title=""/>
          <p:cNvSpPr txBox="1"/>
          <p:nvPr/>
        </p:nvSpPr>
        <p:spPr>
          <a:xfrm>
            <a:off x="8077200" y="5327650"/>
            <a:ext cx="757238"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ea typeface="宋体" pitchFamily="2" charset="-122"/>
              </a:rPr>
              <a:t>Mont.</a:t>
            </a:r>
            <a:endParaRPr lang="en-US" altLang="zh-CN" sz="1800">
              <a:ea typeface="宋体" pitchFamily="2" charset="-122"/>
            </a:endParaRPr>
          </a:p>
        </p:txBody>
      </p:sp>
      <p:cxnSp>
        <p:nvCxnSpPr>
          <p:cNvPr id="101393" name="AutoShape 15" title=""/>
          <p:cNvCxnSpPr>
            <a:stCxn id="101381" idx="2"/>
            <a:endCxn id="101384" idx="0"/>
          </p:cNvCxnSpPr>
          <p:nvPr/>
        </p:nvCxnSpPr>
        <p:spPr>
          <a:xfrm>
            <a:off x="6619875" y="2139950"/>
            <a:ext cx="1614488" cy="292100"/>
          </a:xfrm>
          <a:prstGeom prst="line">
            <a:avLst/>
          </a:prstGeom>
          <a:noFill/>
          <a:ln w="12700">
            <a:solidFill>
              <a:schemeClr val="tx1"/>
            </a:solidFill>
            <a:miter lim="800000"/>
          </a:ln>
        </p:spPr>
      </p:cxnSp>
      <p:cxnSp>
        <p:nvCxnSpPr>
          <p:cNvPr id="101394" name="AutoShape 16" title=""/>
          <p:cNvCxnSpPr>
            <a:stCxn id="101384" idx="2"/>
            <a:endCxn id="101388" idx="0"/>
          </p:cNvCxnSpPr>
          <p:nvPr/>
        </p:nvCxnSpPr>
        <p:spPr>
          <a:xfrm>
            <a:off x="8234363" y="2798763"/>
            <a:ext cx="77787" cy="547687"/>
          </a:xfrm>
          <a:prstGeom prst="line">
            <a:avLst/>
          </a:prstGeom>
          <a:noFill/>
          <a:ln w="12700">
            <a:solidFill>
              <a:schemeClr val="tx1"/>
            </a:solidFill>
            <a:miter lim="800000"/>
          </a:ln>
        </p:spPr>
      </p:cxnSp>
      <p:cxnSp>
        <p:nvCxnSpPr>
          <p:cNvPr id="101395" name="AutoShape 17" title=""/>
          <p:cNvCxnSpPr>
            <a:stCxn id="101388" idx="2"/>
            <a:endCxn id="101392" idx="0"/>
          </p:cNvCxnSpPr>
          <p:nvPr/>
        </p:nvCxnSpPr>
        <p:spPr>
          <a:xfrm>
            <a:off x="8312150" y="3713163"/>
            <a:ext cx="144463" cy="1614487"/>
          </a:xfrm>
          <a:prstGeom prst="line">
            <a:avLst/>
          </a:prstGeom>
          <a:noFill/>
          <a:ln w="12700">
            <a:solidFill>
              <a:schemeClr val="tx1"/>
            </a:solidFill>
            <a:miter lim="800000"/>
          </a:ln>
        </p:spPr>
      </p:cxnSp>
      <p:grpSp>
        <p:nvGrpSpPr>
          <p:cNvPr id="101396" name="Group 18" title=""/>
          <p:cNvGrpSpPr/>
          <p:nvPr/>
        </p:nvGrpSpPr>
        <p:grpSpPr>
          <a:xfrm>
            <a:off x="7924800" y="3733800"/>
            <a:ext cx="552450" cy="608013"/>
            <a:chOff x="4752" y="3216"/>
            <a:chExt cx="348" cy="383"/>
          </a:xfrm>
        </p:grpSpPr>
        <p:sp>
          <p:nvSpPr>
            <p:cNvPr id="101478" name="Text Box 19"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1479" name="Line 20" title=""/>
            <p:cNvSpPr/>
            <p:nvPr/>
          </p:nvSpPr>
          <p:spPr>
            <a:xfrm flipH="1" flipV="1">
              <a:off x="4944" y="3216"/>
              <a:ext cx="0" cy="144"/>
            </a:xfrm>
            <a:prstGeom prst="line">
              <a:avLst/>
            </a:prstGeom>
            <a:noFill/>
            <a:ln w="12700">
              <a:solidFill>
                <a:srgbClr val="0000CC"/>
              </a:solidFill>
              <a:miter lim="800000"/>
            </a:ln>
          </p:spPr>
        </p:sp>
      </p:grpSp>
      <p:cxnSp>
        <p:nvCxnSpPr>
          <p:cNvPr id="101397" name="AutoShape 21" title=""/>
          <p:cNvCxnSpPr>
            <a:stCxn id="101381" idx="2"/>
            <a:endCxn id="101383" idx="0"/>
          </p:cNvCxnSpPr>
          <p:nvPr/>
        </p:nvCxnSpPr>
        <p:spPr>
          <a:xfrm>
            <a:off x="6619875" y="2139950"/>
            <a:ext cx="646113" cy="292100"/>
          </a:xfrm>
          <a:prstGeom prst="line">
            <a:avLst/>
          </a:prstGeom>
          <a:noFill/>
          <a:ln w="12700">
            <a:solidFill>
              <a:schemeClr val="tx1"/>
            </a:solidFill>
            <a:miter lim="800000"/>
          </a:ln>
        </p:spPr>
      </p:cxnSp>
      <p:cxnSp>
        <p:nvCxnSpPr>
          <p:cNvPr id="101398" name="AutoShape 22" title=""/>
          <p:cNvCxnSpPr>
            <a:stCxn id="101383" idx="2"/>
            <a:endCxn id="101387" idx="0"/>
          </p:cNvCxnSpPr>
          <p:nvPr/>
        </p:nvCxnSpPr>
        <p:spPr>
          <a:xfrm>
            <a:off x="7265988" y="2798763"/>
            <a:ext cx="195262" cy="547687"/>
          </a:xfrm>
          <a:prstGeom prst="line">
            <a:avLst/>
          </a:prstGeom>
          <a:noFill/>
          <a:ln w="12700">
            <a:solidFill>
              <a:schemeClr val="tx1"/>
            </a:solidFill>
            <a:miter lim="800000"/>
          </a:ln>
        </p:spPr>
      </p:cxnSp>
      <p:cxnSp>
        <p:nvCxnSpPr>
          <p:cNvPr id="101399" name="AutoShape 23" title=""/>
          <p:cNvCxnSpPr>
            <a:stCxn id="101387" idx="2"/>
            <a:endCxn id="101391" idx="0"/>
          </p:cNvCxnSpPr>
          <p:nvPr/>
        </p:nvCxnSpPr>
        <p:spPr>
          <a:xfrm flipH="1">
            <a:off x="7383463" y="3713163"/>
            <a:ext cx="77787" cy="1620837"/>
          </a:xfrm>
          <a:prstGeom prst="line">
            <a:avLst/>
          </a:prstGeom>
          <a:noFill/>
          <a:ln w="12700">
            <a:solidFill>
              <a:schemeClr val="tx1"/>
            </a:solidFill>
            <a:miter lim="800000"/>
          </a:ln>
        </p:spPr>
      </p:cxnSp>
      <p:grpSp>
        <p:nvGrpSpPr>
          <p:cNvPr id="101400" name="Group 24" title=""/>
          <p:cNvGrpSpPr/>
          <p:nvPr/>
        </p:nvGrpSpPr>
        <p:grpSpPr>
          <a:xfrm>
            <a:off x="6096000" y="3733800"/>
            <a:ext cx="552450" cy="608013"/>
            <a:chOff x="4752" y="3216"/>
            <a:chExt cx="348" cy="383"/>
          </a:xfrm>
        </p:grpSpPr>
        <p:sp>
          <p:nvSpPr>
            <p:cNvPr id="101476" name="Text Box 25"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1477" name="Line 26" title=""/>
            <p:cNvSpPr/>
            <p:nvPr/>
          </p:nvSpPr>
          <p:spPr>
            <a:xfrm flipH="1" flipV="1">
              <a:off x="4944" y="3216"/>
              <a:ext cx="0" cy="144"/>
            </a:xfrm>
            <a:prstGeom prst="line">
              <a:avLst/>
            </a:prstGeom>
            <a:noFill/>
            <a:ln w="12700">
              <a:solidFill>
                <a:srgbClr val="0000CC"/>
              </a:solidFill>
              <a:miter lim="800000"/>
            </a:ln>
          </p:spPr>
        </p:sp>
      </p:grpSp>
      <p:grpSp>
        <p:nvGrpSpPr>
          <p:cNvPr id="101401" name="Group 27" title=""/>
          <p:cNvGrpSpPr/>
          <p:nvPr/>
        </p:nvGrpSpPr>
        <p:grpSpPr>
          <a:xfrm>
            <a:off x="7086600" y="3733800"/>
            <a:ext cx="552450" cy="608013"/>
            <a:chOff x="4752" y="3216"/>
            <a:chExt cx="348" cy="383"/>
          </a:xfrm>
        </p:grpSpPr>
        <p:sp>
          <p:nvSpPr>
            <p:cNvPr id="101474" name="Text Box 28"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1475" name="Line 29" title=""/>
            <p:cNvSpPr/>
            <p:nvPr/>
          </p:nvSpPr>
          <p:spPr>
            <a:xfrm flipH="1" flipV="1">
              <a:off x="4944" y="3216"/>
              <a:ext cx="0" cy="144"/>
            </a:xfrm>
            <a:prstGeom prst="line">
              <a:avLst/>
            </a:prstGeom>
            <a:noFill/>
            <a:ln w="12700">
              <a:solidFill>
                <a:srgbClr val="0000CC"/>
              </a:solidFill>
              <a:miter lim="800000"/>
            </a:ln>
          </p:spPr>
        </p:sp>
      </p:grpSp>
      <p:cxnSp>
        <p:nvCxnSpPr>
          <p:cNvPr id="101402" name="AutoShape 30" title=""/>
          <p:cNvCxnSpPr>
            <a:stCxn id="101381" idx="2"/>
            <a:endCxn id="101382" idx="0"/>
          </p:cNvCxnSpPr>
          <p:nvPr/>
        </p:nvCxnSpPr>
        <p:spPr>
          <a:xfrm flipH="1">
            <a:off x="5957888" y="2139950"/>
            <a:ext cx="661987" cy="368300"/>
          </a:xfrm>
          <a:prstGeom prst="line">
            <a:avLst/>
          </a:prstGeom>
          <a:noFill/>
          <a:ln w="12700">
            <a:solidFill>
              <a:schemeClr val="tx1"/>
            </a:solidFill>
            <a:miter lim="800000"/>
          </a:ln>
        </p:spPr>
      </p:cxnSp>
      <p:cxnSp>
        <p:nvCxnSpPr>
          <p:cNvPr id="101403" name="AutoShape 31" title=""/>
          <p:cNvCxnSpPr>
            <a:stCxn id="101382" idx="2"/>
            <a:endCxn id="101386" idx="0"/>
          </p:cNvCxnSpPr>
          <p:nvPr/>
        </p:nvCxnSpPr>
        <p:spPr>
          <a:xfrm>
            <a:off x="5957888" y="2874963"/>
            <a:ext cx="455612" cy="471487"/>
          </a:xfrm>
          <a:prstGeom prst="line">
            <a:avLst/>
          </a:prstGeom>
          <a:noFill/>
          <a:ln w="12700">
            <a:solidFill>
              <a:schemeClr val="tx1"/>
            </a:solidFill>
            <a:miter lim="800000"/>
          </a:ln>
        </p:spPr>
      </p:cxnSp>
      <p:cxnSp>
        <p:nvCxnSpPr>
          <p:cNvPr id="101404" name="AutoShape 32" title=""/>
          <p:cNvCxnSpPr>
            <a:stCxn id="101382" idx="2"/>
            <a:endCxn id="101385" idx="0"/>
          </p:cNvCxnSpPr>
          <p:nvPr/>
        </p:nvCxnSpPr>
        <p:spPr>
          <a:xfrm flipH="1">
            <a:off x="5403850" y="2874963"/>
            <a:ext cx="554038" cy="471487"/>
          </a:xfrm>
          <a:prstGeom prst="line">
            <a:avLst/>
          </a:prstGeom>
          <a:noFill/>
          <a:ln w="12700">
            <a:solidFill>
              <a:schemeClr val="tx1"/>
            </a:solidFill>
            <a:miter lim="800000"/>
          </a:ln>
        </p:spPr>
      </p:cxnSp>
      <p:cxnSp>
        <p:nvCxnSpPr>
          <p:cNvPr id="101405" name="AutoShape 33" title=""/>
          <p:cNvCxnSpPr>
            <a:stCxn id="101386" idx="2"/>
            <a:endCxn id="101390" idx="0"/>
          </p:cNvCxnSpPr>
          <p:nvPr/>
        </p:nvCxnSpPr>
        <p:spPr>
          <a:xfrm flipH="1">
            <a:off x="6338888" y="3713163"/>
            <a:ext cx="74612" cy="1620837"/>
          </a:xfrm>
          <a:prstGeom prst="line">
            <a:avLst/>
          </a:prstGeom>
          <a:noFill/>
          <a:ln w="12700">
            <a:solidFill>
              <a:schemeClr val="tx1"/>
            </a:solidFill>
            <a:miter lim="800000"/>
          </a:ln>
        </p:spPr>
      </p:cxnSp>
      <p:cxnSp>
        <p:nvCxnSpPr>
          <p:cNvPr id="101406" name="AutoShape 34" title=""/>
          <p:cNvCxnSpPr>
            <a:stCxn id="101385" idx="2"/>
            <a:endCxn id="101389" idx="0"/>
          </p:cNvCxnSpPr>
          <p:nvPr/>
        </p:nvCxnSpPr>
        <p:spPr>
          <a:xfrm flipH="1">
            <a:off x="4411663" y="3713163"/>
            <a:ext cx="992187" cy="1538287"/>
          </a:xfrm>
          <a:prstGeom prst="line">
            <a:avLst/>
          </a:prstGeom>
          <a:noFill/>
          <a:ln w="12700">
            <a:solidFill>
              <a:schemeClr val="tx1"/>
            </a:solidFill>
            <a:miter lim="800000"/>
          </a:ln>
        </p:spPr>
      </p:cxnSp>
      <p:graphicFrame>
        <p:nvGraphicFramePr>
          <p:cNvPr id="101407" name="Group 35" title=""/>
          <p:cNvGraphicFramePr>
            <a:graphicFrameLocks noGrp="1"/>
          </p:cNvGraphicFramePr>
          <p:nvPr/>
        </p:nvGraphicFramePr>
        <p:xfrm>
          <a:off x="457200" y="3200400"/>
          <a:ext cx="3505200" cy="3228975"/>
        </p:xfrm>
        <a:graphic>
          <a:graphicData uri="http://schemas.openxmlformats.org/drawingml/2006/table">
            <a:tbl>
              <a:tblPr/>
              <a:tblGrid>
                <a:gridCol w="1066800"/>
                <a:gridCol w="1371600"/>
                <a:gridCol w="1066800"/>
              </a:tblGrid>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Attr. Val.</a:t>
                      </a:r>
                      <a:endParaRPr lang="en-US" altLang="zh-CN" sz="1400" b="1">
                        <a:ea typeface="宋体" pitchFamily="2" charset="-122"/>
                      </a:endParaRPr>
                    </a:p>
                  </a:txBody>
                  <a:tcPr marT="0" marB="0"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Quant-Info</a:t>
                      </a:r>
                      <a:endParaRPr lang="en-US" altLang="zh-CN" sz="1400" b="1">
                        <a:ea typeface="宋体" pitchFamily="2" charset="-122"/>
                      </a:endParaRPr>
                    </a:p>
                  </a:txBody>
                  <a:tcPr marT="0" marB="0"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Side-link</a:t>
                      </a:r>
                      <a:endParaRPr lang="en-US" altLang="zh-CN" sz="1400" b="1">
                        <a:ea typeface="宋体" pitchFamily="2" charset="-122"/>
                      </a:endParaRPr>
                    </a:p>
                  </a:txBody>
                  <a:tcPr marT="0" marB="0"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Edu.</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Sum:2285 …</a:t>
                      </a:r>
                      <a:endParaRPr lang="en-US" altLang="zh-CN"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Hhd.</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Bus.</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a typeface="宋体" pitchFamily="2" charset="-122"/>
                        </a:rPr>
                        <a:t>Jan.</a:t>
                      </a:r>
                      <a:endParaRPr lang="en-US" altLang="zh-CN" sz="1400" b="1">
                        <a:solidFill>
                          <a:srgbClr val="FF0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FF0000"/>
                          </a:solidFill>
                          <a:ea typeface="宋体" pitchFamily="2" charset="-122"/>
                        </a:rPr>
                        <a:t>…</a:t>
                      </a:r>
                      <a:endParaRPr lang="zh-CN" altLang="en-US" sz="1400" b="1">
                        <a:solidFill>
                          <a:srgbClr val="FF0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762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0000CC"/>
                          </a:solidFill>
                          <a:ea typeface="宋体" pitchFamily="2" charset="-122"/>
                        </a:rPr>
                        <a:t>Feb.</a:t>
                      </a:r>
                      <a:endParaRPr lang="en-US" altLang="zh-CN" sz="1400" b="1">
                        <a:solidFill>
                          <a:srgbClr val="0000CC"/>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0000CC"/>
                          </a:solidFill>
                          <a:ea typeface="宋体" pitchFamily="2" charset="-122"/>
                        </a:rPr>
                        <a:t>…</a:t>
                      </a:r>
                      <a:endParaRPr lang="zh-CN" altLang="en-US" sz="1400" b="1">
                        <a:solidFill>
                          <a:srgbClr val="0000CC"/>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0000CC"/>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008000"/>
                          </a:solidFill>
                          <a:ea typeface="宋体" pitchFamily="2" charset="-122"/>
                        </a:rPr>
                        <a:t>Mar.</a:t>
                      </a:r>
                      <a:endParaRPr lang="en-US" altLang="zh-CN" sz="1400" b="1">
                        <a:solidFill>
                          <a:srgbClr val="008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008000"/>
                          </a:solidFill>
                          <a:ea typeface="宋体" pitchFamily="2" charset="-122"/>
                        </a:rPr>
                        <a:t>…</a:t>
                      </a:r>
                      <a:endParaRPr lang="zh-CN" altLang="en-US" sz="1400" b="1">
                        <a:solidFill>
                          <a:srgbClr val="008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008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Tor.</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Van.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Mont.</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46062">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cxnSp>
        <p:nvCxnSpPr>
          <p:cNvPr id="101465" name="AutoShape 93" title=""/>
          <p:cNvCxnSpPr>
            <a:endCxn id="101385" idx="1"/>
          </p:cNvCxnSpPr>
          <p:nvPr/>
        </p:nvCxnSpPr>
        <p:spPr>
          <a:xfrm flipV="1">
            <a:off x="3962400" y="3530600"/>
            <a:ext cx="1143000" cy="1023938"/>
          </a:xfrm>
          <a:prstGeom prst="curvedConnector3">
            <a:avLst>
              <a:gd name="adj1" fmla="val 50000"/>
            </a:avLst>
          </a:prstGeom>
          <a:noFill/>
          <a:ln w="28575">
            <a:solidFill>
              <a:srgbClr val="FF0000"/>
            </a:solidFill>
            <a:miter lim="800000"/>
            <a:tailEnd type="triangle"/>
          </a:ln>
        </p:spPr>
      </p:cxnSp>
      <p:sp>
        <p:nvSpPr>
          <p:cNvPr id="101466" name="Freeform 94" title=""/>
          <p:cNvSpPr/>
          <p:nvPr/>
        </p:nvSpPr>
        <p:spPr bwMode="auto">
          <a:xfrm>
            <a:off x="5562600" y="2895600"/>
            <a:ext cx="1752600" cy="609600"/>
          </a:xfrm>
          <a:custGeom>
            <a:gdLst>
              <a:gd name="GT0" fmla="+- l w 0"/>
              <a:gd name="GT1" fmla="+- t h 0"/>
            </a:gdLst>
            <a:cxnLst>
              <a:cxn ang="0">
                <a:pos x="0" y="2147483647"/>
              </a:cxn>
              <a:cxn ang="0">
                <a:pos x="2147483647" y="2147483647"/>
              </a:cxn>
              <a:cxn ang="0">
                <a:pos x="2147483647" y="2147483647"/>
              </a:cxn>
            </a:cxnLst>
            <a:rect l="l" t="t" r="GT0" b="GT1"/>
            <a:pathLst>
              <a:path w="1104" h="248">
                <a:moveTo>
                  <a:pt x="0" y="248"/>
                </a:moveTo>
                <a:cubicBezTo>
                  <a:pt x="172" y="132"/>
                  <a:pt x="344" y="16"/>
                  <a:pt x="528" y="8"/>
                </a:cubicBezTo>
                <a:cubicBezTo>
                  <a:pt x="712" y="0"/>
                  <a:pt x="908" y="100"/>
                  <a:pt x="1104" y="200"/>
                </a:cubicBezTo>
              </a:path>
            </a:pathLst>
          </a:custGeom>
          <a:noFill/>
          <a:ln w="28575">
            <a:solidFill>
              <a:srgbClr val="FF0000"/>
            </a:solidFill>
            <a:round/>
            <a:headEnd type="none" w="sm" len="sm"/>
            <a:tailEnd type="triangle" w="med" len="med"/>
          </a:ln>
        </p:spPr>
      </p:sp>
      <p:cxnSp>
        <p:nvCxnSpPr>
          <p:cNvPr id="101467" name="AutoShape 95" title=""/>
          <p:cNvCxnSpPr>
            <a:endCxn id="101388" idx="1"/>
          </p:cNvCxnSpPr>
          <p:nvPr/>
        </p:nvCxnSpPr>
        <p:spPr>
          <a:xfrm flipV="1">
            <a:off x="3962400" y="3530600"/>
            <a:ext cx="4038600" cy="1284288"/>
          </a:xfrm>
          <a:prstGeom prst="curvedConnector3">
            <a:avLst>
              <a:gd name="adj1" fmla="val 50000"/>
            </a:avLst>
          </a:prstGeom>
          <a:noFill/>
          <a:ln w="28575">
            <a:solidFill>
              <a:srgbClr val="0000FF"/>
            </a:solidFill>
            <a:miter lim="800000"/>
            <a:tailEnd type="triangle"/>
          </a:ln>
        </p:spPr>
      </p:cxnSp>
      <p:cxnSp>
        <p:nvCxnSpPr>
          <p:cNvPr id="101468" name="AutoShape 96" title=""/>
          <p:cNvCxnSpPr>
            <a:endCxn id="101387" idx="1"/>
          </p:cNvCxnSpPr>
          <p:nvPr/>
        </p:nvCxnSpPr>
        <p:spPr>
          <a:xfrm flipV="1">
            <a:off x="3962400" y="3530600"/>
            <a:ext cx="3200400" cy="1546225"/>
          </a:xfrm>
          <a:prstGeom prst="curvedConnector3">
            <a:avLst>
              <a:gd name="adj1" fmla="val 50000"/>
            </a:avLst>
          </a:prstGeom>
          <a:noFill/>
          <a:ln w="28575">
            <a:solidFill>
              <a:srgbClr val="008000"/>
            </a:solidFill>
            <a:miter lim="800000"/>
            <a:tailEnd type="triangle"/>
          </a:ln>
        </p:spPr>
      </p:cxnSp>
      <p:sp>
        <p:nvSpPr>
          <p:cNvPr id="101469" name="Text Box 97" title=""/>
          <p:cNvSpPr txBox="1"/>
          <p:nvPr/>
        </p:nvSpPr>
        <p:spPr>
          <a:xfrm>
            <a:off x="228600" y="1676400"/>
            <a:ext cx="4419600" cy="1373188"/>
          </a:xfrm>
          <a:prstGeom prst="rect">
            <a:avLst/>
          </a:prstGeom>
          <a:noFill/>
          <a:ln w="12700">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457200" lvl="0" indent="-457200" eaLnBrk="1" hangingPunct="1">
              <a:buAutoNum type="arabicPeriod"/>
            </a:pPr>
            <a:r>
              <a:rPr lang="en-US" altLang="zh-CN">
                <a:ea typeface="宋体" pitchFamily="2" charset="-122"/>
              </a:rPr>
              <a:t>Roll up quant-info</a:t>
            </a:r>
            <a:endParaRPr lang="en-US" altLang="zh-CN">
              <a:ea typeface="宋体" pitchFamily="2" charset="-122"/>
            </a:endParaRPr>
          </a:p>
          <a:p>
            <a:pPr marL="457200" lvl="0" indent="-457200" eaLnBrk="1" hangingPunct="1">
              <a:buAutoNum type="arabicPeriod"/>
            </a:pPr>
            <a:r>
              <a:rPr lang="en-US" altLang="zh-CN">
                <a:ea typeface="宋体" pitchFamily="2" charset="-122"/>
              </a:rPr>
              <a:t>Compute cells involving month but no city</a:t>
            </a:r>
            <a:endParaRPr lang="en-US" altLang="zh-CN">
              <a:ea typeface="宋体" pitchFamily="2" charset="-122"/>
            </a:endParaRPr>
          </a:p>
        </p:txBody>
      </p:sp>
      <p:grpSp>
        <p:nvGrpSpPr>
          <p:cNvPr id="101470" name="Group 98" title=""/>
          <p:cNvGrpSpPr/>
          <p:nvPr/>
        </p:nvGrpSpPr>
        <p:grpSpPr>
          <a:xfrm>
            <a:off x="5029200" y="3733800"/>
            <a:ext cx="584200" cy="601663"/>
            <a:chOff x="4752" y="3216"/>
            <a:chExt cx="368" cy="379"/>
          </a:xfrm>
        </p:grpSpPr>
        <p:sp>
          <p:nvSpPr>
            <p:cNvPr id="101472" name="Text Box 99" title=""/>
            <p:cNvSpPr txBox="1"/>
            <p:nvPr/>
          </p:nvSpPr>
          <p:spPr>
            <a:xfrm>
              <a:off x="4752" y="3356"/>
              <a:ext cx="36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ea typeface="宋体" pitchFamily="2" charset="-122"/>
                </a:rPr>
                <a:t>Q.I.</a:t>
              </a:r>
              <a:endParaRPr lang="en-US" altLang="zh-CN" sz="1800">
                <a:solidFill>
                  <a:srgbClr val="0000CC"/>
                </a:solidFill>
                <a:ea typeface="宋体" pitchFamily="2" charset="-122"/>
              </a:endParaRPr>
            </a:p>
          </p:txBody>
        </p:sp>
        <p:sp>
          <p:nvSpPr>
            <p:cNvPr id="101473" name="Line 100" title=""/>
            <p:cNvSpPr/>
            <p:nvPr/>
          </p:nvSpPr>
          <p:spPr>
            <a:xfrm flipH="1" flipV="1">
              <a:off x="4944" y="3216"/>
              <a:ext cx="0" cy="144"/>
            </a:xfrm>
            <a:prstGeom prst="line">
              <a:avLst/>
            </a:prstGeom>
            <a:noFill/>
            <a:ln w="12700">
              <a:solidFill>
                <a:srgbClr val="0000CC"/>
              </a:solidFill>
              <a:miter lim="800000"/>
            </a:ln>
          </p:spPr>
        </p:sp>
      </p:grpSp>
      <p:sp>
        <p:nvSpPr>
          <p:cNvPr id="101471" name="Text Box 101" title=""/>
          <p:cNvSpPr txBox="1"/>
          <p:nvPr/>
        </p:nvSpPr>
        <p:spPr>
          <a:xfrm>
            <a:off x="4114800" y="5638800"/>
            <a:ext cx="4816475" cy="915988"/>
          </a:xfrm>
          <a:prstGeom prst="rect">
            <a:avLst/>
          </a:prstGeom>
          <a:noFill/>
          <a:ln w="12700">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lnSpc>
                <a:spcPct val="90000"/>
              </a:lnSpc>
            </a:pPr>
            <a:r>
              <a:rPr lang="en-US" altLang="zh-CN" sz="2000">
                <a:solidFill>
                  <a:srgbClr val="FF0000"/>
                </a:solidFill>
                <a:ea typeface="宋体" pitchFamily="2" charset="-122"/>
              </a:rPr>
              <a:t>Top-k OK mark: if Q.I. in a child passes top-k avg threshold, so does its parents. No binning is needed!</a:t>
            </a:r>
            <a:endParaRPr lang="en-US" altLang="zh-CN" sz="2000">
              <a:solidFill>
                <a:srgbClr val="FF0000"/>
              </a:solidFill>
              <a:ea typeface="宋体" pitchFamily="2" charset="-122"/>
            </a:endParaRPr>
          </a:p>
        </p:txBody>
      </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slides/slide9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p:sp>
        <p:nvSpPr>
          <p:cNvPr id="102402" name="Rectangle 2061" title=""/>
          <p:cNvSpPr txBox="1">
            <a:spLocks noGrp="1"/>
          </p:cNvSpPr>
          <p:nvPr>
            <p:ph type="sldNum" idx="12"/>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2467EBCE-9E2C-4715-8D55-22230D49AF84}" type="slidenum">
              <a:rPr lang="zh-CN" altLang="en-US" sz="1200">
                <a:ea typeface="宋体" pitchFamily="2" charset="-122"/>
              </a:rPr>
              <a:t>98</a:t>
            </a:fld>
            <a:endParaRPr lang="en-US" altLang="zh-CN" sz="1200">
              <a:ea typeface="宋体" pitchFamily="2" charset="-122"/>
            </a:endParaRPr>
          </a:p>
        </p:txBody>
      </p:sp>
      <p:sp>
        <p:nvSpPr>
          <p:cNvPr id="102403" name="Slide Number Placeholder 5" title=""/>
          <p:cNvSpPr txBox="1">
            <a:spLocks noGrp="1"/>
          </p:cNvSpPr>
          <p:nvPr/>
        </p:nvSpPr>
        <p:spPr>
          <a:xfrm>
            <a:off x="7239000" y="6400800"/>
            <a:ext cx="1905000" cy="457200"/>
          </a:xfrm>
          <a:prstGeom prst="rect">
            <a:avLst/>
          </a:prstGeom>
          <a:noFill/>
          <a:ln>
            <a:noFill/>
            <a:miter lim="800000"/>
          </a:ln>
        </p:spPr>
        <p:txBody>
          <a:bodyPr anchor="b"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r" eaLnBrk="1" hangingPunct="1"/>
            <a:fld id="{54E12955-A670-41C5-A5C0-53D815B48467}" type="slidenum">
              <a:rPr lang="zh-CN" altLang="en-US" sz="1200">
                <a:ea typeface="宋体" pitchFamily="2" charset="-122"/>
              </a:rPr>
              <a:t>98</a:t>
            </a:fld>
            <a:endParaRPr lang="en-US" altLang="zh-CN" sz="1200">
              <a:ea typeface="宋体" pitchFamily="2" charset="-122"/>
            </a:endParaRPr>
          </a:p>
        </p:txBody>
      </p:sp>
      <p:sp>
        <p:nvSpPr>
          <p:cNvPr id="102404" name="Rectangle 2" title=""/>
          <p:cNvSpPr>
            <a:spLocks noGrp="1"/>
          </p:cNvSpPr>
          <p:nvPr>
            <p:ph type="title"/>
          </p:nvPr>
        </p:nvSpPr>
        <p:spPr>
          <a:xfrm>
            <a:off x="0" y="228600"/>
            <a:ext cx="9144000" cy="762000"/>
          </a:xfrm>
          <a:noFill/>
          <a:ln>
            <a:miter lim="800000"/>
          </a:ln>
        </p:spPr>
        <p:txBody>
          <a:bodyPr wrap="square" lIns="91440" tIns="45720" rIns="91440" bIns="45720"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3600" b="1" i="0" u="none" baseline="0">
                <a:solidFill>
                  <a:schemeClr val="tx2"/>
                </a:solidFill>
                <a:latin typeface="Tahoma" pitchFamily="34" charset="0"/>
                <a:ea typeface="+mj-ea"/>
                <a:cs typeface="+mj-cs"/>
              </a:defRPr>
            </a:lvl1pPr>
          </a:lstStyle>
          <a:p>
            <a:pPr lvl="0" eaLnBrk="1" hangingPunct="1"/>
            <a:r>
              <a:rPr lang="en-US" altLang="zh-CN" sz="3200">
                <a:ea typeface="宋体" pitchFamily="2" charset="-122"/>
              </a:rPr>
              <a:t>Computing Cells Involving Only Cust_grp</a:t>
            </a:r>
            <a:endParaRPr lang="en-US" altLang="zh-CN" sz="3200">
              <a:ea typeface="宋体" pitchFamily="2" charset="-122"/>
            </a:endParaRPr>
          </a:p>
        </p:txBody>
      </p:sp>
      <p:sp>
        <p:nvSpPr>
          <p:cNvPr id="102405" name="Text Box 3" title=""/>
          <p:cNvSpPr txBox="1"/>
          <p:nvPr/>
        </p:nvSpPr>
        <p:spPr>
          <a:xfrm>
            <a:off x="6324600" y="1779588"/>
            <a:ext cx="5524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root</a:t>
            </a:r>
            <a:endParaRPr lang="en-US" altLang="zh-CN" sz="1800">
              <a:latin typeface="Times New Roman" pitchFamily="18" charset="0"/>
              <a:ea typeface="宋体" pitchFamily="2" charset="-122"/>
            </a:endParaRPr>
          </a:p>
        </p:txBody>
      </p:sp>
      <p:sp>
        <p:nvSpPr>
          <p:cNvPr id="102406" name="Text Box 4" title=""/>
          <p:cNvSpPr txBox="1"/>
          <p:nvPr/>
        </p:nvSpPr>
        <p:spPr>
          <a:xfrm>
            <a:off x="5638800" y="25146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edu</a:t>
            </a:r>
            <a:endParaRPr lang="en-US" altLang="zh-CN" sz="1800">
              <a:latin typeface="Times New Roman" pitchFamily="18" charset="0"/>
              <a:ea typeface="宋体" pitchFamily="2" charset="-122"/>
            </a:endParaRPr>
          </a:p>
        </p:txBody>
      </p:sp>
      <p:sp>
        <p:nvSpPr>
          <p:cNvPr id="102407" name="Text Box 5" title=""/>
          <p:cNvSpPr txBox="1"/>
          <p:nvPr/>
        </p:nvSpPr>
        <p:spPr>
          <a:xfrm>
            <a:off x="6934200" y="2438400"/>
            <a:ext cx="5270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hhd</a:t>
            </a:r>
            <a:endParaRPr lang="en-US" altLang="zh-CN" sz="1800">
              <a:latin typeface="Times New Roman" pitchFamily="18" charset="0"/>
              <a:ea typeface="宋体" pitchFamily="2" charset="-122"/>
            </a:endParaRPr>
          </a:p>
        </p:txBody>
      </p:sp>
      <p:sp>
        <p:nvSpPr>
          <p:cNvPr id="102408" name="Text Box 6" title=""/>
          <p:cNvSpPr txBox="1"/>
          <p:nvPr/>
        </p:nvSpPr>
        <p:spPr>
          <a:xfrm>
            <a:off x="7924800" y="2389188"/>
            <a:ext cx="501650" cy="366712"/>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bus</a:t>
            </a:r>
            <a:endParaRPr lang="en-US" altLang="zh-CN" sz="1800">
              <a:latin typeface="Times New Roman" pitchFamily="18" charset="0"/>
              <a:ea typeface="宋体" pitchFamily="2" charset="-122"/>
            </a:endParaRPr>
          </a:p>
        </p:txBody>
      </p:sp>
      <p:sp>
        <p:nvSpPr>
          <p:cNvPr id="102409" name="Text Box 7" title=""/>
          <p:cNvSpPr txBox="1"/>
          <p:nvPr/>
        </p:nvSpPr>
        <p:spPr>
          <a:xfrm>
            <a:off x="5105400" y="3352800"/>
            <a:ext cx="488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Jan</a:t>
            </a:r>
            <a:endParaRPr lang="en-US" altLang="zh-CN" sz="1800">
              <a:latin typeface="Times New Roman" pitchFamily="18" charset="0"/>
              <a:ea typeface="宋体" pitchFamily="2" charset="-122"/>
            </a:endParaRPr>
          </a:p>
        </p:txBody>
      </p:sp>
      <p:sp>
        <p:nvSpPr>
          <p:cNvPr id="102410" name="Text Box 8" title=""/>
          <p:cNvSpPr txBox="1"/>
          <p:nvPr/>
        </p:nvSpPr>
        <p:spPr>
          <a:xfrm>
            <a:off x="6096000" y="3352800"/>
            <a:ext cx="5651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Mar</a:t>
            </a:r>
            <a:endParaRPr lang="en-US" altLang="zh-CN" sz="1800">
              <a:latin typeface="Times New Roman" pitchFamily="18" charset="0"/>
              <a:ea typeface="宋体" pitchFamily="2" charset="-122"/>
            </a:endParaRPr>
          </a:p>
        </p:txBody>
      </p:sp>
      <p:sp>
        <p:nvSpPr>
          <p:cNvPr id="102411" name="Text Box 9" title=""/>
          <p:cNvSpPr txBox="1"/>
          <p:nvPr/>
        </p:nvSpPr>
        <p:spPr>
          <a:xfrm>
            <a:off x="7162800" y="3352800"/>
            <a:ext cx="488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Jan</a:t>
            </a:r>
            <a:endParaRPr lang="en-US" altLang="zh-CN" sz="1800">
              <a:latin typeface="Times New Roman" pitchFamily="18" charset="0"/>
              <a:ea typeface="宋体" pitchFamily="2" charset="-122"/>
            </a:endParaRPr>
          </a:p>
        </p:txBody>
      </p:sp>
      <p:sp>
        <p:nvSpPr>
          <p:cNvPr id="102412" name="Text Box 10" title=""/>
          <p:cNvSpPr txBox="1"/>
          <p:nvPr/>
        </p:nvSpPr>
        <p:spPr>
          <a:xfrm>
            <a:off x="8001000" y="3352800"/>
            <a:ext cx="5270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Feb</a:t>
            </a:r>
            <a:endParaRPr lang="en-US" altLang="zh-CN" sz="1800">
              <a:latin typeface="Times New Roman" pitchFamily="18" charset="0"/>
              <a:ea typeface="宋体" pitchFamily="2" charset="-122"/>
            </a:endParaRPr>
          </a:p>
        </p:txBody>
      </p:sp>
      <p:sp>
        <p:nvSpPr>
          <p:cNvPr id="102413" name="Text Box 11" title=""/>
          <p:cNvSpPr txBox="1"/>
          <p:nvPr/>
        </p:nvSpPr>
        <p:spPr>
          <a:xfrm>
            <a:off x="4114800" y="52578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Tor</a:t>
            </a:r>
            <a:endParaRPr lang="en-US" altLang="zh-CN" sz="1800">
              <a:latin typeface="Times New Roman" pitchFamily="18" charset="0"/>
              <a:ea typeface="宋体" pitchFamily="2" charset="-122"/>
            </a:endParaRPr>
          </a:p>
        </p:txBody>
      </p:sp>
      <p:sp>
        <p:nvSpPr>
          <p:cNvPr id="102414" name="Text Box 12" title=""/>
          <p:cNvSpPr txBox="1"/>
          <p:nvPr/>
        </p:nvSpPr>
        <p:spPr>
          <a:xfrm>
            <a:off x="6019800" y="5257800"/>
            <a:ext cx="5651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Van</a:t>
            </a:r>
            <a:endParaRPr lang="en-US" altLang="zh-CN" sz="1800">
              <a:latin typeface="Times New Roman" pitchFamily="18" charset="0"/>
              <a:ea typeface="宋体" pitchFamily="2" charset="-122"/>
            </a:endParaRPr>
          </a:p>
        </p:txBody>
      </p:sp>
      <p:sp>
        <p:nvSpPr>
          <p:cNvPr id="102415" name="Text Box 13" title=""/>
          <p:cNvSpPr txBox="1"/>
          <p:nvPr/>
        </p:nvSpPr>
        <p:spPr>
          <a:xfrm>
            <a:off x="7086600" y="5334000"/>
            <a:ext cx="5143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Tor</a:t>
            </a:r>
            <a:endParaRPr lang="en-US" altLang="zh-CN" sz="1800">
              <a:latin typeface="Times New Roman" pitchFamily="18" charset="0"/>
              <a:ea typeface="宋体" pitchFamily="2" charset="-122"/>
            </a:endParaRPr>
          </a:p>
        </p:txBody>
      </p:sp>
      <p:sp>
        <p:nvSpPr>
          <p:cNvPr id="102416" name="Text Box 14" title=""/>
          <p:cNvSpPr txBox="1"/>
          <p:nvPr/>
        </p:nvSpPr>
        <p:spPr>
          <a:xfrm>
            <a:off x="8077200" y="5334000"/>
            <a:ext cx="615950" cy="366713"/>
          </a:xfrm>
          <a:prstGeom prst="rect">
            <a:avLst/>
          </a:prstGeom>
          <a:noFill/>
          <a:ln w="12700">
            <a:no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latin typeface="Times New Roman" pitchFamily="18" charset="0"/>
                <a:ea typeface="宋体" pitchFamily="2" charset="-122"/>
              </a:rPr>
              <a:t>Mon</a:t>
            </a:r>
            <a:endParaRPr lang="en-US" altLang="zh-CN" sz="1800">
              <a:latin typeface="Times New Roman" pitchFamily="18" charset="0"/>
              <a:ea typeface="宋体" pitchFamily="2" charset="-122"/>
            </a:endParaRPr>
          </a:p>
        </p:txBody>
      </p:sp>
      <p:cxnSp>
        <p:nvCxnSpPr>
          <p:cNvPr id="102417" name="AutoShape 15" title=""/>
          <p:cNvCxnSpPr>
            <a:stCxn id="102405" idx="2"/>
            <a:endCxn id="102408" idx="0"/>
          </p:cNvCxnSpPr>
          <p:nvPr/>
        </p:nvCxnSpPr>
        <p:spPr>
          <a:xfrm>
            <a:off x="6600825" y="2146300"/>
            <a:ext cx="1574800" cy="242888"/>
          </a:xfrm>
          <a:prstGeom prst="line">
            <a:avLst/>
          </a:prstGeom>
          <a:noFill/>
          <a:ln w="12700">
            <a:solidFill>
              <a:schemeClr val="tx1"/>
            </a:solidFill>
            <a:miter lim="800000"/>
          </a:ln>
        </p:spPr>
      </p:cxnSp>
      <p:cxnSp>
        <p:nvCxnSpPr>
          <p:cNvPr id="102418" name="AutoShape 16" title=""/>
          <p:cNvCxnSpPr>
            <a:stCxn id="102408" idx="2"/>
            <a:endCxn id="102412" idx="0"/>
          </p:cNvCxnSpPr>
          <p:nvPr/>
        </p:nvCxnSpPr>
        <p:spPr>
          <a:xfrm>
            <a:off x="8175625" y="2755900"/>
            <a:ext cx="88900" cy="596900"/>
          </a:xfrm>
          <a:prstGeom prst="line">
            <a:avLst/>
          </a:prstGeom>
          <a:noFill/>
          <a:ln w="12700">
            <a:solidFill>
              <a:schemeClr val="tx1"/>
            </a:solidFill>
            <a:miter lim="800000"/>
          </a:ln>
        </p:spPr>
      </p:cxnSp>
      <p:cxnSp>
        <p:nvCxnSpPr>
          <p:cNvPr id="102419" name="AutoShape 17" title=""/>
          <p:cNvCxnSpPr>
            <a:stCxn id="102412" idx="2"/>
            <a:endCxn id="102416" idx="0"/>
          </p:cNvCxnSpPr>
          <p:nvPr/>
        </p:nvCxnSpPr>
        <p:spPr>
          <a:xfrm>
            <a:off x="8264525" y="3719513"/>
            <a:ext cx="120650" cy="1614487"/>
          </a:xfrm>
          <a:prstGeom prst="line">
            <a:avLst/>
          </a:prstGeom>
          <a:noFill/>
          <a:ln w="12700">
            <a:solidFill>
              <a:schemeClr val="tx1"/>
            </a:solidFill>
            <a:miter lim="800000"/>
          </a:ln>
        </p:spPr>
      </p:cxnSp>
      <p:grpSp>
        <p:nvGrpSpPr>
          <p:cNvPr id="102420" name="Group 18" title=""/>
          <p:cNvGrpSpPr/>
          <p:nvPr/>
        </p:nvGrpSpPr>
        <p:grpSpPr>
          <a:xfrm>
            <a:off x="7924800" y="3733800"/>
            <a:ext cx="552450" cy="608013"/>
            <a:chOff x="4752" y="3216"/>
            <a:chExt cx="348" cy="383"/>
          </a:xfrm>
        </p:grpSpPr>
        <p:sp>
          <p:nvSpPr>
            <p:cNvPr id="102501" name="Text Box 19"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2502" name="Line 20" title=""/>
            <p:cNvSpPr/>
            <p:nvPr/>
          </p:nvSpPr>
          <p:spPr>
            <a:xfrm flipH="1" flipV="1">
              <a:off x="4944" y="3216"/>
              <a:ext cx="0" cy="144"/>
            </a:xfrm>
            <a:prstGeom prst="line">
              <a:avLst/>
            </a:prstGeom>
            <a:noFill/>
            <a:ln w="12700">
              <a:solidFill>
                <a:srgbClr val="0000CC"/>
              </a:solidFill>
              <a:miter lim="800000"/>
            </a:ln>
          </p:spPr>
        </p:sp>
      </p:grpSp>
      <p:cxnSp>
        <p:nvCxnSpPr>
          <p:cNvPr id="102421" name="AutoShape 21" title=""/>
          <p:cNvCxnSpPr>
            <a:stCxn id="102405" idx="2"/>
            <a:endCxn id="102407" idx="0"/>
          </p:cNvCxnSpPr>
          <p:nvPr/>
        </p:nvCxnSpPr>
        <p:spPr>
          <a:xfrm>
            <a:off x="6600825" y="2146300"/>
            <a:ext cx="596900" cy="292100"/>
          </a:xfrm>
          <a:prstGeom prst="line">
            <a:avLst/>
          </a:prstGeom>
          <a:noFill/>
          <a:ln w="12700">
            <a:solidFill>
              <a:schemeClr val="tx1"/>
            </a:solidFill>
            <a:miter lim="800000"/>
          </a:ln>
        </p:spPr>
      </p:cxnSp>
      <p:cxnSp>
        <p:nvCxnSpPr>
          <p:cNvPr id="102422" name="AutoShape 22" title=""/>
          <p:cNvCxnSpPr>
            <a:stCxn id="102407" idx="2"/>
            <a:endCxn id="102411" idx="0"/>
          </p:cNvCxnSpPr>
          <p:nvPr/>
        </p:nvCxnSpPr>
        <p:spPr>
          <a:xfrm>
            <a:off x="7197725" y="2805113"/>
            <a:ext cx="209550" cy="547687"/>
          </a:xfrm>
          <a:prstGeom prst="line">
            <a:avLst/>
          </a:prstGeom>
          <a:noFill/>
          <a:ln w="12700">
            <a:solidFill>
              <a:schemeClr val="tx1"/>
            </a:solidFill>
            <a:miter lim="800000"/>
          </a:ln>
        </p:spPr>
      </p:cxnSp>
      <p:cxnSp>
        <p:nvCxnSpPr>
          <p:cNvPr id="102423" name="AutoShape 23" title=""/>
          <p:cNvCxnSpPr>
            <a:stCxn id="102411" idx="2"/>
            <a:endCxn id="102415" idx="0"/>
          </p:cNvCxnSpPr>
          <p:nvPr/>
        </p:nvCxnSpPr>
        <p:spPr>
          <a:xfrm flipH="1">
            <a:off x="7343775" y="3719513"/>
            <a:ext cx="63500" cy="1614487"/>
          </a:xfrm>
          <a:prstGeom prst="line">
            <a:avLst/>
          </a:prstGeom>
          <a:noFill/>
          <a:ln w="12700">
            <a:solidFill>
              <a:schemeClr val="tx1"/>
            </a:solidFill>
            <a:miter lim="800000"/>
          </a:ln>
        </p:spPr>
      </p:cxnSp>
      <p:grpSp>
        <p:nvGrpSpPr>
          <p:cNvPr id="102424" name="Group 24" title=""/>
          <p:cNvGrpSpPr/>
          <p:nvPr/>
        </p:nvGrpSpPr>
        <p:grpSpPr>
          <a:xfrm>
            <a:off x="6096000" y="3733800"/>
            <a:ext cx="552450" cy="608013"/>
            <a:chOff x="4752" y="3216"/>
            <a:chExt cx="348" cy="383"/>
          </a:xfrm>
        </p:grpSpPr>
        <p:sp>
          <p:nvSpPr>
            <p:cNvPr id="102499" name="Text Box 25"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2500" name="Line 26" title=""/>
            <p:cNvSpPr/>
            <p:nvPr/>
          </p:nvSpPr>
          <p:spPr>
            <a:xfrm flipH="1" flipV="1">
              <a:off x="4944" y="3216"/>
              <a:ext cx="0" cy="144"/>
            </a:xfrm>
            <a:prstGeom prst="line">
              <a:avLst/>
            </a:prstGeom>
            <a:noFill/>
            <a:ln w="12700">
              <a:solidFill>
                <a:srgbClr val="0000CC"/>
              </a:solidFill>
              <a:miter lim="800000"/>
            </a:ln>
          </p:spPr>
        </p:sp>
      </p:grpSp>
      <p:grpSp>
        <p:nvGrpSpPr>
          <p:cNvPr id="102425" name="Group 27" title=""/>
          <p:cNvGrpSpPr/>
          <p:nvPr/>
        </p:nvGrpSpPr>
        <p:grpSpPr>
          <a:xfrm>
            <a:off x="7086600" y="3733800"/>
            <a:ext cx="552450" cy="608013"/>
            <a:chOff x="4752" y="3216"/>
            <a:chExt cx="348" cy="383"/>
          </a:xfrm>
        </p:grpSpPr>
        <p:sp>
          <p:nvSpPr>
            <p:cNvPr id="102497" name="Text Box 28"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2498" name="Line 29" title=""/>
            <p:cNvSpPr/>
            <p:nvPr/>
          </p:nvSpPr>
          <p:spPr>
            <a:xfrm flipH="1" flipV="1">
              <a:off x="4944" y="3216"/>
              <a:ext cx="0" cy="144"/>
            </a:xfrm>
            <a:prstGeom prst="line">
              <a:avLst/>
            </a:prstGeom>
            <a:noFill/>
            <a:ln w="12700">
              <a:solidFill>
                <a:srgbClr val="0000CC"/>
              </a:solidFill>
              <a:miter lim="800000"/>
            </a:ln>
          </p:spPr>
        </p:sp>
      </p:grpSp>
      <p:cxnSp>
        <p:nvCxnSpPr>
          <p:cNvPr id="102426" name="AutoShape 30" title=""/>
          <p:cNvCxnSpPr>
            <a:stCxn id="102405" idx="2"/>
            <a:endCxn id="102406" idx="0"/>
          </p:cNvCxnSpPr>
          <p:nvPr/>
        </p:nvCxnSpPr>
        <p:spPr>
          <a:xfrm flipH="1">
            <a:off x="5895975" y="2146300"/>
            <a:ext cx="704850" cy="368300"/>
          </a:xfrm>
          <a:prstGeom prst="line">
            <a:avLst/>
          </a:prstGeom>
          <a:noFill/>
          <a:ln w="12700">
            <a:solidFill>
              <a:schemeClr val="tx1"/>
            </a:solidFill>
            <a:miter lim="800000"/>
          </a:ln>
        </p:spPr>
      </p:cxnSp>
      <p:cxnSp>
        <p:nvCxnSpPr>
          <p:cNvPr id="102427" name="AutoShape 31" title=""/>
          <p:cNvCxnSpPr>
            <a:stCxn id="102406" idx="2"/>
            <a:endCxn id="102410" idx="0"/>
          </p:cNvCxnSpPr>
          <p:nvPr/>
        </p:nvCxnSpPr>
        <p:spPr>
          <a:xfrm>
            <a:off x="5895975" y="2881313"/>
            <a:ext cx="482600" cy="471487"/>
          </a:xfrm>
          <a:prstGeom prst="line">
            <a:avLst/>
          </a:prstGeom>
          <a:noFill/>
          <a:ln w="12700">
            <a:solidFill>
              <a:schemeClr val="tx1"/>
            </a:solidFill>
            <a:miter lim="800000"/>
          </a:ln>
        </p:spPr>
      </p:cxnSp>
      <p:cxnSp>
        <p:nvCxnSpPr>
          <p:cNvPr id="102428" name="AutoShape 32" title=""/>
          <p:cNvCxnSpPr>
            <a:stCxn id="102406" idx="2"/>
            <a:endCxn id="102409" idx="0"/>
          </p:cNvCxnSpPr>
          <p:nvPr/>
        </p:nvCxnSpPr>
        <p:spPr>
          <a:xfrm flipH="1">
            <a:off x="5349875" y="2881313"/>
            <a:ext cx="546100" cy="471487"/>
          </a:xfrm>
          <a:prstGeom prst="line">
            <a:avLst/>
          </a:prstGeom>
          <a:noFill/>
          <a:ln w="12700">
            <a:solidFill>
              <a:schemeClr val="tx1"/>
            </a:solidFill>
            <a:miter lim="800000"/>
          </a:ln>
        </p:spPr>
      </p:cxnSp>
      <p:cxnSp>
        <p:nvCxnSpPr>
          <p:cNvPr id="102429" name="AutoShape 33" title=""/>
          <p:cNvCxnSpPr>
            <a:stCxn id="102410" idx="2"/>
            <a:endCxn id="102414" idx="0"/>
          </p:cNvCxnSpPr>
          <p:nvPr/>
        </p:nvCxnSpPr>
        <p:spPr>
          <a:xfrm flipH="1">
            <a:off x="6302375" y="3719513"/>
            <a:ext cx="76200" cy="1538287"/>
          </a:xfrm>
          <a:prstGeom prst="line">
            <a:avLst/>
          </a:prstGeom>
          <a:noFill/>
          <a:ln w="12700">
            <a:solidFill>
              <a:schemeClr val="tx1"/>
            </a:solidFill>
            <a:miter lim="800000"/>
          </a:ln>
        </p:spPr>
      </p:cxnSp>
      <p:cxnSp>
        <p:nvCxnSpPr>
          <p:cNvPr id="102430" name="AutoShape 34" title=""/>
          <p:cNvCxnSpPr>
            <a:stCxn id="102409" idx="2"/>
            <a:endCxn id="102413" idx="0"/>
          </p:cNvCxnSpPr>
          <p:nvPr/>
        </p:nvCxnSpPr>
        <p:spPr>
          <a:xfrm flipH="1">
            <a:off x="4371975" y="3719513"/>
            <a:ext cx="977900" cy="1538287"/>
          </a:xfrm>
          <a:prstGeom prst="line">
            <a:avLst/>
          </a:prstGeom>
          <a:noFill/>
          <a:ln w="12700">
            <a:solidFill>
              <a:schemeClr val="tx1"/>
            </a:solidFill>
            <a:miter lim="800000"/>
          </a:ln>
        </p:spPr>
      </p:cxnSp>
      <p:graphicFrame>
        <p:nvGraphicFramePr>
          <p:cNvPr id="102431" name="Group 35" title=""/>
          <p:cNvGraphicFramePr>
            <a:graphicFrameLocks noGrp="1"/>
          </p:cNvGraphicFramePr>
          <p:nvPr/>
        </p:nvGraphicFramePr>
        <p:xfrm>
          <a:off x="457200" y="3352800"/>
          <a:ext cx="3505200" cy="2773680"/>
        </p:xfrm>
        <a:graphic>
          <a:graphicData uri="http://schemas.openxmlformats.org/drawingml/2006/table">
            <a:tbl>
              <a:tblPr/>
              <a:tblGrid>
                <a:gridCol w="1066800"/>
                <a:gridCol w="1371600"/>
                <a:gridCol w="1066800"/>
              </a:tblGrid>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Attr. Val.</a:t>
                      </a:r>
                      <a:endParaRPr lang="en-US" altLang="zh-CN" sz="1400" b="1">
                        <a:ea typeface="宋体" pitchFamily="2" charset="-122"/>
                      </a:endParaRPr>
                    </a:p>
                  </a:txBody>
                  <a:tcPr marT="0" marB="0" anchor="ctr">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Quant-Info</a:t>
                      </a:r>
                      <a:endParaRPr lang="en-US" altLang="zh-CN" sz="1400" b="1">
                        <a:ea typeface="宋体" pitchFamily="2" charset="-122"/>
                      </a:endParaRPr>
                    </a:p>
                  </a:txBody>
                  <a:tcPr marT="0" marB="0" anchor="ctr">
                    <a:lnL w="12700">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ea typeface="宋体" pitchFamily="2" charset="-122"/>
                        </a:rPr>
                        <a:t>Side-link</a:t>
                      </a:r>
                      <a:endParaRPr lang="en-US" altLang="zh-CN" sz="1400" b="1">
                        <a:ea typeface="宋体" pitchFamily="2" charset="-122"/>
                      </a:endParaRPr>
                    </a:p>
                  </a:txBody>
                  <a:tcPr marT="0" marB="0" anchor="ctr">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a typeface="宋体" pitchFamily="2" charset="-122"/>
                        </a:rPr>
                        <a:t>Edu</a:t>
                      </a:r>
                      <a:endParaRPr lang="en-US" altLang="zh-CN" sz="1400" b="1">
                        <a:solidFill>
                          <a:srgbClr val="FF0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a typeface="宋体" pitchFamily="2" charset="-122"/>
                        </a:rPr>
                        <a:t>Sum:2285 …</a:t>
                      </a:r>
                      <a:endParaRPr lang="en-US" altLang="zh-CN" sz="1400" b="1">
                        <a:solidFill>
                          <a:srgbClr val="FF0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a typeface="宋体" pitchFamily="2" charset="-122"/>
                        </a:rPr>
                        <a:t>Hhd</a:t>
                      </a:r>
                      <a:endParaRPr lang="en-US" altLang="zh-CN" sz="1400" b="1">
                        <a:solidFill>
                          <a:srgbClr val="FF0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FF0000"/>
                          </a:solidFill>
                          <a:ea typeface="宋体" pitchFamily="2" charset="-122"/>
                        </a:rPr>
                        <a:t>…</a:t>
                      </a:r>
                      <a:endParaRPr lang="zh-CN" altLang="en-US" sz="1400" b="1">
                        <a:solidFill>
                          <a:srgbClr val="FF0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b="1">
                          <a:solidFill>
                            <a:srgbClr val="FF0000"/>
                          </a:solidFill>
                          <a:ea typeface="宋体" pitchFamily="2" charset="-122"/>
                        </a:rPr>
                        <a:t>Bus</a:t>
                      </a:r>
                      <a:endParaRPr lang="en-US" altLang="zh-CN" sz="1400" b="1">
                        <a:solidFill>
                          <a:srgbClr val="FF0000"/>
                        </a:solidFill>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b="1">
                          <a:solidFill>
                            <a:srgbClr val="FF0000"/>
                          </a:solidFill>
                          <a:ea typeface="宋体" pitchFamily="2" charset="-122"/>
                        </a:rPr>
                        <a:t>…</a:t>
                      </a:r>
                      <a:endParaRPr lang="zh-CN" altLang="en-US" sz="1400" b="1">
                        <a:solidFill>
                          <a:srgbClr val="FF0000"/>
                        </a:solidFill>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Jan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FF0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Feb</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0000CC"/>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Mar</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b="1">
                        <a:solidFill>
                          <a:srgbClr val="008000"/>
                        </a:solidFill>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Tor</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Van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en-US" altLang="zh-CN" sz="1400">
                          <a:ea typeface="宋体" pitchFamily="2" charset="-122"/>
                        </a:rPr>
                        <a:t>Mon</a:t>
                      </a:r>
                      <a:endParaRPr lang="en-US" altLang="zh-CN"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tr>
              <a:tr h="212725">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r>
                        <a:rPr lang="zh-CN" altLang="en-US" sz="1400">
                          <a:ea typeface="宋体" pitchFamily="2" charset="-122"/>
                        </a:rPr>
                        <a:t>…</a:t>
                      </a:r>
                      <a:endParaRPr lang="zh-CN" altLang="en-US" sz="1400">
                        <a:ea typeface="宋体" pitchFamily="2" charset="-122"/>
                      </a:endParaRPr>
                    </a:p>
                  </a:txBody>
                  <a:tcPr marT="0" marB="0" anchor="ctr">
                    <a:lnL w="12700">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tIns="0" bIns="0" anchor="ctr" anchorCtr="0">
                      <a:no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algn="ctr" eaLnBrk="1" hangingPunct="1">
                        <a:spcBef>
                          <a:spcPct val="20000"/>
                        </a:spcBef>
                        <a:buClr>
                          <a:schemeClr val="folHlink"/>
                        </a:buClr>
                        <a:buSzPct val="60000"/>
                        <a:buFont typeface="Wingdings" pitchFamily="2" charset="2"/>
                      </a:pPr>
                      <a:endParaRPr lang="zh-CN" altLang="en-US" sz="1400">
                        <a:ea typeface="宋体" pitchFamily="2" charset="-122"/>
                      </a:endParaRPr>
                    </a:p>
                  </a:txBody>
                  <a:tcPr marT="0" marB="0" anchor="ctr">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tr>
            </a:tbl>
          </a:graphicData>
        </a:graphic>
      </p:graphicFrame>
      <p:cxnSp>
        <p:nvCxnSpPr>
          <p:cNvPr id="102489" name="AutoShape 93" title=""/>
          <p:cNvCxnSpPr>
            <a:endCxn id="102409" idx="1"/>
          </p:cNvCxnSpPr>
          <p:nvPr/>
        </p:nvCxnSpPr>
        <p:spPr>
          <a:xfrm flipV="1">
            <a:off x="3962400" y="3536950"/>
            <a:ext cx="1143000" cy="985838"/>
          </a:xfrm>
          <a:prstGeom prst="curvedConnector3">
            <a:avLst>
              <a:gd name="adj1" fmla="val 50000"/>
            </a:avLst>
          </a:prstGeom>
          <a:noFill/>
          <a:ln w="28575">
            <a:solidFill>
              <a:srgbClr val="FF0000"/>
            </a:solidFill>
            <a:miter lim="800000"/>
            <a:tailEnd type="triangle"/>
          </a:ln>
        </p:spPr>
      </p:cxnSp>
      <p:sp>
        <p:nvSpPr>
          <p:cNvPr id="102490" name="Freeform 94" title=""/>
          <p:cNvSpPr/>
          <p:nvPr/>
        </p:nvSpPr>
        <p:spPr bwMode="auto">
          <a:xfrm>
            <a:off x="5562600" y="2895600"/>
            <a:ext cx="1752600" cy="609600"/>
          </a:xfrm>
          <a:custGeom>
            <a:gdLst>
              <a:gd name="GT0" fmla="+- l w 0"/>
              <a:gd name="GT1" fmla="+- t h 0"/>
            </a:gdLst>
            <a:cxnLst>
              <a:cxn ang="0">
                <a:pos x="0" y="2147483647"/>
              </a:cxn>
              <a:cxn ang="0">
                <a:pos x="2147483647" y="2147483647"/>
              </a:cxn>
              <a:cxn ang="0">
                <a:pos x="2147483647" y="2147483647"/>
              </a:cxn>
            </a:cxnLst>
            <a:rect l="l" t="t" r="GT0" b="GT1"/>
            <a:pathLst>
              <a:path w="1104" h="248">
                <a:moveTo>
                  <a:pt x="0" y="248"/>
                </a:moveTo>
                <a:cubicBezTo>
                  <a:pt x="172" y="132"/>
                  <a:pt x="344" y="16"/>
                  <a:pt x="528" y="8"/>
                </a:cubicBezTo>
                <a:cubicBezTo>
                  <a:pt x="712" y="0"/>
                  <a:pt x="908" y="100"/>
                  <a:pt x="1104" y="200"/>
                </a:cubicBezTo>
              </a:path>
            </a:pathLst>
          </a:custGeom>
          <a:noFill/>
          <a:ln w="28575">
            <a:solidFill>
              <a:srgbClr val="FF0000"/>
            </a:solidFill>
            <a:round/>
            <a:headEnd type="none" w="sm" len="sm"/>
            <a:tailEnd type="triangle" w="med" len="med"/>
          </a:ln>
        </p:spPr>
      </p:sp>
      <p:cxnSp>
        <p:nvCxnSpPr>
          <p:cNvPr id="102491" name="AutoShape 95" title=""/>
          <p:cNvCxnSpPr>
            <a:endCxn id="102412" idx="1"/>
          </p:cNvCxnSpPr>
          <p:nvPr/>
        </p:nvCxnSpPr>
        <p:spPr>
          <a:xfrm flipV="1">
            <a:off x="3962400" y="3536950"/>
            <a:ext cx="4038600" cy="1198563"/>
          </a:xfrm>
          <a:prstGeom prst="curvedConnector3">
            <a:avLst>
              <a:gd name="adj1" fmla="val 50000"/>
            </a:avLst>
          </a:prstGeom>
          <a:noFill/>
          <a:ln w="28575">
            <a:solidFill>
              <a:srgbClr val="0000FF"/>
            </a:solidFill>
            <a:miter lim="800000"/>
            <a:tailEnd type="triangle"/>
          </a:ln>
        </p:spPr>
      </p:cxnSp>
      <p:cxnSp>
        <p:nvCxnSpPr>
          <p:cNvPr id="102492" name="AutoShape 96" title=""/>
          <p:cNvCxnSpPr>
            <a:endCxn id="102411" idx="1"/>
          </p:cNvCxnSpPr>
          <p:nvPr/>
        </p:nvCxnSpPr>
        <p:spPr>
          <a:xfrm flipV="1">
            <a:off x="3962400" y="3536950"/>
            <a:ext cx="3200400" cy="1411288"/>
          </a:xfrm>
          <a:prstGeom prst="curvedConnector3">
            <a:avLst>
              <a:gd name="adj1" fmla="val 50000"/>
            </a:avLst>
          </a:prstGeom>
          <a:noFill/>
          <a:ln w="28575">
            <a:solidFill>
              <a:srgbClr val="008000"/>
            </a:solidFill>
            <a:miter lim="800000"/>
            <a:tailEnd type="triangle"/>
          </a:ln>
        </p:spPr>
      </p:cxnSp>
      <p:sp>
        <p:nvSpPr>
          <p:cNvPr id="102493" name="Text Box 97" title=""/>
          <p:cNvSpPr txBox="1"/>
          <p:nvPr/>
        </p:nvSpPr>
        <p:spPr>
          <a:xfrm>
            <a:off x="457200" y="2362200"/>
            <a:ext cx="3886200" cy="457200"/>
          </a:xfrm>
          <a:prstGeom prst="rect">
            <a:avLst/>
          </a:prstGeom>
          <a:noFill/>
          <a:ln w="12700">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457200" lvl="0" indent="-457200" eaLnBrk="1" hangingPunct="1"/>
            <a:r>
              <a:rPr lang="en-US" altLang="zh-CN" sz="2400">
                <a:ea typeface="宋体" pitchFamily="2" charset="-122"/>
              </a:rPr>
              <a:t>Check header table directly</a:t>
            </a:r>
            <a:endParaRPr lang="en-US" altLang="zh-CN" sz="2400">
              <a:ea typeface="宋体" pitchFamily="2" charset="-122"/>
            </a:endParaRPr>
          </a:p>
        </p:txBody>
      </p:sp>
      <p:grpSp>
        <p:nvGrpSpPr>
          <p:cNvPr id="102494" name="Group 98" title=""/>
          <p:cNvGrpSpPr/>
          <p:nvPr/>
        </p:nvGrpSpPr>
        <p:grpSpPr>
          <a:xfrm>
            <a:off x="5029200" y="3733800"/>
            <a:ext cx="552450" cy="608013"/>
            <a:chOff x="4752" y="3216"/>
            <a:chExt cx="348" cy="383"/>
          </a:xfrm>
        </p:grpSpPr>
        <p:sp>
          <p:nvSpPr>
            <p:cNvPr id="102495" name="Text Box 99" title=""/>
            <p:cNvSpPr txBox="1"/>
            <p:nvPr/>
          </p:nvSpPr>
          <p:spPr>
            <a:xfrm>
              <a:off x="4752" y="3360"/>
              <a:ext cx="348" cy="239"/>
            </a:xfrm>
            <a:prstGeom prst="rect">
              <a:avLst/>
            </a:prstGeom>
            <a:noFill/>
            <a:ln w="12700">
              <a:solidFill>
                <a:srgbClr val="0000CC"/>
              </a:solidFill>
              <a:miter lim="800000"/>
            </a:ln>
          </p:spPr>
          <p:txBody>
            <a:bodyPr wrap="non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2800" b="0" i="0" u="none" baseline="0">
                  <a:solidFill>
                    <a:schemeClr val="tx1"/>
                  </a:solidFill>
                  <a:effectLst/>
                  <a:latin typeface="Tahoma" pitchFamily="34" charset="0"/>
                </a:defRPr>
              </a:lvl5pPr>
            </a:lstStyle>
            <a:p>
              <a:pPr marL="0" lvl="0" indent="0" eaLnBrk="1" hangingPunct="1"/>
              <a:r>
                <a:rPr lang="en-US" altLang="zh-CN" sz="1800">
                  <a:solidFill>
                    <a:srgbClr val="0000CC"/>
                  </a:solidFill>
                  <a:latin typeface="Times New Roman" pitchFamily="18" charset="0"/>
                  <a:ea typeface="宋体" pitchFamily="2" charset="-122"/>
                </a:rPr>
                <a:t>Q.I.</a:t>
              </a:r>
              <a:endParaRPr lang="en-US" altLang="zh-CN" sz="1800">
                <a:solidFill>
                  <a:srgbClr val="0000CC"/>
                </a:solidFill>
                <a:latin typeface="Times New Roman" pitchFamily="18" charset="0"/>
                <a:ea typeface="宋体" pitchFamily="2" charset="-122"/>
              </a:endParaRPr>
            </a:p>
          </p:txBody>
        </p:sp>
        <p:sp>
          <p:nvSpPr>
            <p:cNvPr id="102496" name="Line 100" title=""/>
            <p:cNvSpPr/>
            <p:nvPr/>
          </p:nvSpPr>
          <p:spPr>
            <a:xfrm flipH="1" flipV="1">
              <a:off x="4944" y="3216"/>
              <a:ext cx="0" cy="144"/>
            </a:xfrm>
            <a:prstGeom prst="line">
              <a:avLst/>
            </a:prstGeom>
            <a:noFill/>
            <a:ln w="12700">
              <a:solidFill>
                <a:srgbClr val="0000CC"/>
              </a:solidFill>
              <a:miter lim="800000"/>
            </a:ln>
          </p:spPr>
        </p:sp>
      </p:grpSp>
    </p:spTree>
  </p:cSld>
  <p:clrMapOvr>
    <a:masterClrMapping/>
  </p:clrMapOvr>
  <mc:AlternateContent>
    <mc:Choice xmlns:p14="http://schemas.microsoft.com/office/powerpoint/2010/main" Requires="p14">
      <p:transition p14:dur="1200">
        <p:zoom/>
      </p:transition>
    </mc:Choice>
    <mc:Fallback>
      <p:transition>
        <p:zoom/>
      </p:transition>
    </mc:Fallback>
  </mc:AlternateContent>
  <p:timing/>
</p:sld>
</file>

<file path=ppt/tags/tag1.xml><?xml version="1.0" encoding="utf-8"?>
<p:tagLst xmlns:p="http://schemas.openxmlformats.org/presentationml/2006/main">
  <p:tag name="AS_NET" val="4.0.30319.42000"/>
  <p:tag name="AS_OS" val="Microsoft Windows NT 6.2.9200.0"/>
  <p:tag name="AS_RELEASE_DATE" val="2025.09.14"/>
  <p:tag name="AS_TITLE" val="Aspose.Slides for .NET 4.0"/>
  <p:tag name="AS_VERSION" val="25.9"/>
</p:tagLst>
</file>

<file path=ppt/theme/theme1.xml><?xml version="1.0" encoding="utf-8"?>
<a:theme xmlns:r="http://schemas.openxmlformats.org/officeDocument/2006/relationships"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Tahoma"/>
        <a:cs typeface="Arial"/>
      </a:majorFont>
      <a:minorFont>
        <a:latin typeface="Tahoma"/>
        <a:ea typeface="Tahom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S.F.U.</Company>
  <PresentationFormat>On-screen Show (4:3)</PresentationFormat>
  <Paragraphs>976</Paragraphs>
  <Slides>98</Slides>
  <Notes>98</Notes>
  <TotalTime>7671</TotalTime>
  <HiddenSlides>0</HiddenSlides>
  <MMClips>0</MMClips>
  <ScaleCrop>0</ScaleCrop>
  <HeadingPairs>
    <vt:vector baseType="variant" size="6">
      <vt:variant>
        <vt:lpstr>Fonts Used</vt:lpstr>
      </vt:variant>
      <vt:variant>
        <vt:i4>16</vt:i4>
      </vt:variant>
      <vt:variant>
        <vt:lpstr>Theme</vt:lpstr>
      </vt:variant>
      <vt:variant>
        <vt:i4>1</vt:i4>
      </vt:variant>
      <vt:variant>
        <vt:lpstr>Slide Titles</vt:lpstr>
      </vt:variant>
      <vt:variant>
        <vt:i4>98</vt:i4>
      </vt:variant>
    </vt:vector>
  </HeadingPairs>
  <TitlesOfParts>
    <vt:vector baseType="lpstr" size="115">
      <vt:lpstr>Arial</vt:lpstr>
      <vt:lpstr>Tahoma</vt:lpstr>
      <vt:lpstr>Wingdings</vt:lpstr>
      <vt:lpstr>Times New Roman</vt:lpstr>
      <vt:lpstr>宋体</vt:lpstr>
      <vt:lpstr>Calibri</vt:lpstr>
      <vt:lpstr>Symbol</vt:lpstr>
      <vt:lpstr>Courier New</vt:lpstr>
      <vt:lpstr>Times</vt:lpstr>
      <vt:lpstr>Helvetica</vt:lpstr>
      <vt:lpstr>Verdana</vt:lpstr>
      <vt:lpstr>MS PGothic</vt:lpstr>
      <vt:lpstr>Gill Sans MT</vt:lpstr>
      <vt:lpstr>Bookman Old Style (Headings)</vt:lpstr>
      <vt:lpstr>SimSun</vt:lpstr>
      <vt:lpstr>ＭＳ Ｐゴシック</vt:lpstr>
      <vt:lpstr>Blends</vt:lpstr>
      <vt:lpstr>Data Mining:  Concepts and Techniques (3rd ed.)— Chapter 5 —</vt:lpstr>
      <vt:lpstr>PowerPoint Presentation</vt:lpstr>
      <vt:lpstr>Chapter 5: Data Cube Technology</vt:lpstr>
      <vt:lpstr>Data Cube: A Lattice of Cuboids</vt:lpstr>
      <vt:lpstr>Data Cube: A Lattice of Cuboids</vt:lpstr>
      <vt:lpstr>Cube Materialization: Full Cube vs. Iceberg Cube</vt:lpstr>
      <vt:lpstr>Iceberg Cube, Closed Cube &amp; Cube Shell</vt:lpstr>
      <vt:lpstr>Roadmap for Efficient Computation</vt:lpstr>
      <vt:lpstr>General Heuristics (Agarwal et al. VLDB’96)</vt:lpstr>
      <vt:lpstr>Chapter 5: Data Cube Technology</vt:lpstr>
      <vt:lpstr>Data Cube Computation Methods</vt:lpstr>
      <vt:lpstr>Multi-Way Array Aggregation</vt:lpstr>
      <vt:lpstr>Multi-way Array Aggregation for Cube Computation (MOLAP)</vt:lpstr>
      <vt:lpstr>Multi-way Array Aggregation for Cube Computation (3-D to 2-D)</vt:lpstr>
      <vt:lpstr>Multi-way Array Aggregation for Cube Computation (2-D to 1-D)</vt:lpstr>
      <vt:lpstr>Multi-Way Array Aggregation for Cube Computation (Method Summary)</vt:lpstr>
      <vt:lpstr>Data Cube Computation Methods</vt:lpstr>
      <vt:lpstr>Bottom-Up Computation (BUC)</vt:lpstr>
      <vt:lpstr>BUC: Partitioning</vt:lpstr>
      <vt:lpstr>Data Cube Computation Methods</vt:lpstr>
      <vt:lpstr>Star-Cubing: An Integrating Method</vt:lpstr>
      <vt:lpstr>Iceberg Pruning in Shared Dimensions</vt:lpstr>
      <vt:lpstr>Cell Trees</vt:lpstr>
      <vt:lpstr>Star Attributes and Star Nodes</vt:lpstr>
      <vt:lpstr>Example: Star Reduction</vt:lpstr>
      <vt:lpstr>Star Tree</vt:lpstr>
      <vt:lpstr>Star-Cubing Algorithm—DFS on Lattice Tree</vt:lpstr>
      <vt:lpstr>Multi-Way Aggregation</vt:lpstr>
      <vt:lpstr>Star-Cubing Algorithm—DFS on Star-Tree</vt:lpstr>
      <vt:lpstr>Multi-Way Star-Tree Aggregation</vt:lpstr>
      <vt:lpstr>Multi-Way Aggregation (2)</vt:lpstr>
      <vt:lpstr>Data Cube Computation Methods</vt:lpstr>
      <vt:lpstr>The Curse of Dimensionality</vt:lpstr>
      <vt:lpstr>Motivation of High-D OLAP</vt:lpstr>
      <vt:lpstr>Fast High-D OLAP with Minimal Cubing</vt:lpstr>
      <vt:lpstr>Properties of Proposed Method</vt:lpstr>
      <vt:lpstr>Example Computation</vt:lpstr>
      <vt:lpstr>1-D Inverted Indices</vt:lpstr>
      <vt:lpstr>Shell Fragment Cubes: Ideas</vt:lpstr>
      <vt:lpstr>Shell Fragment Cubes: Size and Design</vt:lpstr>
      <vt:lpstr>ID_Measure Table</vt:lpstr>
      <vt:lpstr>The Frag-Shells Algorithm</vt:lpstr>
      <vt:lpstr>Frag-Shells (2)</vt:lpstr>
      <vt:lpstr>Online Query Computation: Query</vt:lpstr>
      <vt:lpstr>Online Query Computation: Method</vt:lpstr>
      <vt:lpstr>Online Query Computation: Sketch</vt:lpstr>
      <vt:lpstr>Experiment: Size vs. Dimensionality (50 and 100 cardinality)</vt:lpstr>
      <vt:lpstr>Experiments on Real World Data</vt:lpstr>
      <vt:lpstr>PowerPoint Presentation</vt:lpstr>
      <vt:lpstr>Chapter 5: Data Cube Technology</vt:lpstr>
      <vt:lpstr>Processing Advanced Queries by Exploring Data Cube Technology</vt:lpstr>
      <vt:lpstr>Statistical Surveys and OLAP</vt:lpstr>
      <vt:lpstr>Surveys: Sample vs. Whole Population </vt:lpstr>
      <vt:lpstr>Problems for Drilling in Multidim. Space</vt:lpstr>
      <vt:lpstr>OLAP on Survey (i.e., Sampling) Data</vt:lpstr>
      <vt:lpstr>Challenges for OLAP on Sampling Data</vt:lpstr>
      <vt:lpstr>Example 1: Confidence Interval</vt:lpstr>
      <vt:lpstr>Confidence Interval</vt:lpstr>
      <vt:lpstr>Efficient Computing Confidence Interval Measures</vt:lpstr>
      <vt:lpstr>Example 2: Query Expansion</vt:lpstr>
      <vt:lpstr>Boosting Confidence by Query Expansion</vt:lpstr>
      <vt:lpstr>Intra-Cuboid Expansion: Choice 1</vt:lpstr>
      <vt:lpstr>Intra-Cuboid Expansion: Choice 2</vt:lpstr>
      <vt:lpstr>Query Expansion</vt:lpstr>
      <vt:lpstr>Intra-Cuboid Expansion</vt:lpstr>
      <vt:lpstr>Inter-Cuboid Expansion</vt:lpstr>
      <vt:lpstr>Query Expansion Experiments</vt:lpstr>
      <vt:lpstr>Chapter 5: Data Cube Technology</vt:lpstr>
      <vt:lpstr>Ranking Cubes – Efficient Computation of Ranking queries</vt:lpstr>
      <vt:lpstr>Ranking Cube: Partition Data on Both Selection and Ranking Dimensions</vt:lpstr>
      <vt:lpstr>Materialize Ranking-Cube</vt:lpstr>
      <vt:lpstr>Search with Ranking-Cube: Simultaneously Push Selection and Ranking</vt:lpstr>
      <vt:lpstr>Processing Ranking Query: Execution Trace</vt:lpstr>
      <vt:lpstr>Ranking Cube: Methodology and Extension</vt:lpstr>
      <vt:lpstr>Chapter 5: Data Cube Technology</vt:lpstr>
      <vt:lpstr>Multidimensional Data Analysis in Cube Space</vt:lpstr>
      <vt:lpstr>Data Mining in Cube Space</vt:lpstr>
      <vt:lpstr>Prediction Cubes</vt:lpstr>
      <vt:lpstr>How to Determine the Prediction Power of an Attribute?</vt:lpstr>
      <vt:lpstr>Efficient Computation of Prediction Cubes</vt:lpstr>
      <vt:lpstr>Multidimensional Data Analysis in Cube Space</vt:lpstr>
      <vt:lpstr>Complex Aggregation at Multiple Granularities: Multi-Feature Cubes</vt:lpstr>
      <vt:lpstr>Multidimensional Data Analysis in Cube Space</vt:lpstr>
      <vt:lpstr>Discovery-Driven Exploration of Data Cubes</vt:lpstr>
      <vt:lpstr>Kinds of Exceptions and their Computation</vt:lpstr>
      <vt:lpstr>Examples: Discovery-Driven Data Cubes</vt:lpstr>
      <vt:lpstr>Chapter 5: Data Cube Technology</vt:lpstr>
      <vt:lpstr>Data Cube Technology: Summary</vt:lpstr>
      <vt:lpstr>Ref.(I) Data Cube Computation Methods</vt:lpstr>
      <vt:lpstr>Ref. (II) Advanced Applications with Data Cubes</vt:lpstr>
      <vt:lpstr>Ref. (III) Knowledge Discovery with Data Cubes</vt:lpstr>
      <vt:lpstr>PowerPoint Presentation</vt:lpstr>
      <vt:lpstr>Chapter 5: Data Cube Technology</vt:lpstr>
      <vt:lpstr>H-Cubing: Using H-Tree Structure</vt:lpstr>
      <vt:lpstr>H-tree: A Prefix Hyper-tree</vt:lpstr>
      <vt:lpstr>Computing Cells Involving “City”</vt:lpstr>
      <vt:lpstr>Computing Cells Involving Month But No City</vt:lpstr>
      <vt:lpstr>Computing Cells Involving Only Cust_grp</vt:lpstr>
    </vt:vector>
  </TitlesOfParts>
  <LinksUpToDate>0</LinksUpToDate>
  <SharedDoc>0</SharedDoc>
  <HyperlinksChanged>0</HyperlinksChanged>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No Slide Title</dc:title>
  <cp:revision>459</cp:revision>
  <cp:lastPrinted>2011-09-28T19:06:52.231</cp:lastPrinted>
  <dcterms:created xsi:type="dcterms:W3CDTF">1998-06-19T04:38:52Z</dcterms:created>
  <dcterms:modified xsi:type="dcterms:W3CDTF">2026-04-27T17:38:11Z</dcterms:modified>
</cp:coreProperties>
</file>